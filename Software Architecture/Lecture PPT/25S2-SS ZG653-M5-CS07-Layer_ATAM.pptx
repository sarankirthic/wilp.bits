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7"/>
  </p:notesMasterIdLst>
  <p:sldIdLst>
    <p:sldId id="331" r:id="rId2"/>
    <p:sldId id="260" r:id="rId3"/>
    <p:sldId id="456" r:id="rId4"/>
    <p:sldId id="542" r:id="rId5"/>
    <p:sldId id="570" r:id="rId6"/>
    <p:sldId id="541" r:id="rId7"/>
    <p:sldId id="572" r:id="rId8"/>
    <p:sldId id="543" r:id="rId9"/>
    <p:sldId id="544" r:id="rId10"/>
    <p:sldId id="545" r:id="rId11"/>
    <p:sldId id="594" r:id="rId12"/>
    <p:sldId id="553" r:id="rId13"/>
    <p:sldId id="598" r:id="rId14"/>
    <p:sldId id="597" r:id="rId15"/>
    <p:sldId id="580" r:id="rId16"/>
    <p:sldId id="579" r:id="rId17"/>
    <p:sldId id="586" r:id="rId18"/>
    <p:sldId id="551" r:id="rId19"/>
    <p:sldId id="546" r:id="rId20"/>
    <p:sldId id="584" r:id="rId21"/>
    <p:sldId id="573" r:id="rId22"/>
    <p:sldId id="590" r:id="rId23"/>
    <p:sldId id="596" r:id="rId24"/>
    <p:sldId id="556" r:id="rId25"/>
    <p:sldId id="548" r:id="rId26"/>
    <p:sldId id="585" r:id="rId27"/>
    <p:sldId id="581" r:id="rId28"/>
    <p:sldId id="592" r:id="rId29"/>
    <p:sldId id="549" r:id="rId30"/>
    <p:sldId id="582" r:id="rId31"/>
    <p:sldId id="583" r:id="rId32"/>
    <p:sldId id="593" r:id="rId33"/>
    <p:sldId id="552" r:id="rId34"/>
    <p:sldId id="550" r:id="rId35"/>
    <p:sldId id="574" r:id="rId36"/>
    <p:sldId id="564" r:id="rId37"/>
    <p:sldId id="571" r:id="rId38"/>
    <p:sldId id="566" r:id="rId39"/>
    <p:sldId id="567" r:id="rId40"/>
    <p:sldId id="575" r:id="rId41"/>
    <p:sldId id="576" r:id="rId42"/>
    <p:sldId id="577" r:id="rId43"/>
    <p:sldId id="578" r:id="rId44"/>
    <p:sldId id="540" r:id="rId45"/>
    <p:sldId id="561" r:id="rId46"/>
    <p:sldId id="587" r:id="rId47"/>
    <p:sldId id="588" r:id="rId48"/>
    <p:sldId id="589" r:id="rId49"/>
    <p:sldId id="591" r:id="rId50"/>
    <p:sldId id="599" r:id="rId51"/>
    <p:sldId id="303" r:id="rId52"/>
    <p:sldId id="271" r:id="rId53"/>
    <p:sldId id="257" r:id="rId54"/>
    <p:sldId id="272" r:id="rId55"/>
    <p:sldId id="600" r:id="rId56"/>
    <p:sldId id="273" r:id="rId57"/>
    <p:sldId id="274" r:id="rId58"/>
    <p:sldId id="275" r:id="rId59"/>
    <p:sldId id="276" r:id="rId60"/>
    <p:sldId id="277" r:id="rId61"/>
    <p:sldId id="299" r:id="rId62"/>
    <p:sldId id="278" r:id="rId63"/>
    <p:sldId id="279" r:id="rId64"/>
    <p:sldId id="280" r:id="rId65"/>
    <p:sldId id="281" r:id="rId66"/>
    <p:sldId id="301" r:id="rId67"/>
    <p:sldId id="283" r:id="rId68"/>
    <p:sldId id="284" r:id="rId69"/>
    <p:sldId id="285" r:id="rId70"/>
    <p:sldId id="286" r:id="rId71"/>
    <p:sldId id="287" r:id="rId72"/>
    <p:sldId id="288" r:id="rId73"/>
    <p:sldId id="289" r:id="rId74"/>
    <p:sldId id="290" r:id="rId75"/>
    <p:sldId id="291" r:id="rId76"/>
    <p:sldId id="292" r:id="rId77"/>
    <p:sldId id="293" r:id="rId78"/>
    <p:sldId id="294" r:id="rId79"/>
    <p:sldId id="295" r:id="rId80"/>
    <p:sldId id="300" r:id="rId81"/>
    <p:sldId id="296" r:id="rId82"/>
    <p:sldId id="297" r:id="rId83"/>
    <p:sldId id="302" r:id="rId84"/>
    <p:sldId id="262" r:id="rId85"/>
    <p:sldId id="263" r:id="rId8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11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41" autoAdjust="0"/>
  </p:normalViewPr>
  <p:slideViewPr>
    <p:cSldViewPr>
      <p:cViewPr varScale="1">
        <p:scale>
          <a:sx n="75" d="100"/>
          <a:sy n="75" d="100"/>
        </p:scale>
        <p:origin x="1594" y="43"/>
      </p:cViewPr>
      <p:guideLst>
        <p:guide orient="horz" pos="2160"/>
        <p:guide pos="2880"/>
      </p:guideLst>
    </p:cSldViewPr>
  </p:slideViewPr>
  <p:outlineViewPr>
    <p:cViewPr>
      <p:scale>
        <a:sx n="33" d="100"/>
        <a:sy n="33" d="100"/>
      </p:scale>
      <p:origin x="0" y="-46325"/>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8">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9">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10">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1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1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1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1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1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1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1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18">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19">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20">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2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2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6FFA97-7C2B-4DF4-B641-366DF00D83EA}" type="doc">
      <dgm:prSet loTypeId="urn:microsoft.com/office/officeart/2005/8/layout/vList2" loCatId="list" qsTypeId="urn:microsoft.com/office/officeart/2005/8/quickstyle/simple1#1" qsCatId="simple" csTypeId="urn:microsoft.com/office/officeart/2005/8/colors/accent1_2#1" csCatId="accent1" phldr="1"/>
      <dgm:spPr/>
      <dgm:t>
        <a:bodyPr/>
        <a:lstStyle/>
        <a:p>
          <a:endParaRPr lang="en-IN"/>
        </a:p>
      </dgm:t>
    </dgm:pt>
    <dgm:pt modelId="{E3A1F66F-6558-4463-ABFA-4793F21B7B5D}">
      <dgm:prSet phldrT="[Text]"/>
      <dgm:spPr/>
      <dgm:t>
        <a:bodyPr/>
        <a:lstStyle/>
        <a:p>
          <a:r>
            <a:rPr lang="en-US" dirty="0"/>
            <a:t>Evaluation Factors</a:t>
          </a:r>
          <a:endParaRPr lang="en-IN" dirty="0"/>
        </a:p>
      </dgm:t>
    </dgm:pt>
    <dgm:pt modelId="{9D7EE819-FD77-4BDC-952F-D1D4A2E3A7F3}" type="parTrans" cxnId="{B34023D9-6CF0-4390-ADA8-DE34EB0CDEFC}">
      <dgm:prSet/>
      <dgm:spPr/>
      <dgm:t>
        <a:bodyPr/>
        <a:lstStyle/>
        <a:p>
          <a:endParaRPr lang="en-IN"/>
        </a:p>
      </dgm:t>
    </dgm:pt>
    <dgm:pt modelId="{3B9F7208-E710-4190-ABC1-DE6E0455BB83}" type="sibTrans" cxnId="{B34023D9-6CF0-4390-ADA8-DE34EB0CDEFC}">
      <dgm:prSet/>
      <dgm:spPr/>
      <dgm:t>
        <a:bodyPr/>
        <a:lstStyle/>
        <a:p>
          <a:endParaRPr lang="en-IN"/>
        </a:p>
      </dgm:t>
    </dgm:pt>
    <dgm:pt modelId="{0988837D-2396-455F-8028-18107A458E10}">
      <dgm:prSet/>
      <dgm:spPr/>
      <dgm:t>
        <a:bodyPr/>
        <a:lstStyle/>
        <a:p>
          <a:r>
            <a:rPr lang="en-US"/>
            <a:t>The Architecture Tradeoff Analysis Method (ATAM)</a:t>
          </a:r>
          <a:endParaRPr lang="en-US" dirty="0"/>
        </a:p>
      </dgm:t>
    </dgm:pt>
    <dgm:pt modelId="{5424ADF1-7BB7-4496-8120-A1144A1421C7}" type="parTrans" cxnId="{5241A6A3-1891-456E-854B-168FB65689A8}">
      <dgm:prSet/>
      <dgm:spPr/>
      <dgm:t>
        <a:bodyPr/>
        <a:lstStyle/>
        <a:p>
          <a:endParaRPr lang="en-IN"/>
        </a:p>
      </dgm:t>
    </dgm:pt>
    <dgm:pt modelId="{DF4DCD3B-4104-4506-8788-AA65274ACBFC}" type="sibTrans" cxnId="{5241A6A3-1891-456E-854B-168FB65689A8}">
      <dgm:prSet/>
      <dgm:spPr/>
      <dgm:t>
        <a:bodyPr/>
        <a:lstStyle/>
        <a:p>
          <a:endParaRPr lang="en-IN"/>
        </a:p>
      </dgm:t>
    </dgm:pt>
    <dgm:pt modelId="{D452E5EF-26D5-483E-BED6-08EA7217A686}">
      <dgm:prSet/>
      <dgm:spPr/>
      <dgm:t>
        <a:bodyPr/>
        <a:lstStyle/>
        <a:p>
          <a:r>
            <a:rPr lang="en-US"/>
            <a:t>Lightweight Architecture Evaluation</a:t>
          </a:r>
          <a:endParaRPr lang="en-US" dirty="0"/>
        </a:p>
      </dgm:t>
    </dgm:pt>
    <dgm:pt modelId="{E79E9D20-9104-4B92-A771-FBB3E2F6E4D7}" type="parTrans" cxnId="{91A2309F-0498-4380-901E-EC80B4CD9966}">
      <dgm:prSet/>
      <dgm:spPr/>
      <dgm:t>
        <a:bodyPr/>
        <a:lstStyle/>
        <a:p>
          <a:endParaRPr lang="en-IN"/>
        </a:p>
      </dgm:t>
    </dgm:pt>
    <dgm:pt modelId="{9CCD4778-700A-4833-A538-6BF84DDF858A}" type="sibTrans" cxnId="{91A2309F-0498-4380-901E-EC80B4CD9966}">
      <dgm:prSet/>
      <dgm:spPr/>
      <dgm:t>
        <a:bodyPr/>
        <a:lstStyle/>
        <a:p>
          <a:endParaRPr lang="en-IN"/>
        </a:p>
      </dgm:t>
    </dgm:pt>
    <dgm:pt modelId="{A9857C8B-580C-40AB-8204-646171B102DD}">
      <dgm:prSet/>
      <dgm:spPr/>
      <dgm:t>
        <a:bodyPr/>
        <a:lstStyle/>
        <a:p>
          <a:r>
            <a:rPr lang="en-US" dirty="0"/>
            <a:t>Summary</a:t>
          </a:r>
        </a:p>
      </dgm:t>
    </dgm:pt>
    <dgm:pt modelId="{04D72778-3622-496F-9E01-B53CED3E6353}" type="parTrans" cxnId="{3AD95EA2-713E-4416-91B8-F0494A16F671}">
      <dgm:prSet/>
      <dgm:spPr/>
      <dgm:t>
        <a:bodyPr/>
        <a:lstStyle/>
        <a:p>
          <a:endParaRPr lang="en-IN"/>
        </a:p>
      </dgm:t>
    </dgm:pt>
    <dgm:pt modelId="{7370C783-B797-4A83-A6BA-CF15F5A30CFE}" type="sibTrans" cxnId="{3AD95EA2-713E-4416-91B8-F0494A16F671}">
      <dgm:prSet/>
      <dgm:spPr/>
      <dgm:t>
        <a:bodyPr/>
        <a:lstStyle/>
        <a:p>
          <a:endParaRPr lang="en-IN"/>
        </a:p>
      </dgm:t>
    </dgm:pt>
    <dgm:pt modelId="{1066D658-C4E2-46C6-BB1A-B2B2848B49CE}" type="pres">
      <dgm:prSet presAssocID="{D06FFA97-7C2B-4DF4-B641-366DF00D83EA}" presName="linear" presStyleCnt="0">
        <dgm:presLayoutVars>
          <dgm:animLvl val="lvl"/>
          <dgm:resizeHandles val="exact"/>
        </dgm:presLayoutVars>
      </dgm:prSet>
      <dgm:spPr/>
    </dgm:pt>
    <dgm:pt modelId="{0743AD6D-0337-474F-BB41-B20B6D18CB8D}" type="pres">
      <dgm:prSet presAssocID="{E3A1F66F-6558-4463-ABFA-4793F21B7B5D}" presName="parentText" presStyleLbl="node1" presStyleIdx="0" presStyleCnt="4">
        <dgm:presLayoutVars>
          <dgm:chMax val="0"/>
          <dgm:bulletEnabled val="1"/>
        </dgm:presLayoutVars>
      </dgm:prSet>
      <dgm:spPr/>
    </dgm:pt>
    <dgm:pt modelId="{8E3504A5-1F1F-4043-AD25-E83268CC9853}" type="pres">
      <dgm:prSet presAssocID="{3B9F7208-E710-4190-ABC1-DE6E0455BB83}" presName="spacer" presStyleCnt="0"/>
      <dgm:spPr/>
    </dgm:pt>
    <dgm:pt modelId="{BE38A503-637C-48E2-ADB6-B2C7268E9145}" type="pres">
      <dgm:prSet presAssocID="{0988837D-2396-455F-8028-18107A458E10}" presName="parentText" presStyleLbl="node1" presStyleIdx="1" presStyleCnt="4">
        <dgm:presLayoutVars>
          <dgm:chMax val="0"/>
          <dgm:bulletEnabled val="1"/>
        </dgm:presLayoutVars>
      </dgm:prSet>
      <dgm:spPr/>
    </dgm:pt>
    <dgm:pt modelId="{5821B836-A076-4158-BAD1-BD65B38F0B9C}" type="pres">
      <dgm:prSet presAssocID="{DF4DCD3B-4104-4506-8788-AA65274ACBFC}" presName="spacer" presStyleCnt="0"/>
      <dgm:spPr/>
    </dgm:pt>
    <dgm:pt modelId="{2895B14A-6BAF-4DCB-B1CF-6C44FE4ACEA2}" type="pres">
      <dgm:prSet presAssocID="{D452E5EF-26D5-483E-BED6-08EA7217A686}" presName="parentText" presStyleLbl="node1" presStyleIdx="2" presStyleCnt="4">
        <dgm:presLayoutVars>
          <dgm:chMax val="0"/>
          <dgm:bulletEnabled val="1"/>
        </dgm:presLayoutVars>
      </dgm:prSet>
      <dgm:spPr/>
    </dgm:pt>
    <dgm:pt modelId="{835624A4-EAE8-426F-9733-D9EA9C7FDD51}" type="pres">
      <dgm:prSet presAssocID="{9CCD4778-700A-4833-A538-6BF84DDF858A}" presName="spacer" presStyleCnt="0"/>
      <dgm:spPr/>
    </dgm:pt>
    <dgm:pt modelId="{A0AC6504-F6BA-4511-818F-9B90998FBF19}" type="pres">
      <dgm:prSet presAssocID="{A9857C8B-580C-40AB-8204-646171B102DD}" presName="parentText" presStyleLbl="node1" presStyleIdx="3" presStyleCnt="4">
        <dgm:presLayoutVars>
          <dgm:chMax val="0"/>
          <dgm:bulletEnabled val="1"/>
        </dgm:presLayoutVars>
      </dgm:prSet>
      <dgm:spPr/>
    </dgm:pt>
  </dgm:ptLst>
  <dgm:cxnLst>
    <dgm:cxn modelId="{FB1BEF05-62F4-4C6B-862C-86646069CFB1}" type="presOf" srcId="{D452E5EF-26D5-483E-BED6-08EA7217A686}" destId="{2895B14A-6BAF-4DCB-B1CF-6C44FE4ACEA2}" srcOrd="0" destOrd="0" presId="urn:microsoft.com/office/officeart/2005/8/layout/vList2"/>
    <dgm:cxn modelId="{EE3A535C-6A12-42D5-97AD-24AF7AD2153D}" type="presOf" srcId="{E3A1F66F-6558-4463-ABFA-4793F21B7B5D}" destId="{0743AD6D-0337-474F-BB41-B20B6D18CB8D}" srcOrd="0" destOrd="0" presId="urn:microsoft.com/office/officeart/2005/8/layout/vList2"/>
    <dgm:cxn modelId="{25508979-487A-4D53-BCE3-28E1982AE098}" type="presOf" srcId="{D06FFA97-7C2B-4DF4-B641-366DF00D83EA}" destId="{1066D658-C4E2-46C6-BB1A-B2B2848B49CE}" srcOrd="0" destOrd="0" presId="urn:microsoft.com/office/officeart/2005/8/layout/vList2"/>
    <dgm:cxn modelId="{9953E992-E24B-40E6-AB57-04ED5CDAEDF3}" type="presOf" srcId="{A9857C8B-580C-40AB-8204-646171B102DD}" destId="{A0AC6504-F6BA-4511-818F-9B90998FBF19}" srcOrd="0" destOrd="0" presId="urn:microsoft.com/office/officeart/2005/8/layout/vList2"/>
    <dgm:cxn modelId="{91A2309F-0498-4380-901E-EC80B4CD9966}" srcId="{D06FFA97-7C2B-4DF4-B641-366DF00D83EA}" destId="{D452E5EF-26D5-483E-BED6-08EA7217A686}" srcOrd="2" destOrd="0" parTransId="{E79E9D20-9104-4B92-A771-FBB3E2F6E4D7}" sibTransId="{9CCD4778-700A-4833-A538-6BF84DDF858A}"/>
    <dgm:cxn modelId="{3AD95EA2-713E-4416-91B8-F0494A16F671}" srcId="{D06FFA97-7C2B-4DF4-B641-366DF00D83EA}" destId="{A9857C8B-580C-40AB-8204-646171B102DD}" srcOrd="3" destOrd="0" parTransId="{04D72778-3622-496F-9E01-B53CED3E6353}" sibTransId="{7370C783-B797-4A83-A6BA-CF15F5A30CFE}"/>
    <dgm:cxn modelId="{5241A6A3-1891-456E-854B-168FB65689A8}" srcId="{D06FFA97-7C2B-4DF4-B641-366DF00D83EA}" destId="{0988837D-2396-455F-8028-18107A458E10}" srcOrd="1" destOrd="0" parTransId="{5424ADF1-7BB7-4496-8120-A1144A1421C7}" sibTransId="{DF4DCD3B-4104-4506-8788-AA65274ACBFC}"/>
    <dgm:cxn modelId="{5BB3FDCE-FCF3-4489-8460-A819A9A1CA4A}" type="presOf" srcId="{0988837D-2396-455F-8028-18107A458E10}" destId="{BE38A503-637C-48E2-ADB6-B2C7268E9145}" srcOrd="0" destOrd="0" presId="urn:microsoft.com/office/officeart/2005/8/layout/vList2"/>
    <dgm:cxn modelId="{B34023D9-6CF0-4390-ADA8-DE34EB0CDEFC}" srcId="{D06FFA97-7C2B-4DF4-B641-366DF00D83EA}" destId="{E3A1F66F-6558-4463-ABFA-4793F21B7B5D}" srcOrd="0" destOrd="0" parTransId="{9D7EE819-FD77-4BDC-952F-D1D4A2E3A7F3}" sibTransId="{3B9F7208-E710-4190-ABC1-DE6E0455BB83}"/>
    <dgm:cxn modelId="{3D132184-191F-4A55-B5AF-039464FBB2B6}" type="presParOf" srcId="{1066D658-C4E2-46C6-BB1A-B2B2848B49CE}" destId="{0743AD6D-0337-474F-BB41-B20B6D18CB8D}" srcOrd="0" destOrd="0" presId="urn:microsoft.com/office/officeart/2005/8/layout/vList2"/>
    <dgm:cxn modelId="{AD3E78AE-F19D-43DB-B7C0-28D61A9ADCDF}" type="presParOf" srcId="{1066D658-C4E2-46C6-BB1A-B2B2848B49CE}" destId="{8E3504A5-1F1F-4043-AD25-E83268CC9853}" srcOrd="1" destOrd="0" presId="urn:microsoft.com/office/officeart/2005/8/layout/vList2"/>
    <dgm:cxn modelId="{59611C4B-E70E-4218-BA41-A0532FEE7223}" type="presParOf" srcId="{1066D658-C4E2-46C6-BB1A-B2B2848B49CE}" destId="{BE38A503-637C-48E2-ADB6-B2C7268E9145}" srcOrd="2" destOrd="0" presId="urn:microsoft.com/office/officeart/2005/8/layout/vList2"/>
    <dgm:cxn modelId="{120FDD80-1C2F-4829-95D7-F63D165522D0}" type="presParOf" srcId="{1066D658-C4E2-46C6-BB1A-B2B2848B49CE}" destId="{5821B836-A076-4158-BAD1-BD65B38F0B9C}" srcOrd="3" destOrd="0" presId="urn:microsoft.com/office/officeart/2005/8/layout/vList2"/>
    <dgm:cxn modelId="{8E8A0106-7795-404B-A16B-2AFB68D3425C}" type="presParOf" srcId="{1066D658-C4E2-46C6-BB1A-B2B2848B49CE}" destId="{2895B14A-6BAF-4DCB-B1CF-6C44FE4ACEA2}" srcOrd="4" destOrd="0" presId="urn:microsoft.com/office/officeart/2005/8/layout/vList2"/>
    <dgm:cxn modelId="{683D2E70-B16A-4F81-BC49-1DEBA7E4CC18}" type="presParOf" srcId="{1066D658-C4E2-46C6-BB1A-B2B2848B49CE}" destId="{835624A4-EAE8-426F-9733-D9EA9C7FDD51}" srcOrd="5" destOrd="0" presId="urn:microsoft.com/office/officeart/2005/8/layout/vList2"/>
    <dgm:cxn modelId="{C31B6A66-EF13-4B01-86B4-F877AF85FAE8}" type="presParOf" srcId="{1066D658-C4E2-46C6-BB1A-B2B2848B49CE}" destId="{A0AC6504-F6BA-4511-818F-9B90998FBF19}"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29E2BE1-0DD3-4639-9F80-5F734068431D}" type="doc">
      <dgm:prSet loTypeId="urn:microsoft.com/office/officeart/2005/8/layout/hList6" loCatId="list" qsTypeId="urn:microsoft.com/office/officeart/2005/8/quickstyle/simple1#2" qsCatId="simple" csTypeId="urn:microsoft.com/office/officeart/2005/8/colors/accent1_2#2" csCatId="accent1" phldr="1"/>
      <dgm:spPr/>
      <dgm:t>
        <a:bodyPr/>
        <a:lstStyle/>
        <a:p>
          <a:endParaRPr lang="en-IN"/>
        </a:p>
      </dgm:t>
    </dgm:pt>
    <dgm:pt modelId="{783BED96-820C-4559-B255-1EC986FBB6C7}">
      <dgm:prSet phldrT="[Text]"/>
      <dgm:spPr/>
      <dgm:t>
        <a:bodyPr/>
        <a:lstStyle/>
        <a:p>
          <a:r>
            <a:rPr lang="en-US"/>
            <a:t>Evaluation by the designer within the design process.</a:t>
          </a:r>
          <a:endParaRPr lang="en-IN"/>
        </a:p>
      </dgm:t>
    </dgm:pt>
    <dgm:pt modelId="{2E874ECC-F98F-4EAE-95BA-84DDD6CB709C}" type="parTrans" cxnId="{9645B9B1-1FDD-4336-9B97-6257950C9541}">
      <dgm:prSet/>
      <dgm:spPr/>
      <dgm:t>
        <a:bodyPr/>
        <a:lstStyle/>
        <a:p>
          <a:endParaRPr lang="en-IN"/>
        </a:p>
      </dgm:t>
    </dgm:pt>
    <dgm:pt modelId="{E59D0C0A-8BC1-490A-8982-3E72EFB7CE37}" type="sibTrans" cxnId="{9645B9B1-1FDD-4336-9B97-6257950C9541}">
      <dgm:prSet/>
      <dgm:spPr/>
      <dgm:t>
        <a:bodyPr/>
        <a:lstStyle/>
        <a:p>
          <a:endParaRPr lang="en-IN"/>
        </a:p>
      </dgm:t>
    </dgm:pt>
    <dgm:pt modelId="{BDA7BC87-6BD7-4549-9A5A-29F912E1130A}">
      <dgm:prSet/>
      <dgm:spPr/>
      <dgm:t>
        <a:bodyPr/>
        <a:lstStyle/>
        <a:p>
          <a:r>
            <a:rPr lang="en-US"/>
            <a:t>Evaluation by peers within the design process. </a:t>
          </a:r>
          <a:endParaRPr lang="en-US" dirty="0"/>
        </a:p>
      </dgm:t>
    </dgm:pt>
    <dgm:pt modelId="{A2089079-142E-4424-B472-E261A2D85CB7}" type="parTrans" cxnId="{0DB829D8-EC01-4A3F-9004-90CCF183AA98}">
      <dgm:prSet/>
      <dgm:spPr/>
      <dgm:t>
        <a:bodyPr/>
        <a:lstStyle/>
        <a:p>
          <a:endParaRPr lang="en-IN"/>
        </a:p>
      </dgm:t>
    </dgm:pt>
    <dgm:pt modelId="{26F8A84B-C6F3-4979-9211-971126A2F054}" type="sibTrans" cxnId="{0DB829D8-EC01-4A3F-9004-90CCF183AA98}">
      <dgm:prSet/>
      <dgm:spPr/>
      <dgm:t>
        <a:bodyPr/>
        <a:lstStyle/>
        <a:p>
          <a:endParaRPr lang="en-IN"/>
        </a:p>
      </dgm:t>
    </dgm:pt>
    <dgm:pt modelId="{0EC47A52-EFCF-471F-A044-407C531609C5}">
      <dgm:prSet/>
      <dgm:spPr/>
      <dgm:t>
        <a:bodyPr/>
        <a:lstStyle/>
        <a:p>
          <a:r>
            <a:rPr lang="en-US"/>
            <a:t>Analysis by outsiders once the architecture has been designed.</a:t>
          </a:r>
          <a:endParaRPr lang="en-US" dirty="0"/>
        </a:p>
      </dgm:t>
    </dgm:pt>
    <dgm:pt modelId="{7A982B87-6A0E-408A-BB66-2557A82B5FD4}" type="parTrans" cxnId="{741D921E-E6FD-4A5D-A6B8-E76982708E35}">
      <dgm:prSet/>
      <dgm:spPr/>
      <dgm:t>
        <a:bodyPr/>
        <a:lstStyle/>
        <a:p>
          <a:endParaRPr lang="en-IN"/>
        </a:p>
      </dgm:t>
    </dgm:pt>
    <dgm:pt modelId="{67A55CF1-FD4D-4C0D-83BA-59FD50254C74}" type="sibTrans" cxnId="{741D921E-E6FD-4A5D-A6B8-E76982708E35}">
      <dgm:prSet/>
      <dgm:spPr/>
      <dgm:t>
        <a:bodyPr/>
        <a:lstStyle/>
        <a:p>
          <a:endParaRPr lang="en-IN"/>
        </a:p>
      </dgm:t>
    </dgm:pt>
    <dgm:pt modelId="{3727D08A-2D4B-460B-BA72-904BDAB2B6E1}" type="pres">
      <dgm:prSet presAssocID="{A29E2BE1-0DD3-4639-9F80-5F734068431D}" presName="Name0" presStyleCnt="0">
        <dgm:presLayoutVars>
          <dgm:dir/>
          <dgm:resizeHandles val="exact"/>
        </dgm:presLayoutVars>
      </dgm:prSet>
      <dgm:spPr/>
    </dgm:pt>
    <dgm:pt modelId="{7464DBA4-A296-401A-AAF8-46ECA08B1E6B}" type="pres">
      <dgm:prSet presAssocID="{783BED96-820C-4559-B255-1EC986FBB6C7}" presName="node" presStyleLbl="node1" presStyleIdx="0" presStyleCnt="3">
        <dgm:presLayoutVars>
          <dgm:bulletEnabled val="1"/>
        </dgm:presLayoutVars>
      </dgm:prSet>
      <dgm:spPr/>
    </dgm:pt>
    <dgm:pt modelId="{2019EBBA-6B1A-4D84-8608-4FFC842705E5}" type="pres">
      <dgm:prSet presAssocID="{E59D0C0A-8BC1-490A-8982-3E72EFB7CE37}" presName="sibTrans" presStyleCnt="0"/>
      <dgm:spPr/>
    </dgm:pt>
    <dgm:pt modelId="{7B7D6BD1-8EB4-44C0-A37B-E68D6473981B}" type="pres">
      <dgm:prSet presAssocID="{BDA7BC87-6BD7-4549-9A5A-29F912E1130A}" presName="node" presStyleLbl="node1" presStyleIdx="1" presStyleCnt="3">
        <dgm:presLayoutVars>
          <dgm:bulletEnabled val="1"/>
        </dgm:presLayoutVars>
      </dgm:prSet>
      <dgm:spPr/>
    </dgm:pt>
    <dgm:pt modelId="{215D6CC1-35FD-419E-8AE4-E7DFDE047E4A}" type="pres">
      <dgm:prSet presAssocID="{26F8A84B-C6F3-4979-9211-971126A2F054}" presName="sibTrans" presStyleCnt="0"/>
      <dgm:spPr/>
    </dgm:pt>
    <dgm:pt modelId="{D1D50ADC-2322-4300-BBFE-5B4D01EA8B2D}" type="pres">
      <dgm:prSet presAssocID="{0EC47A52-EFCF-471F-A044-407C531609C5}" presName="node" presStyleLbl="node1" presStyleIdx="2" presStyleCnt="3">
        <dgm:presLayoutVars>
          <dgm:bulletEnabled val="1"/>
        </dgm:presLayoutVars>
      </dgm:prSet>
      <dgm:spPr/>
    </dgm:pt>
  </dgm:ptLst>
  <dgm:cxnLst>
    <dgm:cxn modelId="{741D921E-E6FD-4A5D-A6B8-E76982708E35}" srcId="{A29E2BE1-0DD3-4639-9F80-5F734068431D}" destId="{0EC47A52-EFCF-471F-A044-407C531609C5}" srcOrd="2" destOrd="0" parTransId="{7A982B87-6A0E-408A-BB66-2557A82B5FD4}" sibTransId="{67A55CF1-FD4D-4C0D-83BA-59FD50254C74}"/>
    <dgm:cxn modelId="{CD6D271F-22EC-4F4A-8274-62BA170666FA}" type="presOf" srcId="{783BED96-820C-4559-B255-1EC986FBB6C7}" destId="{7464DBA4-A296-401A-AAF8-46ECA08B1E6B}" srcOrd="0" destOrd="0" presId="urn:microsoft.com/office/officeart/2005/8/layout/hList6"/>
    <dgm:cxn modelId="{47CA694A-6D74-476F-8B27-CE6D4BD6919A}" type="presOf" srcId="{0EC47A52-EFCF-471F-A044-407C531609C5}" destId="{D1D50ADC-2322-4300-BBFE-5B4D01EA8B2D}" srcOrd="0" destOrd="0" presId="urn:microsoft.com/office/officeart/2005/8/layout/hList6"/>
    <dgm:cxn modelId="{2C544E8D-77E4-4FF0-8DE1-088CF29F085B}" type="presOf" srcId="{A29E2BE1-0DD3-4639-9F80-5F734068431D}" destId="{3727D08A-2D4B-460B-BA72-904BDAB2B6E1}" srcOrd="0" destOrd="0" presId="urn:microsoft.com/office/officeart/2005/8/layout/hList6"/>
    <dgm:cxn modelId="{B9EAADA8-ACA4-4C1E-9373-BD5A616F87FA}" type="presOf" srcId="{BDA7BC87-6BD7-4549-9A5A-29F912E1130A}" destId="{7B7D6BD1-8EB4-44C0-A37B-E68D6473981B}" srcOrd="0" destOrd="0" presId="urn:microsoft.com/office/officeart/2005/8/layout/hList6"/>
    <dgm:cxn modelId="{9645B9B1-1FDD-4336-9B97-6257950C9541}" srcId="{A29E2BE1-0DD3-4639-9F80-5F734068431D}" destId="{783BED96-820C-4559-B255-1EC986FBB6C7}" srcOrd="0" destOrd="0" parTransId="{2E874ECC-F98F-4EAE-95BA-84DDD6CB709C}" sibTransId="{E59D0C0A-8BC1-490A-8982-3E72EFB7CE37}"/>
    <dgm:cxn modelId="{0DB829D8-EC01-4A3F-9004-90CCF183AA98}" srcId="{A29E2BE1-0DD3-4639-9F80-5F734068431D}" destId="{BDA7BC87-6BD7-4549-9A5A-29F912E1130A}" srcOrd="1" destOrd="0" parTransId="{A2089079-142E-4424-B472-E261A2D85CB7}" sibTransId="{26F8A84B-C6F3-4979-9211-971126A2F054}"/>
    <dgm:cxn modelId="{903EC564-09CE-4640-8D1F-EC4448E2696C}" type="presParOf" srcId="{3727D08A-2D4B-460B-BA72-904BDAB2B6E1}" destId="{7464DBA4-A296-401A-AAF8-46ECA08B1E6B}" srcOrd="0" destOrd="0" presId="urn:microsoft.com/office/officeart/2005/8/layout/hList6"/>
    <dgm:cxn modelId="{E8FFE47F-BBEA-469B-9BBD-9ED095060C6B}" type="presParOf" srcId="{3727D08A-2D4B-460B-BA72-904BDAB2B6E1}" destId="{2019EBBA-6B1A-4D84-8608-4FFC842705E5}" srcOrd="1" destOrd="0" presId="urn:microsoft.com/office/officeart/2005/8/layout/hList6"/>
    <dgm:cxn modelId="{E718D917-5B91-4A29-AC60-3823BE77A49F}" type="presParOf" srcId="{3727D08A-2D4B-460B-BA72-904BDAB2B6E1}" destId="{7B7D6BD1-8EB4-44C0-A37B-E68D6473981B}" srcOrd="2" destOrd="0" presId="urn:microsoft.com/office/officeart/2005/8/layout/hList6"/>
    <dgm:cxn modelId="{04E5A021-9EE4-44AA-A338-14BC370B1463}" type="presParOf" srcId="{3727D08A-2D4B-460B-BA72-904BDAB2B6E1}" destId="{215D6CC1-35FD-419E-8AE4-E7DFDE047E4A}" srcOrd="3" destOrd="0" presId="urn:microsoft.com/office/officeart/2005/8/layout/hList6"/>
    <dgm:cxn modelId="{98997DED-E21E-46B0-A7DD-4C7E7838AB9F}" type="presParOf" srcId="{3727D08A-2D4B-460B-BA72-904BDAB2B6E1}" destId="{D1D50ADC-2322-4300-BBFE-5B4D01EA8B2D}" srcOrd="4"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CC0F821-C70F-4FBB-84FD-C801F400C173}" type="doc">
      <dgm:prSet loTypeId="urn:microsoft.com/office/officeart/2005/8/layout/vList2" loCatId="list" qsTypeId="urn:microsoft.com/office/officeart/2005/8/quickstyle/simple1#3" qsCatId="simple" csTypeId="urn:microsoft.com/office/officeart/2005/8/colors/accent1_2#3" csCatId="accent1" phldr="1"/>
      <dgm:spPr/>
      <dgm:t>
        <a:bodyPr/>
        <a:lstStyle/>
        <a:p>
          <a:endParaRPr lang="en-IN"/>
        </a:p>
      </dgm:t>
    </dgm:pt>
    <dgm:pt modelId="{CBAB434C-72CA-4FA3-9B89-4819F1CF4CF8}">
      <dgm:prSet phldrT="[Text]"/>
      <dgm:spPr/>
      <dgm:t>
        <a:bodyPr/>
        <a:lstStyle/>
        <a:p>
          <a:r>
            <a:rPr lang="en-US"/>
            <a:t>Every time the designer makes a key design decision or completes a design milestone, the chosen and competing alternatives should be evaluated.</a:t>
          </a:r>
          <a:endParaRPr lang="en-IN"/>
        </a:p>
      </dgm:t>
    </dgm:pt>
    <dgm:pt modelId="{AD3D5C8C-E88A-4D2B-8A18-52027AF749D0}" type="parTrans" cxnId="{1AFAC65E-56CC-428D-A4F9-CD74FC34DB07}">
      <dgm:prSet/>
      <dgm:spPr/>
      <dgm:t>
        <a:bodyPr/>
        <a:lstStyle/>
        <a:p>
          <a:endParaRPr lang="en-IN"/>
        </a:p>
      </dgm:t>
    </dgm:pt>
    <dgm:pt modelId="{1EA20FFC-2961-4CFE-9D07-754C3E307714}" type="sibTrans" cxnId="{1AFAC65E-56CC-428D-A4F9-CD74FC34DB07}">
      <dgm:prSet/>
      <dgm:spPr/>
      <dgm:t>
        <a:bodyPr/>
        <a:lstStyle/>
        <a:p>
          <a:endParaRPr lang="en-IN"/>
        </a:p>
      </dgm:t>
    </dgm:pt>
    <dgm:pt modelId="{5983169D-82D6-4B6B-9D9F-303B4828CDB0}">
      <dgm:prSet/>
      <dgm:spPr/>
      <dgm:t>
        <a:bodyPr/>
        <a:lstStyle/>
        <a:p>
          <a:r>
            <a:rPr lang="en-US"/>
            <a:t>Evaluation by the designer is the “test” part of the “generate-and-test” approach to architecture design.</a:t>
          </a:r>
          <a:endParaRPr lang="en-US" dirty="0"/>
        </a:p>
      </dgm:t>
    </dgm:pt>
    <dgm:pt modelId="{332B07EB-3948-46CE-89C4-DE0818A81547}" type="parTrans" cxnId="{A4EF69C3-40F1-420B-BB41-D13EE9CE2C82}">
      <dgm:prSet/>
      <dgm:spPr/>
      <dgm:t>
        <a:bodyPr/>
        <a:lstStyle/>
        <a:p>
          <a:endParaRPr lang="en-IN"/>
        </a:p>
      </dgm:t>
    </dgm:pt>
    <dgm:pt modelId="{2BE3CD6C-DC28-4854-AE19-9E2EDE702715}" type="sibTrans" cxnId="{A4EF69C3-40F1-420B-BB41-D13EE9CE2C82}">
      <dgm:prSet/>
      <dgm:spPr/>
      <dgm:t>
        <a:bodyPr/>
        <a:lstStyle/>
        <a:p>
          <a:endParaRPr lang="en-IN"/>
        </a:p>
      </dgm:t>
    </dgm:pt>
    <dgm:pt modelId="{1AF47D31-A4D8-41A8-ABC8-81DFD1E31F0A}">
      <dgm:prSet/>
      <dgm:spPr/>
      <dgm:t>
        <a:bodyPr/>
        <a:lstStyle/>
        <a:p>
          <a:r>
            <a:rPr lang="en-US"/>
            <a:t>How much analysis? This depends on the importance of the decision.  Factors include:</a:t>
          </a:r>
          <a:endParaRPr lang="en-US" dirty="0"/>
        </a:p>
      </dgm:t>
    </dgm:pt>
    <dgm:pt modelId="{D93F838B-52F7-4F2B-855A-BB52B5536B37}" type="parTrans" cxnId="{27093171-17D6-4BEB-9581-F02B2AEAC7BD}">
      <dgm:prSet/>
      <dgm:spPr/>
      <dgm:t>
        <a:bodyPr/>
        <a:lstStyle/>
        <a:p>
          <a:endParaRPr lang="en-IN"/>
        </a:p>
      </dgm:t>
    </dgm:pt>
    <dgm:pt modelId="{1035D118-E4A0-4FC0-8478-05A3EEAA53B4}" type="sibTrans" cxnId="{27093171-17D6-4BEB-9581-F02B2AEAC7BD}">
      <dgm:prSet/>
      <dgm:spPr/>
      <dgm:t>
        <a:bodyPr/>
        <a:lstStyle/>
        <a:p>
          <a:endParaRPr lang="en-IN"/>
        </a:p>
      </dgm:t>
    </dgm:pt>
    <dgm:pt modelId="{68E5A16E-6653-4276-A820-4F48C8567342}">
      <dgm:prSet/>
      <dgm:spPr/>
      <dgm:t>
        <a:bodyPr/>
        <a:lstStyle/>
        <a:p>
          <a:r>
            <a:rPr lang="en-US" i="1"/>
            <a:t>The importance of the decision</a:t>
          </a:r>
          <a:r>
            <a:rPr lang="en-US"/>
            <a:t>. The more important the decision, the more care should be taken in making it and making sure it’s right.</a:t>
          </a:r>
          <a:endParaRPr lang="en-US" dirty="0"/>
        </a:p>
      </dgm:t>
    </dgm:pt>
    <dgm:pt modelId="{7E77077B-C3DE-4FA0-B480-E1E0F3DB85FA}" type="parTrans" cxnId="{F0A2B24D-2005-40DB-B1D6-215F9178BE2C}">
      <dgm:prSet/>
      <dgm:spPr/>
      <dgm:t>
        <a:bodyPr/>
        <a:lstStyle/>
        <a:p>
          <a:endParaRPr lang="en-IN"/>
        </a:p>
      </dgm:t>
    </dgm:pt>
    <dgm:pt modelId="{BF4D8BE1-C576-4C11-A86D-BA008DE73A5E}" type="sibTrans" cxnId="{F0A2B24D-2005-40DB-B1D6-215F9178BE2C}">
      <dgm:prSet/>
      <dgm:spPr/>
      <dgm:t>
        <a:bodyPr/>
        <a:lstStyle/>
        <a:p>
          <a:endParaRPr lang="en-IN"/>
        </a:p>
      </dgm:t>
    </dgm:pt>
    <dgm:pt modelId="{2098E642-1962-4211-BCB7-5C026E5B09C5}">
      <dgm:prSet/>
      <dgm:spPr/>
      <dgm:t>
        <a:bodyPr/>
        <a:lstStyle/>
        <a:p>
          <a:r>
            <a:rPr lang="en-US" i="1"/>
            <a:t>The number of potential alternatives.</a:t>
          </a:r>
          <a:r>
            <a:rPr lang="en-US"/>
            <a:t> The more alternatives, the more time could be spent in evaluating them. Try to eliminate alternatives quickly so that the number of viable potential alternatives is small.</a:t>
          </a:r>
          <a:endParaRPr lang="en-US" dirty="0"/>
        </a:p>
      </dgm:t>
    </dgm:pt>
    <dgm:pt modelId="{C2B47020-4356-453D-960B-B615A95346C0}" type="parTrans" cxnId="{8BBB0193-589E-44DD-BE23-3A045AE540CF}">
      <dgm:prSet/>
      <dgm:spPr/>
      <dgm:t>
        <a:bodyPr/>
        <a:lstStyle/>
        <a:p>
          <a:endParaRPr lang="en-IN"/>
        </a:p>
      </dgm:t>
    </dgm:pt>
    <dgm:pt modelId="{324EEDBF-C7DF-4AA5-8E39-50D109D03A1B}" type="sibTrans" cxnId="{8BBB0193-589E-44DD-BE23-3A045AE540CF}">
      <dgm:prSet/>
      <dgm:spPr/>
      <dgm:t>
        <a:bodyPr/>
        <a:lstStyle/>
        <a:p>
          <a:endParaRPr lang="en-IN"/>
        </a:p>
      </dgm:t>
    </dgm:pt>
    <dgm:pt modelId="{E22A3677-D9F3-44E8-8EE9-10F14A8FEDBD}">
      <dgm:prSet/>
      <dgm:spPr/>
      <dgm:t>
        <a:bodyPr/>
        <a:lstStyle/>
        <a:p>
          <a:r>
            <a:rPr lang="en-US" i="1" dirty="0"/>
            <a:t>Good enough as opposed to perfect.</a:t>
          </a:r>
          <a:r>
            <a:rPr lang="en-US" dirty="0"/>
            <a:t> Many times, two possible alternatives do not differ dramatically in their consequences. In such a case, it is more important to make a choice and move on with the design process than it is to be absolutely certain that the best choice is being made. Again, do not spend more time on a decision than it is worth.</a:t>
          </a:r>
        </a:p>
      </dgm:t>
    </dgm:pt>
    <dgm:pt modelId="{146F8472-EE87-4ECE-AD09-047424EC4BB3}" type="parTrans" cxnId="{3EE8D4E5-3EAC-4392-A227-9F5C6673B642}">
      <dgm:prSet/>
      <dgm:spPr/>
      <dgm:t>
        <a:bodyPr/>
        <a:lstStyle/>
        <a:p>
          <a:endParaRPr lang="en-IN"/>
        </a:p>
      </dgm:t>
    </dgm:pt>
    <dgm:pt modelId="{04450E14-EDA0-4734-A5AE-BE7C031F5B37}" type="sibTrans" cxnId="{3EE8D4E5-3EAC-4392-A227-9F5C6673B642}">
      <dgm:prSet/>
      <dgm:spPr/>
      <dgm:t>
        <a:bodyPr/>
        <a:lstStyle/>
        <a:p>
          <a:endParaRPr lang="en-IN"/>
        </a:p>
      </dgm:t>
    </dgm:pt>
    <dgm:pt modelId="{655A2212-DCF0-4B4F-8FD0-567FD64CA16E}" type="pres">
      <dgm:prSet presAssocID="{8CC0F821-C70F-4FBB-84FD-C801F400C173}" presName="linear" presStyleCnt="0">
        <dgm:presLayoutVars>
          <dgm:animLvl val="lvl"/>
          <dgm:resizeHandles val="exact"/>
        </dgm:presLayoutVars>
      </dgm:prSet>
      <dgm:spPr/>
    </dgm:pt>
    <dgm:pt modelId="{5B6E355C-E2E5-4A6D-8FA2-EF977641D31A}" type="pres">
      <dgm:prSet presAssocID="{CBAB434C-72CA-4FA3-9B89-4819F1CF4CF8}" presName="parentText" presStyleLbl="node1" presStyleIdx="0" presStyleCnt="3">
        <dgm:presLayoutVars>
          <dgm:chMax val="0"/>
          <dgm:bulletEnabled val="1"/>
        </dgm:presLayoutVars>
      </dgm:prSet>
      <dgm:spPr/>
    </dgm:pt>
    <dgm:pt modelId="{56E94342-48D8-465E-8C4A-071F982CF891}" type="pres">
      <dgm:prSet presAssocID="{1EA20FFC-2961-4CFE-9D07-754C3E307714}" presName="spacer" presStyleCnt="0"/>
      <dgm:spPr/>
    </dgm:pt>
    <dgm:pt modelId="{A28131ED-C679-4365-8836-664E45B4EAEA}" type="pres">
      <dgm:prSet presAssocID="{5983169D-82D6-4B6B-9D9F-303B4828CDB0}" presName="parentText" presStyleLbl="node1" presStyleIdx="1" presStyleCnt="3">
        <dgm:presLayoutVars>
          <dgm:chMax val="0"/>
          <dgm:bulletEnabled val="1"/>
        </dgm:presLayoutVars>
      </dgm:prSet>
      <dgm:spPr/>
    </dgm:pt>
    <dgm:pt modelId="{7186C4E0-4CEF-4C22-B7D7-87B505539C1D}" type="pres">
      <dgm:prSet presAssocID="{2BE3CD6C-DC28-4854-AE19-9E2EDE702715}" presName="spacer" presStyleCnt="0"/>
      <dgm:spPr/>
    </dgm:pt>
    <dgm:pt modelId="{BCCAF205-8AC6-4015-941C-729431464F81}" type="pres">
      <dgm:prSet presAssocID="{1AF47D31-A4D8-41A8-ABC8-81DFD1E31F0A}" presName="parentText" presStyleLbl="node1" presStyleIdx="2" presStyleCnt="3">
        <dgm:presLayoutVars>
          <dgm:chMax val="0"/>
          <dgm:bulletEnabled val="1"/>
        </dgm:presLayoutVars>
      </dgm:prSet>
      <dgm:spPr/>
    </dgm:pt>
    <dgm:pt modelId="{CC6CAB17-1B09-4B3A-A1BD-85571AC8932B}" type="pres">
      <dgm:prSet presAssocID="{1AF47D31-A4D8-41A8-ABC8-81DFD1E31F0A}" presName="childText" presStyleLbl="revTx" presStyleIdx="0" presStyleCnt="1">
        <dgm:presLayoutVars>
          <dgm:bulletEnabled val="1"/>
        </dgm:presLayoutVars>
      </dgm:prSet>
      <dgm:spPr/>
    </dgm:pt>
  </dgm:ptLst>
  <dgm:cxnLst>
    <dgm:cxn modelId="{E48D390F-FE80-4C93-9271-80315D217047}" type="presOf" srcId="{E22A3677-D9F3-44E8-8EE9-10F14A8FEDBD}" destId="{CC6CAB17-1B09-4B3A-A1BD-85571AC8932B}" srcOrd="0" destOrd="2" presId="urn:microsoft.com/office/officeart/2005/8/layout/vList2"/>
    <dgm:cxn modelId="{DE13951A-5C35-4220-8F89-7198E7A900FD}" type="presOf" srcId="{8CC0F821-C70F-4FBB-84FD-C801F400C173}" destId="{655A2212-DCF0-4B4F-8FD0-567FD64CA16E}" srcOrd="0" destOrd="0" presId="urn:microsoft.com/office/officeart/2005/8/layout/vList2"/>
    <dgm:cxn modelId="{F6AF2C1D-7074-4418-8606-3CA29FCB33DE}" type="presOf" srcId="{CBAB434C-72CA-4FA3-9B89-4819F1CF4CF8}" destId="{5B6E355C-E2E5-4A6D-8FA2-EF977641D31A}" srcOrd="0" destOrd="0" presId="urn:microsoft.com/office/officeart/2005/8/layout/vList2"/>
    <dgm:cxn modelId="{B4D5643B-ABB1-4A71-844A-6B50FD7DC9BD}" type="presOf" srcId="{68E5A16E-6653-4276-A820-4F48C8567342}" destId="{CC6CAB17-1B09-4B3A-A1BD-85571AC8932B}" srcOrd="0" destOrd="0" presId="urn:microsoft.com/office/officeart/2005/8/layout/vList2"/>
    <dgm:cxn modelId="{1AFAC65E-56CC-428D-A4F9-CD74FC34DB07}" srcId="{8CC0F821-C70F-4FBB-84FD-C801F400C173}" destId="{CBAB434C-72CA-4FA3-9B89-4819F1CF4CF8}" srcOrd="0" destOrd="0" parTransId="{AD3D5C8C-E88A-4D2B-8A18-52027AF749D0}" sibTransId="{1EA20FFC-2961-4CFE-9D07-754C3E307714}"/>
    <dgm:cxn modelId="{F0A2B24D-2005-40DB-B1D6-215F9178BE2C}" srcId="{1AF47D31-A4D8-41A8-ABC8-81DFD1E31F0A}" destId="{68E5A16E-6653-4276-A820-4F48C8567342}" srcOrd="0" destOrd="0" parTransId="{7E77077B-C3DE-4FA0-B480-E1E0F3DB85FA}" sibTransId="{BF4D8BE1-C576-4C11-A86D-BA008DE73A5E}"/>
    <dgm:cxn modelId="{27093171-17D6-4BEB-9581-F02B2AEAC7BD}" srcId="{8CC0F821-C70F-4FBB-84FD-C801F400C173}" destId="{1AF47D31-A4D8-41A8-ABC8-81DFD1E31F0A}" srcOrd="2" destOrd="0" parTransId="{D93F838B-52F7-4F2B-855A-BB52B5536B37}" sibTransId="{1035D118-E4A0-4FC0-8478-05A3EEAA53B4}"/>
    <dgm:cxn modelId="{16B3F588-2B4C-47D3-9730-69EE5E6D4E80}" type="presOf" srcId="{5983169D-82D6-4B6B-9D9F-303B4828CDB0}" destId="{A28131ED-C679-4365-8836-664E45B4EAEA}" srcOrd="0" destOrd="0" presId="urn:microsoft.com/office/officeart/2005/8/layout/vList2"/>
    <dgm:cxn modelId="{B09B4A89-45EB-4F1B-BAFE-54FCA36308FE}" type="presOf" srcId="{2098E642-1962-4211-BCB7-5C026E5B09C5}" destId="{CC6CAB17-1B09-4B3A-A1BD-85571AC8932B}" srcOrd="0" destOrd="1" presId="urn:microsoft.com/office/officeart/2005/8/layout/vList2"/>
    <dgm:cxn modelId="{8BBB0193-589E-44DD-BE23-3A045AE540CF}" srcId="{1AF47D31-A4D8-41A8-ABC8-81DFD1E31F0A}" destId="{2098E642-1962-4211-BCB7-5C026E5B09C5}" srcOrd="1" destOrd="0" parTransId="{C2B47020-4356-453D-960B-B615A95346C0}" sibTransId="{324EEDBF-C7DF-4AA5-8E39-50D109D03A1B}"/>
    <dgm:cxn modelId="{6D9EF1A4-B9D9-4E9E-9A9D-33A4C14A672C}" type="presOf" srcId="{1AF47D31-A4D8-41A8-ABC8-81DFD1E31F0A}" destId="{BCCAF205-8AC6-4015-941C-729431464F81}" srcOrd="0" destOrd="0" presId="urn:microsoft.com/office/officeart/2005/8/layout/vList2"/>
    <dgm:cxn modelId="{A4EF69C3-40F1-420B-BB41-D13EE9CE2C82}" srcId="{8CC0F821-C70F-4FBB-84FD-C801F400C173}" destId="{5983169D-82D6-4B6B-9D9F-303B4828CDB0}" srcOrd="1" destOrd="0" parTransId="{332B07EB-3948-46CE-89C4-DE0818A81547}" sibTransId="{2BE3CD6C-DC28-4854-AE19-9E2EDE702715}"/>
    <dgm:cxn modelId="{3EE8D4E5-3EAC-4392-A227-9F5C6673B642}" srcId="{1AF47D31-A4D8-41A8-ABC8-81DFD1E31F0A}" destId="{E22A3677-D9F3-44E8-8EE9-10F14A8FEDBD}" srcOrd="2" destOrd="0" parTransId="{146F8472-EE87-4ECE-AD09-047424EC4BB3}" sibTransId="{04450E14-EDA0-4734-A5AE-BE7C031F5B37}"/>
    <dgm:cxn modelId="{D83FD876-295A-4EFD-89FD-0E47247743EE}" type="presParOf" srcId="{655A2212-DCF0-4B4F-8FD0-567FD64CA16E}" destId="{5B6E355C-E2E5-4A6D-8FA2-EF977641D31A}" srcOrd="0" destOrd="0" presId="urn:microsoft.com/office/officeart/2005/8/layout/vList2"/>
    <dgm:cxn modelId="{5E3D45C5-A32A-4D1A-9952-AAC0E7E047FA}" type="presParOf" srcId="{655A2212-DCF0-4B4F-8FD0-567FD64CA16E}" destId="{56E94342-48D8-465E-8C4A-071F982CF891}" srcOrd="1" destOrd="0" presId="urn:microsoft.com/office/officeart/2005/8/layout/vList2"/>
    <dgm:cxn modelId="{1706F422-5109-41FC-9C3D-2327CDC9D623}" type="presParOf" srcId="{655A2212-DCF0-4B4F-8FD0-567FD64CA16E}" destId="{A28131ED-C679-4365-8836-664E45B4EAEA}" srcOrd="2" destOrd="0" presId="urn:microsoft.com/office/officeart/2005/8/layout/vList2"/>
    <dgm:cxn modelId="{BE354149-E5BB-44B0-8125-C552FCFB8D34}" type="presParOf" srcId="{655A2212-DCF0-4B4F-8FD0-567FD64CA16E}" destId="{7186C4E0-4CEF-4C22-B7D7-87B505539C1D}" srcOrd="3" destOrd="0" presId="urn:microsoft.com/office/officeart/2005/8/layout/vList2"/>
    <dgm:cxn modelId="{5A2FB7D2-8C07-40AB-A3E9-F326C1B763E1}" type="presParOf" srcId="{655A2212-DCF0-4B4F-8FD0-567FD64CA16E}" destId="{BCCAF205-8AC6-4015-941C-729431464F81}" srcOrd="4" destOrd="0" presId="urn:microsoft.com/office/officeart/2005/8/layout/vList2"/>
    <dgm:cxn modelId="{6C993D89-68ED-4628-BA77-396BC5940385}" type="presParOf" srcId="{655A2212-DCF0-4B4F-8FD0-567FD64CA16E}" destId="{CC6CAB17-1B09-4B3A-A1BD-85571AC8932B}"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745F1DA-E810-408F-9DBA-A16EC48C7AB2}" type="doc">
      <dgm:prSet loTypeId="urn:microsoft.com/office/officeart/2005/8/layout/hList6" loCatId="list" qsTypeId="urn:microsoft.com/office/officeart/2005/8/quickstyle/simple1#4" qsCatId="simple" csTypeId="urn:microsoft.com/office/officeart/2005/8/colors/accent1_2#4" csCatId="accent1" phldr="1"/>
      <dgm:spPr/>
      <dgm:t>
        <a:bodyPr/>
        <a:lstStyle/>
        <a:p>
          <a:endParaRPr lang="en-IN"/>
        </a:p>
      </dgm:t>
    </dgm:pt>
    <dgm:pt modelId="{50C63122-DECD-4224-8527-FC109391E7A5}">
      <dgm:prSet phldrT="[Text]"/>
      <dgm:spPr/>
      <dgm:t>
        <a:bodyPr/>
        <a:lstStyle/>
        <a:p>
          <a:r>
            <a:rPr lang="en-US"/>
            <a:t>Architectural designs can be peer reviewed, just as code can. </a:t>
          </a:r>
          <a:endParaRPr lang="en-IN"/>
        </a:p>
      </dgm:t>
    </dgm:pt>
    <dgm:pt modelId="{EA1ED037-0885-489A-9784-CB9551FA4AAE}" type="parTrans" cxnId="{B2948FEC-FE22-437F-8C76-434B162F40E7}">
      <dgm:prSet/>
      <dgm:spPr/>
      <dgm:t>
        <a:bodyPr/>
        <a:lstStyle/>
        <a:p>
          <a:endParaRPr lang="en-IN"/>
        </a:p>
      </dgm:t>
    </dgm:pt>
    <dgm:pt modelId="{2F33AD39-D1EB-4BF4-8095-EE7B00492491}" type="sibTrans" cxnId="{B2948FEC-FE22-437F-8C76-434B162F40E7}">
      <dgm:prSet/>
      <dgm:spPr/>
      <dgm:t>
        <a:bodyPr/>
        <a:lstStyle/>
        <a:p>
          <a:endParaRPr lang="en-IN"/>
        </a:p>
      </dgm:t>
    </dgm:pt>
    <dgm:pt modelId="{C83AED8E-39CA-497D-BD53-A40C4069B797}">
      <dgm:prSet/>
      <dgm:spPr/>
      <dgm:t>
        <a:bodyPr/>
        <a:lstStyle/>
        <a:p>
          <a:r>
            <a:rPr lang="en-US"/>
            <a:t>A peer review can be carried out at any point of the design process where a candidate architecture, or at least a coherent reviewable part of one, exists. </a:t>
          </a:r>
          <a:endParaRPr lang="en-US" dirty="0"/>
        </a:p>
      </dgm:t>
    </dgm:pt>
    <dgm:pt modelId="{BCC020E0-6EA6-445A-9E7D-3447E4BD7033}" type="parTrans" cxnId="{9D4EFFD5-C78D-4675-B5DB-33D6AC15B2A5}">
      <dgm:prSet/>
      <dgm:spPr/>
      <dgm:t>
        <a:bodyPr/>
        <a:lstStyle/>
        <a:p>
          <a:endParaRPr lang="en-IN"/>
        </a:p>
      </dgm:t>
    </dgm:pt>
    <dgm:pt modelId="{7F1A8103-61BD-487D-A41D-F0861E5D87AD}" type="sibTrans" cxnId="{9D4EFFD5-C78D-4675-B5DB-33D6AC15B2A5}">
      <dgm:prSet/>
      <dgm:spPr/>
      <dgm:t>
        <a:bodyPr/>
        <a:lstStyle/>
        <a:p>
          <a:endParaRPr lang="en-IN"/>
        </a:p>
      </dgm:t>
    </dgm:pt>
    <dgm:pt modelId="{8365ECFB-79EF-49EF-9E53-11AF58A632B9}">
      <dgm:prSet/>
      <dgm:spPr/>
      <dgm:t>
        <a:bodyPr/>
        <a:lstStyle/>
        <a:p>
          <a:r>
            <a:rPr lang="en-US"/>
            <a:t>Allocate at least several hours and possibly half a day. </a:t>
          </a:r>
          <a:endParaRPr lang="en-US" dirty="0"/>
        </a:p>
      </dgm:t>
    </dgm:pt>
    <dgm:pt modelId="{E6F3A333-F656-4529-BC10-0119210E07FB}" type="parTrans" cxnId="{65B4A72D-6451-487F-88F1-C0BB7C5C35EB}">
      <dgm:prSet/>
      <dgm:spPr/>
      <dgm:t>
        <a:bodyPr/>
        <a:lstStyle/>
        <a:p>
          <a:endParaRPr lang="en-IN"/>
        </a:p>
      </dgm:t>
    </dgm:pt>
    <dgm:pt modelId="{D17464A7-A478-41FD-B423-8BDC1CA5CDF6}" type="sibTrans" cxnId="{65B4A72D-6451-487F-88F1-C0BB7C5C35EB}">
      <dgm:prSet/>
      <dgm:spPr/>
      <dgm:t>
        <a:bodyPr/>
        <a:lstStyle/>
        <a:p>
          <a:endParaRPr lang="en-IN"/>
        </a:p>
      </dgm:t>
    </dgm:pt>
    <dgm:pt modelId="{2DCE5675-D1A4-4C4B-85A6-1A5D3710E602}" type="pres">
      <dgm:prSet presAssocID="{A745F1DA-E810-408F-9DBA-A16EC48C7AB2}" presName="Name0" presStyleCnt="0">
        <dgm:presLayoutVars>
          <dgm:dir/>
          <dgm:resizeHandles val="exact"/>
        </dgm:presLayoutVars>
      </dgm:prSet>
      <dgm:spPr/>
    </dgm:pt>
    <dgm:pt modelId="{A80786FC-212F-48BF-A54C-8D22133AD462}" type="pres">
      <dgm:prSet presAssocID="{50C63122-DECD-4224-8527-FC109391E7A5}" presName="node" presStyleLbl="node1" presStyleIdx="0" presStyleCnt="3">
        <dgm:presLayoutVars>
          <dgm:bulletEnabled val="1"/>
        </dgm:presLayoutVars>
      </dgm:prSet>
      <dgm:spPr/>
    </dgm:pt>
    <dgm:pt modelId="{BB03E136-E59C-44CA-9256-C6C79904A37B}" type="pres">
      <dgm:prSet presAssocID="{2F33AD39-D1EB-4BF4-8095-EE7B00492491}" presName="sibTrans" presStyleCnt="0"/>
      <dgm:spPr/>
    </dgm:pt>
    <dgm:pt modelId="{43F30DF6-AAB3-4C3E-BAD3-F2A50F6CC84C}" type="pres">
      <dgm:prSet presAssocID="{C83AED8E-39CA-497D-BD53-A40C4069B797}" presName="node" presStyleLbl="node1" presStyleIdx="1" presStyleCnt="3">
        <dgm:presLayoutVars>
          <dgm:bulletEnabled val="1"/>
        </dgm:presLayoutVars>
      </dgm:prSet>
      <dgm:spPr/>
    </dgm:pt>
    <dgm:pt modelId="{E401FC9D-C7AD-4599-A5AB-D14C9783DCAE}" type="pres">
      <dgm:prSet presAssocID="{7F1A8103-61BD-487D-A41D-F0861E5D87AD}" presName="sibTrans" presStyleCnt="0"/>
      <dgm:spPr/>
    </dgm:pt>
    <dgm:pt modelId="{9B10F25B-459B-4F2E-8F68-26506AA40EB8}" type="pres">
      <dgm:prSet presAssocID="{8365ECFB-79EF-49EF-9E53-11AF58A632B9}" presName="node" presStyleLbl="node1" presStyleIdx="2" presStyleCnt="3">
        <dgm:presLayoutVars>
          <dgm:bulletEnabled val="1"/>
        </dgm:presLayoutVars>
      </dgm:prSet>
      <dgm:spPr/>
    </dgm:pt>
  </dgm:ptLst>
  <dgm:cxnLst>
    <dgm:cxn modelId="{65B4A72D-6451-487F-88F1-C0BB7C5C35EB}" srcId="{A745F1DA-E810-408F-9DBA-A16EC48C7AB2}" destId="{8365ECFB-79EF-49EF-9E53-11AF58A632B9}" srcOrd="2" destOrd="0" parTransId="{E6F3A333-F656-4529-BC10-0119210E07FB}" sibTransId="{D17464A7-A478-41FD-B423-8BDC1CA5CDF6}"/>
    <dgm:cxn modelId="{7306D670-B4D3-43DC-A74B-285BB8B83AD5}" type="presOf" srcId="{50C63122-DECD-4224-8527-FC109391E7A5}" destId="{A80786FC-212F-48BF-A54C-8D22133AD462}" srcOrd="0" destOrd="0" presId="urn:microsoft.com/office/officeart/2005/8/layout/hList6"/>
    <dgm:cxn modelId="{55D52151-6457-497C-8925-988BAF4C6C9A}" type="presOf" srcId="{A745F1DA-E810-408F-9DBA-A16EC48C7AB2}" destId="{2DCE5675-D1A4-4C4B-85A6-1A5D3710E602}" srcOrd="0" destOrd="0" presId="urn:microsoft.com/office/officeart/2005/8/layout/hList6"/>
    <dgm:cxn modelId="{E5E70EBE-B85F-49A3-9693-C0BB8943DE94}" type="presOf" srcId="{C83AED8E-39CA-497D-BD53-A40C4069B797}" destId="{43F30DF6-AAB3-4C3E-BAD3-F2A50F6CC84C}" srcOrd="0" destOrd="0" presId="urn:microsoft.com/office/officeart/2005/8/layout/hList6"/>
    <dgm:cxn modelId="{A32128CF-635C-438A-8B92-0A604648FBB4}" type="presOf" srcId="{8365ECFB-79EF-49EF-9E53-11AF58A632B9}" destId="{9B10F25B-459B-4F2E-8F68-26506AA40EB8}" srcOrd="0" destOrd="0" presId="urn:microsoft.com/office/officeart/2005/8/layout/hList6"/>
    <dgm:cxn modelId="{9D4EFFD5-C78D-4675-B5DB-33D6AC15B2A5}" srcId="{A745F1DA-E810-408F-9DBA-A16EC48C7AB2}" destId="{C83AED8E-39CA-497D-BD53-A40C4069B797}" srcOrd="1" destOrd="0" parTransId="{BCC020E0-6EA6-445A-9E7D-3447E4BD7033}" sibTransId="{7F1A8103-61BD-487D-A41D-F0861E5D87AD}"/>
    <dgm:cxn modelId="{B2948FEC-FE22-437F-8C76-434B162F40E7}" srcId="{A745F1DA-E810-408F-9DBA-A16EC48C7AB2}" destId="{50C63122-DECD-4224-8527-FC109391E7A5}" srcOrd="0" destOrd="0" parTransId="{EA1ED037-0885-489A-9784-CB9551FA4AAE}" sibTransId="{2F33AD39-D1EB-4BF4-8095-EE7B00492491}"/>
    <dgm:cxn modelId="{5367D526-CD46-49C1-80CC-56D2CB26DF10}" type="presParOf" srcId="{2DCE5675-D1A4-4C4B-85A6-1A5D3710E602}" destId="{A80786FC-212F-48BF-A54C-8D22133AD462}" srcOrd="0" destOrd="0" presId="urn:microsoft.com/office/officeart/2005/8/layout/hList6"/>
    <dgm:cxn modelId="{29618D95-19FD-4E74-985B-520566BE59DC}" type="presParOf" srcId="{2DCE5675-D1A4-4C4B-85A6-1A5D3710E602}" destId="{BB03E136-E59C-44CA-9256-C6C79904A37B}" srcOrd="1" destOrd="0" presId="urn:microsoft.com/office/officeart/2005/8/layout/hList6"/>
    <dgm:cxn modelId="{E460C302-93BB-442E-8024-8E7BECAC1B9F}" type="presParOf" srcId="{2DCE5675-D1A4-4C4B-85A6-1A5D3710E602}" destId="{43F30DF6-AAB3-4C3E-BAD3-F2A50F6CC84C}" srcOrd="2" destOrd="0" presId="urn:microsoft.com/office/officeart/2005/8/layout/hList6"/>
    <dgm:cxn modelId="{E0A97BBE-117A-42DB-8AA8-4F509242D9C3}" type="presParOf" srcId="{2DCE5675-D1A4-4C4B-85A6-1A5D3710E602}" destId="{E401FC9D-C7AD-4599-A5AB-D14C9783DCAE}" srcOrd="3" destOrd="0" presId="urn:microsoft.com/office/officeart/2005/8/layout/hList6"/>
    <dgm:cxn modelId="{96B8D444-0912-4B12-AD5D-AE9E6F9F2D35}" type="presParOf" srcId="{2DCE5675-D1A4-4C4B-85A6-1A5D3710E602}" destId="{9B10F25B-459B-4F2E-8F68-26506AA40EB8}" srcOrd="4"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6280E12-AA68-4B61-A30F-632923AAF7E4}" type="doc">
      <dgm:prSet loTypeId="urn:microsoft.com/office/officeart/2005/8/layout/list1" loCatId="list" qsTypeId="urn:microsoft.com/office/officeart/2005/8/quickstyle/simple1#5" qsCatId="simple" csTypeId="urn:microsoft.com/office/officeart/2005/8/colors/accent1_2#5" csCatId="accent1" phldr="1"/>
      <dgm:spPr/>
      <dgm:t>
        <a:bodyPr/>
        <a:lstStyle/>
        <a:p>
          <a:endParaRPr lang="en-IN"/>
        </a:p>
      </dgm:t>
    </dgm:pt>
    <dgm:pt modelId="{596F1582-406F-4D7A-97A0-CA565EF56610}">
      <dgm:prSet phldrT="[Text]"/>
      <dgm:spPr/>
      <dgm:t>
        <a:bodyPr/>
        <a:lstStyle/>
        <a:p>
          <a:r>
            <a:rPr lang="en-US" dirty="0"/>
            <a:t>Step </a:t>
          </a:r>
          <a:r>
            <a:rPr lang="en-IN" dirty="0"/>
            <a:t>1</a:t>
          </a:r>
        </a:p>
      </dgm:t>
    </dgm:pt>
    <dgm:pt modelId="{0A9240B6-21F6-48E7-9B1E-6CA7F67CB921}" type="parTrans" cxnId="{34575F17-23D1-487F-BCE4-5EDEE57232FC}">
      <dgm:prSet/>
      <dgm:spPr/>
      <dgm:t>
        <a:bodyPr/>
        <a:lstStyle/>
        <a:p>
          <a:endParaRPr lang="en-IN"/>
        </a:p>
      </dgm:t>
    </dgm:pt>
    <dgm:pt modelId="{D0D60E3D-F301-4763-8E3A-0458D1C98D7C}" type="sibTrans" cxnId="{34575F17-23D1-487F-BCE4-5EDEE57232FC}">
      <dgm:prSet/>
      <dgm:spPr/>
      <dgm:t>
        <a:bodyPr/>
        <a:lstStyle/>
        <a:p>
          <a:endParaRPr lang="en-IN"/>
        </a:p>
      </dgm:t>
    </dgm:pt>
    <dgm:pt modelId="{2B56D6E8-2DB1-4B9C-A266-3747F7969DFE}">
      <dgm:prSet/>
      <dgm:spPr/>
      <dgm:t>
        <a:bodyPr/>
        <a:lstStyle/>
        <a:p>
          <a:r>
            <a:rPr lang="en-US" i="1" dirty="0"/>
            <a:t>The reviewers determine a number of quality attribute scenarios to drive the review.</a:t>
          </a:r>
          <a:r>
            <a:rPr lang="en-US" dirty="0"/>
            <a:t> These scenarios can be developed by the review team or by additional stakeholders.</a:t>
          </a:r>
        </a:p>
      </dgm:t>
    </dgm:pt>
    <dgm:pt modelId="{FD3B911C-B675-43FA-B44E-A0E643A4476B}" type="parTrans" cxnId="{404C9539-D01E-4E50-BD42-281FFF9B99E5}">
      <dgm:prSet/>
      <dgm:spPr/>
      <dgm:t>
        <a:bodyPr/>
        <a:lstStyle/>
        <a:p>
          <a:endParaRPr lang="en-IN"/>
        </a:p>
      </dgm:t>
    </dgm:pt>
    <dgm:pt modelId="{72E6694B-9143-49C4-9F7F-FE0719B70367}" type="sibTrans" cxnId="{404C9539-D01E-4E50-BD42-281FFF9B99E5}">
      <dgm:prSet/>
      <dgm:spPr/>
      <dgm:t>
        <a:bodyPr/>
        <a:lstStyle/>
        <a:p>
          <a:endParaRPr lang="en-IN"/>
        </a:p>
      </dgm:t>
    </dgm:pt>
    <dgm:pt modelId="{00362C4E-6772-40A7-A77C-BB8C7B46A445}">
      <dgm:prSet/>
      <dgm:spPr/>
      <dgm:t>
        <a:bodyPr/>
        <a:lstStyle/>
        <a:p>
          <a:r>
            <a:rPr lang="en-US" i="1" dirty="0"/>
            <a:t>The architect presents the portion of the architecture to be evaluated. </a:t>
          </a:r>
          <a:r>
            <a:rPr lang="en-US" dirty="0"/>
            <a:t>The reviewers individually ensure that they understand the architecture. Questions at this point are specifically for understanding.</a:t>
          </a:r>
        </a:p>
      </dgm:t>
    </dgm:pt>
    <dgm:pt modelId="{B790B610-BD96-44A4-9C33-8C990A500B31}" type="parTrans" cxnId="{3595160D-1405-4EB0-974A-DACA94DF0FE4}">
      <dgm:prSet/>
      <dgm:spPr/>
      <dgm:t>
        <a:bodyPr/>
        <a:lstStyle/>
        <a:p>
          <a:endParaRPr lang="en-IN"/>
        </a:p>
      </dgm:t>
    </dgm:pt>
    <dgm:pt modelId="{250ACFA3-E9B8-42DD-8B65-01DD16B3D60C}" type="sibTrans" cxnId="{3595160D-1405-4EB0-974A-DACA94DF0FE4}">
      <dgm:prSet/>
      <dgm:spPr/>
      <dgm:t>
        <a:bodyPr/>
        <a:lstStyle/>
        <a:p>
          <a:endParaRPr lang="en-IN"/>
        </a:p>
      </dgm:t>
    </dgm:pt>
    <dgm:pt modelId="{1E1FA1A2-A615-4C28-8795-2AD90CABE811}">
      <dgm:prSet/>
      <dgm:spPr/>
      <dgm:t>
        <a:bodyPr/>
        <a:lstStyle/>
        <a:p>
          <a:r>
            <a:rPr lang="en-US" i="1" dirty="0"/>
            <a:t>For each scenario, the designer walks through the architecture and explains how the scenario is satisfied.</a:t>
          </a:r>
          <a:r>
            <a:rPr lang="en-US" dirty="0"/>
            <a:t> The reviewers ask questions to determine (a) that the scenario is, in fact, satisfied and (b) whether any of the other scenarios being considered will not be satisfied.</a:t>
          </a:r>
        </a:p>
      </dgm:t>
    </dgm:pt>
    <dgm:pt modelId="{0AFEBC64-402C-41A5-B260-3B15979801E9}" type="parTrans" cxnId="{41540FE2-F66B-4356-AFA5-6FC8AD8EDFE5}">
      <dgm:prSet/>
      <dgm:spPr/>
      <dgm:t>
        <a:bodyPr/>
        <a:lstStyle/>
        <a:p>
          <a:endParaRPr lang="en-IN"/>
        </a:p>
      </dgm:t>
    </dgm:pt>
    <dgm:pt modelId="{1F33B628-106B-41D3-93C0-2CE8EB2D6A88}" type="sibTrans" cxnId="{41540FE2-F66B-4356-AFA5-6FC8AD8EDFE5}">
      <dgm:prSet/>
      <dgm:spPr/>
      <dgm:t>
        <a:bodyPr/>
        <a:lstStyle/>
        <a:p>
          <a:endParaRPr lang="en-IN"/>
        </a:p>
      </dgm:t>
    </dgm:pt>
    <dgm:pt modelId="{87E2B1EB-68E1-4F3D-AF0C-F2EB478A74FC}">
      <dgm:prSet/>
      <dgm:spPr/>
      <dgm:t>
        <a:bodyPr/>
        <a:lstStyle/>
        <a:p>
          <a:r>
            <a:rPr lang="en-US" i="1" dirty="0"/>
            <a:t>Potential problems are captured.</a:t>
          </a:r>
          <a:r>
            <a:rPr lang="en-US" dirty="0"/>
            <a:t>  Real problems must either must be fixed or a decision must be explicitly made by the designers and the project manager that they are willing to accept the problems and its probability of occurrence.</a:t>
          </a:r>
        </a:p>
      </dgm:t>
    </dgm:pt>
    <dgm:pt modelId="{46C74104-4ACD-4C63-95BF-D2A8D6226087}" type="parTrans" cxnId="{A9E2F080-CDF5-4577-BC36-438119BC54B6}">
      <dgm:prSet/>
      <dgm:spPr/>
      <dgm:t>
        <a:bodyPr/>
        <a:lstStyle/>
        <a:p>
          <a:endParaRPr lang="en-IN"/>
        </a:p>
      </dgm:t>
    </dgm:pt>
    <dgm:pt modelId="{B673A114-1578-4C57-B6F8-A730B4BC1495}" type="sibTrans" cxnId="{A9E2F080-CDF5-4577-BC36-438119BC54B6}">
      <dgm:prSet/>
      <dgm:spPr/>
      <dgm:t>
        <a:bodyPr/>
        <a:lstStyle/>
        <a:p>
          <a:endParaRPr lang="en-IN"/>
        </a:p>
      </dgm:t>
    </dgm:pt>
    <dgm:pt modelId="{8B1E28F2-9F45-4999-BFC9-E178BF8880BE}">
      <dgm:prSet/>
      <dgm:spPr/>
      <dgm:t>
        <a:bodyPr/>
        <a:lstStyle/>
        <a:p>
          <a:r>
            <a:rPr lang="en-US" dirty="0"/>
            <a:t>Step 2</a:t>
          </a:r>
        </a:p>
      </dgm:t>
    </dgm:pt>
    <dgm:pt modelId="{5FB7DE1B-D2C9-4A18-A4D1-60B31591F673}" type="parTrans" cxnId="{44414B92-AF78-4C99-8F3B-2C164E9078B7}">
      <dgm:prSet/>
      <dgm:spPr/>
      <dgm:t>
        <a:bodyPr/>
        <a:lstStyle/>
        <a:p>
          <a:endParaRPr lang="en-IN"/>
        </a:p>
      </dgm:t>
    </dgm:pt>
    <dgm:pt modelId="{A8C6833F-FD98-4090-8D82-FFF6B4B0B18B}" type="sibTrans" cxnId="{44414B92-AF78-4C99-8F3B-2C164E9078B7}">
      <dgm:prSet/>
      <dgm:spPr/>
      <dgm:t>
        <a:bodyPr/>
        <a:lstStyle/>
        <a:p>
          <a:endParaRPr lang="en-IN"/>
        </a:p>
      </dgm:t>
    </dgm:pt>
    <dgm:pt modelId="{7015C9F5-5EAC-4B31-B401-6ACA3C5C57B1}">
      <dgm:prSet/>
      <dgm:spPr/>
      <dgm:t>
        <a:bodyPr/>
        <a:lstStyle/>
        <a:p>
          <a:r>
            <a:rPr lang="en-US" dirty="0"/>
            <a:t>Step 3</a:t>
          </a:r>
        </a:p>
      </dgm:t>
    </dgm:pt>
    <dgm:pt modelId="{1F0AE089-22B6-4E07-8B73-EC1A9529F3E2}" type="parTrans" cxnId="{17500206-BF98-4DA6-94FE-936F45F4470D}">
      <dgm:prSet/>
      <dgm:spPr/>
      <dgm:t>
        <a:bodyPr/>
        <a:lstStyle/>
        <a:p>
          <a:endParaRPr lang="en-IN"/>
        </a:p>
      </dgm:t>
    </dgm:pt>
    <dgm:pt modelId="{0625AC89-3955-4C7D-A033-5275BE149703}" type="sibTrans" cxnId="{17500206-BF98-4DA6-94FE-936F45F4470D}">
      <dgm:prSet/>
      <dgm:spPr/>
      <dgm:t>
        <a:bodyPr/>
        <a:lstStyle/>
        <a:p>
          <a:endParaRPr lang="en-IN"/>
        </a:p>
      </dgm:t>
    </dgm:pt>
    <dgm:pt modelId="{B304EECB-8971-4F6E-8F86-DD40C9B87663}">
      <dgm:prSet/>
      <dgm:spPr/>
      <dgm:t>
        <a:bodyPr/>
        <a:lstStyle/>
        <a:p>
          <a:r>
            <a:rPr lang="en-US" dirty="0"/>
            <a:t>Step 4</a:t>
          </a:r>
        </a:p>
      </dgm:t>
    </dgm:pt>
    <dgm:pt modelId="{9607DE0F-5C1A-488A-8977-31D6C50A74D0}" type="parTrans" cxnId="{9B1ECB1E-4770-47D2-82A9-AFD704125B56}">
      <dgm:prSet/>
      <dgm:spPr/>
      <dgm:t>
        <a:bodyPr/>
        <a:lstStyle/>
        <a:p>
          <a:endParaRPr lang="en-IN"/>
        </a:p>
      </dgm:t>
    </dgm:pt>
    <dgm:pt modelId="{CC35F3AB-9544-4196-ADE6-CE0978B101C8}" type="sibTrans" cxnId="{9B1ECB1E-4770-47D2-82A9-AFD704125B56}">
      <dgm:prSet/>
      <dgm:spPr/>
      <dgm:t>
        <a:bodyPr/>
        <a:lstStyle/>
        <a:p>
          <a:endParaRPr lang="en-IN"/>
        </a:p>
      </dgm:t>
    </dgm:pt>
    <dgm:pt modelId="{CEA2B383-5570-4678-BF95-05723A35EE04}" type="pres">
      <dgm:prSet presAssocID="{C6280E12-AA68-4B61-A30F-632923AAF7E4}" presName="linear" presStyleCnt="0">
        <dgm:presLayoutVars>
          <dgm:dir/>
          <dgm:animLvl val="lvl"/>
          <dgm:resizeHandles val="exact"/>
        </dgm:presLayoutVars>
      </dgm:prSet>
      <dgm:spPr/>
    </dgm:pt>
    <dgm:pt modelId="{7B906270-76FE-4028-B061-0E954FE496DE}" type="pres">
      <dgm:prSet presAssocID="{596F1582-406F-4D7A-97A0-CA565EF56610}" presName="parentLin" presStyleCnt="0"/>
      <dgm:spPr/>
    </dgm:pt>
    <dgm:pt modelId="{AE65C83B-8956-4299-8220-CA90260084E3}" type="pres">
      <dgm:prSet presAssocID="{596F1582-406F-4D7A-97A0-CA565EF56610}" presName="parentLeftMargin" presStyleLbl="node1" presStyleIdx="0" presStyleCnt="4"/>
      <dgm:spPr/>
    </dgm:pt>
    <dgm:pt modelId="{F30FFC38-361D-4E1A-AED9-D2517B27AD00}" type="pres">
      <dgm:prSet presAssocID="{596F1582-406F-4D7A-97A0-CA565EF56610}" presName="parentText" presStyleLbl="node1" presStyleIdx="0" presStyleCnt="4">
        <dgm:presLayoutVars>
          <dgm:chMax val="0"/>
          <dgm:bulletEnabled val="1"/>
        </dgm:presLayoutVars>
      </dgm:prSet>
      <dgm:spPr/>
    </dgm:pt>
    <dgm:pt modelId="{C92997C8-8CAC-4698-B2C3-4D36B161D6D4}" type="pres">
      <dgm:prSet presAssocID="{596F1582-406F-4D7A-97A0-CA565EF56610}" presName="negativeSpace" presStyleCnt="0"/>
      <dgm:spPr/>
    </dgm:pt>
    <dgm:pt modelId="{D40C3DF9-4231-4070-BB28-1E8888EBB084}" type="pres">
      <dgm:prSet presAssocID="{596F1582-406F-4D7A-97A0-CA565EF56610}" presName="childText" presStyleLbl="conFgAcc1" presStyleIdx="0" presStyleCnt="4">
        <dgm:presLayoutVars>
          <dgm:bulletEnabled val="1"/>
        </dgm:presLayoutVars>
      </dgm:prSet>
      <dgm:spPr/>
    </dgm:pt>
    <dgm:pt modelId="{E4449DA3-7959-4E3E-A60D-FF32C8759900}" type="pres">
      <dgm:prSet presAssocID="{D0D60E3D-F301-4763-8E3A-0458D1C98D7C}" presName="spaceBetweenRectangles" presStyleCnt="0"/>
      <dgm:spPr/>
    </dgm:pt>
    <dgm:pt modelId="{79291E0F-350A-445D-808F-9BCF8015770B}" type="pres">
      <dgm:prSet presAssocID="{8B1E28F2-9F45-4999-BFC9-E178BF8880BE}" presName="parentLin" presStyleCnt="0"/>
      <dgm:spPr/>
    </dgm:pt>
    <dgm:pt modelId="{FB577CD2-080F-4B71-9C3F-73604953C19A}" type="pres">
      <dgm:prSet presAssocID="{8B1E28F2-9F45-4999-BFC9-E178BF8880BE}" presName="parentLeftMargin" presStyleLbl="node1" presStyleIdx="0" presStyleCnt="4"/>
      <dgm:spPr/>
    </dgm:pt>
    <dgm:pt modelId="{46517864-70C0-448D-8D3A-2BAF461B1489}" type="pres">
      <dgm:prSet presAssocID="{8B1E28F2-9F45-4999-BFC9-E178BF8880BE}" presName="parentText" presStyleLbl="node1" presStyleIdx="1" presStyleCnt="4">
        <dgm:presLayoutVars>
          <dgm:chMax val="0"/>
          <dgm:bulletEnabled val="1"/>
        </dgm:presLayoutVars>
      </dgm:prSet>
      <dgm:spPr/>
    </dgm:pt>
    <dgm:pt modelId="{DFFE342D-DFD4-42C4-818E-22A13B16DC0B}" type="pres">
      <dgm:prSet presAssocID="{8B1E28F2-9F45-4999-BFC9-E178BF8880BE}" presName="negativeSpace" presStyleCnt="0"/>
      <dgm:spPr/>
    </dgm:pt>
    <dgm:pt modelId="{9EEEB99A-6344-4A2A-B6DF-A484C7B56C03}" type="pres">
      <dgm:prSet presAssocID="{8B1E28F2-9F45-4999-BFC9-E178BF8880BE}" presName="childText" presStyleLbl="conFgAcc1" presStyleIdx="1" presStyleCnt="4">
        <dgm:presLayoutVars>
          <dgm:bulletEnabled val="1"/>
        </dgm:presLayoutVars>
      </dgm:prSet>
      <dgm:spPr/>
    </dgm:pt>
    <dgm:pt modelId="{C5736B84-1CE8-44F8-ACC2-96F7D5838CEA}" type="pres">
      <dgm:prSet presAssocID="{A8C6833F-FD98-4090-8D82-FFF6B4B0B18B}" presName="spaceBetweenRectangles" presStyleCnt="0"/>
      <dgm:spPr/>
    </dgm:pt>
    <dgm:pt modelId="{D8CB96EE-7E24-40D6-8034-F806C26C22D4}" type="pres">
      <dgm:prSet presAssocID="{7015C9F5-5EAC-4B31-B401-6ACA3C5C57B1}" presName="parentLin" presStyleCnt="0"/>
      <dgm:spPr/>
    </dgm:pt>
    <dgm:pt modelId="{F9CDA03E-998A-4E74-AD97-4291F71264A9}" type="pres">
      <dgm:prSet presAssocID="{7015C9F5-5EAC-4B31-B401-6ACA3C5C57B1}" presName="parentLeftMargin" presStyleLbl="node1" presStyleIdx="1" presStyleCnt="4"/>
      <dgm:spPr/>
    </dgm:pt>
    <dgm:pt modelId="{8DA7FAD7-E618-4FB9-896E-6CC898AF4478}" type="pres">
      <dgm:prSet presAssocID="{7015C9F5-5EAC-4B31-B401-6ACA3C5C57B1}" presName="parentText" presStyleLbl="node1" presStyleIdx="2" presStyleCnt="4">
        <dgm:presLayoutVars>
          <dgm:chMax val="0"/>
          <dgm:bulletEnabled val="1"/>
        </dgm:presLayoutVars>
      </dgm:prSet>
      <dgm:spPr/>
    </dgm:pt>
    <dgm:pt modelId="{0C8B6DE8-50CD-4D21-AB3D-932AB09E96A7}" type="pres">
      <dgm:prSet presAssocID="{7015C9F5-5EAC-4B31-B401-6ACA3C5C57B1}" presName="negativeSpace" presStyleCnt="0"/>
      <dgm:spPr/>
    </dgm:pt>
    <dgm:pt modelId="{D5A141D0-CEA8-46DB-B7BC-8498D242CB2C}" type="pres">
      <dgm:prSet presAssocID="{7015C9F5-5EAC-4B31-B401-6ACA3C5C57B1}" presName="childText" presStyleLbl="conFgAcc1" presStyleIdx="2" presStyleCnt="4">
        <dgm:presLayoutVars>
          <dgm:bulletEnabled val="1"/>
        </dgm:presLayoutVars>
      </dgm:prSet>
      <dgm:spPr/>
    </dgm:pt>
    <dgm:pt modelId="{8755ED62-9FDD-4C6D-836D-C4FFD477C8CC}" type="pres">
      <dgm:prSet presAssocID="{0625AC89-3955-4C7D-A033-5275BE149703}" presName="spaceBetweenRectangles" presStyleCnt="0"/>
      <dgm:spPr/>
    </dgm:pt>
    <dgm:pt modelId="{452E6F5B-9613-44B9-ABB7-375A1CA37CCC}" type="pres">
      <dgm:prSet presAssocID="{B304EECB-8971-4F6E-8F86-DD40C9B87663}" presName="parentLin" presStyleCnt="0"/>
      <dgm:spPr/>
    </dgm:pt>
    <dgm:pt modelId="{313B3F7C-FCD3-4C04-8ECD-7D9139BCFB60}" type="pres">
      <dgm:prSet presAssocID="{B304EECB-8971-4F6E-8F86-DD40C9B87663}" presName="parentLeftMargin" presStyleLbl="node1" presStyleIdx="2" presStyleCnt="4"/>
      <dgm:spPr/>
    </dgm:pt>
    <dgm:pt modelId="{A208ADF8-8E83-45DF-AC56-405B14C70654}" type="pres">
      <dgm:prSet presAssocID="{B304EECB-8971-4F6E-8F86-DD40C9B87663}" presName="parentText" presStyleLbl="node1" presStyleIdx="3" presStyleCnt="4">
        <dgm:presLayoutVars>
          <dgm:chMax val="0"/>
          <dgm:bulletEnabled val="1"/>
        </dgm:presLayoutVars>
      </dgm:prSet>
      <dgm:spPr/>
    </dgm:pt>
    <dgm:pt modelId="{8311C0E7-B7C2-4F46-AB03-9E63212C3F6F}" type="pres">
      <dgm:prSet presAssocID="{B304EECB-8971-4F6E-8F86-DD40C9B87663}" presName="negativeSpace" presStyleCnt="0"/>
      <dgm:spPr/>
    </dgm:pt>
    <dgm:pt modelId="{B66E5A8F-983F-471C-82E8-D1A65A51517F}" type="pres">
      <dgm:prSet presAssocID="{B304EECB-8971-4F6E-8F86-DD40C9B87663}" presName="childText" presStyleLbl="conFgAcc1" presStyleIdx="3" presStyleCnt="4">
        <dgm:presLayoutVars>
          <dgm:bulletEnabled val="1"/>
        </dgm:presLayoutVars>
      </dgm:prSet>
      <dgm:spPr/>
    </dgm:pt>
  </dgm:ptLst>
  <dgm:cxnLst>
    <dgm:cxn modelId="{17500206-BF98-4DA6-94FE-936F45F4470D}" srcId="{C6280E12-AA68-4B61-A30F-632923AAF7E4}" destId="{7015C9F5-5EAC-4B31-B401-6ACA3C5C57B1}" srcOrd="2" destOrd="0" parTransId="{1F0AE089-22B6-4E07-8B73-EC1A9529F3E2}" sibTransId="{0625AC89-3955-4C7D-A033-5275BE149703}"/>
    <dgm:cxn modelId="{3595160D-1405-4EB0-974A-DACA94DF0FE4}" srcId="{8B1E28F2-9F45-4999-BFC9-E178BF8880BE}" destId="{00362C4E-6772-40A7-A77C-BB8C7B46A445}" srcOrd="0" destOrd="0" parTransId="{B790B610-BD96-44A4-9C33-8C990A500B31}" sibTransId="{250ACFA3-E9B8-42DD-8B65-01DD16B3D60C}"/>
    <dgm:cxn modelId="{0178EA0E-9CC6-413D-B96C-D08F11302A10}" type="presOf" srcId="{C6280E12-AA68-4B61-A30F-632923AAF7E4}" destId="{CEA2B383-5570-4678-BF95-05723A35EE04}" srcOrd="0" destOrd="0" presId="urn:microsoft.com/office/officeart/2005/8/layout/list1"/>
    <dgm:cxn modelId="{34575F17-23D1-487F-BCE4-5EDEE57232FC}" srcId="{C6280E12-AA68-4B61-A30F-632923AAF7E4}" destId="{596F1582-406F-4D7A-97A0-CA565EF56610}" srcOrd="0" destOrd="0" parTransId="{0A9240B6-21F6-48E7-9B1E-6CA7F67CB921}" sibTransId="{D0D60E3D-F301-4763-8E3A-0458D1C98D7C}"/>
    <dgm:cxn modelId="{F4675517-1146-4C14-A73D-615AD7B38091}" type="presOf" srcId="{7015C9F5-5EAC-4B31-B401-6ACA3C5C57B1}" destId="{F9CDA03E-998A-4E74-AD97-4291F71264A9}" srcOrd="0" destOrd="0" presId="urn:microsoft.com/office/officeart/2005/8/layout/list1"/>
    <dgm:cxn modelId="{9A1C221A-ABEE-4B2B-9327-172AB82D584F}" type="presOf" srcId="{8B1E28F2-9F45-4999-BFC9-E178BF8880BE}" destId="{FB577CD2-080F-4B71-9C3F-73604953C19A}" srcOrd="0" destOrd="0" presId="urn:microsoft.com/office/officeart/2005/8/layout/list1"/>
    <dgm:cxn modelId="{9B1ECB1E-4770-47D2-82A9-AFD704125B56}" srcId="{C6280E12-AA68-4B61-A30F-632923AAF7E4}" destId="{B304EECB-8971-4F6E-8F86-DD40C9B87663}" srcOrd="3" destOrd="0" parTransId="{9607DE0F-5C1A-488A-8977-31D6C50A74D0}" sibTransId="{CC35F3AB-9544-4196-ADE6-CE0978B101C8}"/>
    <dgm:cxn modelId="{DB92C52A-B4E0-4D12-8BD6-EFE54939CE92}" type="presOf" srcId="{B304EECB-8971-4F6E-8F86-DD40C9B87663}" destId="{A208ADF8-8E83-45DF-AC56-405B14C70654}" srcOrd="1" destOrd="0" presId="urn:microsoft.com/office/officeart/2005/8/layout/list1"/>
    <dgm:cxn modelId="{A7365E32-7066-40CD-B6CA-8BA0BC949832}" type="presOf" srcId="{7015C9F5-5EAC-4B31-B401-6ACA3C5C57B1}" destId="{8DA7FAD7-E618-4FB9-896E-6CC898AF4478}" srcOrd="1" destOrd="0" presId="urn:microsoft.com/office/officeart/2005/8/layout/list1"/>
    <dgm:cxn modelId="{00A41F38-635B-47BD-82B1-078089C256B7}" type="presOf" srcId="{B304EECB-8971-4F6E-8F86-DD40C9B87663}" destId="{313B3F7C-FCD3-4C04-8ECD-7D9139BCFB60}" srcOrd="0" destOrd="0" presId="urn:microsoft.com/office/officeart/2005/8/layout/list1"/>
    <dgm:cxn modelId="{404C9539-D01E-4E50-BD42-281FFF9B99E5}" srcId="{596F1582-406F-4D7A-97A0-CA565EF56610}" destId="{2B56D6E8-2DB1-4B9C-A266-3747F7969DFE}" srcOrd="0" destOrd="0" parTransId="{FD3B911C-B675-43FA-B44E-A0E643A4476B}" sibTransId="{72E6694B-9143-49C4-9F7F-FE0719B70367}"/>
    <dgm:cxn modelId="{3BBA835E-8B04-40F1-BB98-5E3BBE33ADEC}" type="presOf" srcId="{00362C4E-6772-40A7-A77C-BB8C7B46A445}" destId="{9EEEB99A-6344-4A2A-B6DF-A484C7B56C03}" srcOrd="0" destOrd="0" presId="urn:microsoft.com/office/officeart/2005/8/layout/list1"/>
    <dgm:cxn modelId="{A9E2F080-CDF5-4577-BC36-438119BC54B6}" srcId="{B304EECB-8971-4F6E-8F86-DD40C9B87663}" destId="{87E2B1EB-68E1-4F3D-AF0C-F2EB478A74FC}" srcOrd="0" destOrd="0" parTransId="{46C74104-4ACD-4C63-95BF-D2A8D6226087}" sibTransId="{B673A114-1578-4C57-B6F8-A730B4BC1495}"/>
    <dgm:cxn modelId="{7E29DA86-24F6-4E9C-80A6-AFC1D3671D14}" type="presOf" srcId="{596F1582-406F-4D7A-97A0-CA565EF56610}" destId="{F30FFC38-361D-4E1A-AED9-D2517B27AD00}" srcOrd="1" destOrd="0" presId="urn:microsoft.com/office/officeart/2005/8/layout/list1"/>
    <dgm:cxn modelId="{9FD7A287-7F6C-487B-A52E-3D46029CC2C4}" type="presOf" srcId="{87E2B1EB-68E1-4F3D-AF0C-F2EB478A74FC}" destId="{B66E5A8F-983F-471C-82E8-D1A65A51517F}" srcOrd="0" destOrd="0" presId="urn:microsoft.com/office/officeart/2005/8/layout/list1"/>
    <dgm:cxn modelId="{44414B92-AF78-4C99-8F3B-2C164E9078B7}" srcId="{C6280E12-AA68-4B61-A30F-632923AAF7E4}" destId="{8B1E28F2-9F45-4999-BFC9-E178BF8880BE}" srcOrd="1" destOrd="0" parTransId="{5FB7DE1B-D2C9-4A18-A4D1-60B31591F673}" sibTransId="{A8C6833F-FD98-4090-8D82-FFF6B4B0B18B}"/>
    <dgm:cxn modelId="{A3570194-4E8A-4DB2-927F-D6F767DC7551}" type="presOf" srcId="{1E1FA1A2-A615-4C28-8795-2AD90CABE811}" destId="{D5A141D0-CEA8-46DB-B7BC-8498D242CB2C}" srcOrd="0" destOrd="0" presId="urn:microsoft.com/office/officeart/2005/8/layout/list1"/>
    <dgm:cxn modelId="{A0B859A3-FCB6-42A4-ABE6-DFC2D5E00BB5}" type="presOf" srcId="{596F1582-406F-4D7A-97A0-CA565EF56610}" destId="{AE65C83B-8956-4299-8220-CA90260084E3}" srcOrd="0" destOrd="0" presId="urn:microsoft.com/office/officeart/2005/8/layout/list1"/>
    <dgm:cxn modelId="{716A3FAD-9D71-4DA4-B9BE-03BF9A2B6B86}" type="presOf" srcId="{2B56D6E8-2DB1-4B9C-A266-3747F7969DFE}" destId="{D40C3DF9-4231-4070-BB28-1E8888EBB084}" srcOrd="0" destOrd="0" presId="urn:microsoft.com/office/officeart/2005/8/layout/list1"/>
    <dgm:cxn modelId="{41540FE2-F66B-4356-AFA5-6FC8AD8EDFE5}" srcId="{7015C9F5-5EAC-4B31-B401-6ACA3C5C57B1}" destId="{1E1FA1A2-A615-4C28-8795-2AD90CABE811}" srcOrd="0" destOrd="0" parTransId="{0AFEBC64-402C-41A5-B260-3B15979801E9}" sibTransId="{1F33B628-106B-41D3-93C0-2CE8EB2D6A88}"/>
    <dgm:cxn modelId="{F70825ED-C7BF-40D6-BE87-FCC85FAFD480}" type="presOf" srcId="{8B1E28F2-9F45-4999-BFC9-E178BF8880BE}" destId="{46517864-70C0-448D-8D3A-2BAF461B1489}" srcOrd="1" destOrd="0" presId="urn:microsoft.com/office/officeart/2005/8/layout/list1"/>
    <dgm:cxn modelId="{B09CDF2C-61D6-430A-B05F-81B233E30F4C}" type="presParOf" srcId="{CEA2B383-5570-4678-BF95-05723A35EE04}" destId="{7B906270-76FE-4028-B061-0E954FE496DE}" srcOrd="0" destOrd="0" presId="urn:microsoft.com/office/officeart/2005/8/layout/list1"/>
    <dgm:cxn modelId="{49E43601-ED82-4301-910C-0F0A0617E28F}" type="presParOf" srcId="{7B906270-76FE-4028-B061-0E954FE496DE}" destId="{AE65C83B-8956-4299-8220-CA90260084E3}" srcOrd="0" destOrd="0" presId="urn:microsoft.com/office/officeart/2005/8/layout/list1"/>
    <dgm:cxn modelId="{9C3D6E66-019C-4606-A53E-D04BC2018F2E}" type="presParOf" srcId="{7B906270-76FE-4028-B061-0E954FE496DE}" destId="{F30FFC38-361D-4E1A-AED9-D2517B27AD00}" srcOrd="1" destOrd="0" presId="urn:microsoft.com/office/officeart/2005/8/layout/list1"/>
    <dgm:cxn modelId="{1ABB7DA7-4808-4C43-BBD3-16A1E035E371}" type="presParOf" srcId="{CEA2B383-5570-4678-BF95-05723A35EE04}" destId="{C92997C8-8CAC-4698-B2C3-4D36B161D6D4}" srcOrd="1" destOrd="0" presId="urn:microsoft.com/office/officeart/2005/8/layout/list1"/>
    <dgm:cxn modelId="{A0C4B570-342C-4D00-A7F6-37FF8F25FEA0}" type="presParOf" srcId="{CEA2B383-5570-4678-BF95-05723A35EE04}" destId="{D40C3DF9-4231-4070-BB28-1E8888EBB084}" srcOrd="2" destOrd="0" presId="urn:microsoft.com/office/officeart/2005/8/layout/list1"/>
    <dgm:cxn modelId="{36AEDC0C-52F8-43B9-A6D2-0C9E31811D1E}" type="presParOf" srcId="{CEA2B383-5570-4678-BF95-05723A35EE04}" destId="{E4449DA3-7959-4E3E-A60D-FF32C8759900}" srcOrd="3" destOrd="0" presId="urn:microsoft.com/office/officeart/2005/8/layout/list1"/>
    <dgm:cxn modelId="{F0B01C99-BC92-4662-98EA-6B00BC8B6CF6}" type="presParOf" srcId="{CEA2B383-5570-4678-BF95-05723A35EE04}" destId="{79291E0F-350A-445D-808F-9BCF8015770B}" srcOrd="4" destOrd="0" presId="urn:microsoft.com/office/officeart/2005/8/layout/list1"/>
    <dgm:cxn modelId="{40BF7923-56E1-44AD-82E4-ABA3E8A16CBC}" type="presParOf" srcId="{79291E0F-350A-445D-808F-9BCF8015770B}" destId="{FB577CD2-080F-4B71-9C3F-73604953C19A}" srcOrd="0" destOrd="0" presId="urn:microsoft.com/office/officeart/2005/8/layout/list1"/>
    <dgm:cxn modelId="{83439838-D53A-4E0F-924D-56A4A324186D}" type="presParOf" srcId="{79291E0F-350A-445D-808F-9BCF8015770B}" destId="{46517864-70C0-448D-8D3A-2BAF461B1489}" srcOrd="1" destOrd="0" presId="urn:microsoft.com/office/officeart/2005/8/layout/list1"/>
    <dgm:cxn modelId="{FDD46741-88EC-4D68-90E5-EA41E5F8A109}" type="presParOf" srcId="{CEA2B383-5570-4678-BF95-05723A35EE04}" destId="{DFFE342D-DFD4-42C4-818E-22A13B16DC0B}" srcOrd="5" destOrd="0" presId="urn:microsoft.com/office/officeart/2005/8/layout/list1"/>
    <dgm:cxn modelId="{AB3075C9-4913-48A5-8A8E-50D25521BE71}" type="presParOf" srcId="{CEA2B383-5570-4678-BF95-05723A35EE04}" destId="{9EEEB99A-6344-4A2A-B6DF-A484C7B56C03}" srcOrd="6" destOrd="0" presId="urn:microsoft.com/office/officeart/2005/8/layout/list1"/>
    <dgm:cxn modelId="{743DBF67-7635-4436-AE7A-496FE876B1A1}" type="presParOf" srcId="{CEA2B383-5570-4678-BF95-05723A35EE04}" destId="{C5736B84-1CE8-44F8-ACC2-96F7D5838CEA}" srcOrd="7" destOrd="0" presId="urn:microsoft.com/office/officeart/2005/8/layout/list1"/>
    <dgm:cxn modelId="{E35E313E-5BD1-4F0A-8107-145F32DF457D}" type="presParOf" srcId="{CEA2B383-5570-4678-BF95-05723A35EE04}" destId="{D8CB96EE-7E24-40D6-8034-F806C26C22D4}" srcOrd="8" destOrd="0" presId="urn:microsoft.com/office/officeart/2005/8/layout/list1"/>
    <dgm:cxn modelId="{6FDDB081-F6E0-4928-86C9-56F2671872A9}" type="presParOf" srcId="{D8CB96EE-7E24-40D6-8034-F806C26C22D4}" destId="{F9CDA03E-998A-4E74-AD97-4291F71264A9}" srcOrd="0" destOrd="0" presId="urn:microsoft.com/office/officeart/2005/8/layout/list1"/>
    <dgm:cxn modelId="{DF187278-6515-4158-A33B-F51BB2D9174A}" type="presParOf" srcId="{D8CB96EE-7E24-40D6-8034-F806C26C22D4}" destId="{8DA7FAD7-E618-4FB9-896E-6CC898AF4478}" srcOrd="1" destOrd="0" presId="urn:microsoft.com/office/officeart/2005/8/layout/list1"/>
    <dgm:cxn modelId="{4A1D6ECE-E6D7-43D1-9263-0FA653F7D648}" type="presParOf" srcId="{CEA2B383-5570-4678-BF95-05723A35EE04}" destId="{0C8B6DE8-50CD-4D21-AB3D-932AB09E96A7}" srcOrd="9" destOrd="0" presId="urn:microsoft.com/office/officeart/2005/8/layout/list1"/>
    <dgm:cxn modelId="{13A78377-5148-4B9B-AF6B-27138BAE082F}" type="presParOf" srcId="{CEA2B383-5570-4678-BF95-05723A35EE04}" destId="{D5A141D0-CEA8-46DB-B7BC-8498D242CB2C}" srcOrd="10" destOrd="0" presId="urn:microsoft.com/office/officeart/2005/8/layout/list1"/>
    <dgm:cxn modelId="{17A2C3A9-6EC0-4546-8017-4B5C7114D6E5}" type="presParOf" srcId="{CEA2B383-5570-4678-BF95-05723A35EE04}" destId="{8755ED62-9FDD-4C6D-836D-C4FFD477C8CC}" srcOrd="11" destOrd="0" presId="urn:microsoft.com/office/officeart/2005/8/layout/list1"/>
    <dgm:cxn modelId="{1E01DFA2-E4D7-4325-84BE-B0BD9DC45594}" type="presParOf" srcId="{CEA2B383-5570-4678-BF95-05723A35EE04}" destId="{452E6F5B-9613-44B9-ABB7-375A1CA37CCC}" srcOrd="12" destOrd="0" presId="urn:microsoft.com/office/officeart/2005/8/layout/list1"/>
    <dgm:cxn modelId="{7FF66EBC-A0C8-4F0D-ADE9-5718FC090BE8}" type="presParOf" srcId="{452E6F5B-9613-44B9-ABB7-375A1CA37CCC}" destId="{313B3F7C-FCD3-4C04-8ECD-7D9139BCFB60}" srcOrd="0" destOrd="0" presId="urn:microsoft.com/office/officeart/2005/8/layout/list1"/>
    <dgm:cxn modelId="{B6872D83-ABC3-4564-B604-F32953DCC2BC}" type="presParOf" srcId="{452E6F5B-9613-44B9-ABB7-375A1CA37CCC}" destId="{A208ADF8-8E83-45DF-AC56-405B14C70654}" srcOrd="1" destOrd="0" presId="urn:microsoft.com/office/officeart/2005/8/layout/list1"/>
    <dgm:cxn modelId="{7CD35428-3EDB-4140-BAA9-B0346FF1C98F}" type="presParOf" srcId="{CEA2B383-5570-4678-BF95-05723A35EE04}" destId="{8311C0E7-B7C2-4F46-AB03-9E63212C3F6F}" srcOrd="13" destOrd="0" presId="urn:microsoft.com/office/officeart/2005/8/layout/list1"/>
    <dgm:cxn modelId="{F56F1553-A168-494C-84C1-44D7AB0958DC}" type="presParOf" srcId="{CEA2B383-5570-4678-BF95-05723A35EE04}" destId="{B66E5A8F-983F-471C-82E8-D1A65A51517F}"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9377626-D4EB-4FCF-B03A-E8E7B5155D66}" type="doc">
      <dgm:prSet loTypeId="urn:microsoft.com/office/officeart/2005/8/layout/vList2" loCatId="list" qsTypeId="urn:microsoft.com/office/officeart/2005/8/quickstyle/simple1#6" qsCatId="simple" csTypeId="urn:microsoft.com/office/officeart/2005/8/colors/accent1_2#6" csCatId="accent1" phldr="1"/>
      <dgm:spPr/>
      <dgm:t>
        <a:bodyPr/>
        <a:lstStyle/>
        <a:p>
          <a:endParaRPr lang="en-IN"/>
        </a:p>
      </dgm:t>
    </dgm:pt>
    <dgm:pt modelId="{D964B5EA-D8CC-4136-9E1B-FD0039ADD73A}">
      <dgm:prSet phldrT="[Text]"/>
      <dgm:spPr/>
      <dgm:t>
        <a:bodyPr/>
        <a:lstStyle/>
        <a:p>
          <a:r>
            <a:rPr lang="en-US"/>
            <a:t>Outside evaluators can cast an objective eye on an architecture. </a:t>
          </a:r>
          <a:endParaRPr lang="en-IN"/>
        </a:p>
      </dgm:t>
    </dgm:pt>
    <dgm:pt modelId="{45E85A1B-7CD1-4DCF-8705-2E597074BDE2}" type="parTrans" cxnId="{99A598FE-9E89-4650-A29F-F9654DD9B92B}">
      <dgm:prSet/>
      <dgm:spPr/>
      <dgm:t>
        <a:bodyPr/>
        <a:lstStyle/>
        <a:p>
          <a:endParaRPr lang="en-IN"/>
        </a:p>
      </dgm:t>
    </dgm:pt>
    <dgm:pt modelId="{E6059505-74DF-4D48-B0E6-2EB09FFC37FE}" type="sibTrans" cxnId="{99A598FE-9E89-4650-A29F-F9654DD9B92B}">
      <dgm:prSet/>
      <dgm:spPr/>
      <dgm:t>
        <a:bodyPr/>
        <a:lstStyle/>
        <a:p>
          <a:endParaRPr lang="en-IN"/>
        </a:p>
      </dgm:t>
    </dgm:pt>
    <dgm:pt modelId="{18FDDC77-19A9-4124-84F3-921860E8B299}">
      <dgm:prSet/>
      <dgm:spPr/>
      <dgm:t>
        <a:bodyPr/>
        <a:lstStyle/>
        <a:p>
          <a:r>
            <a:rPr lang="en-US"/>
            <a:t>“Outside” is relative; this may mean </a:t>
          </a:r>
          <a:endParaRPr lang="en-US" dirty="0"/>
        </a:p>
      </dgm:t>
    </dgm:pt>
    <dgm:pt modelId="{9C865E18-81AF-4427-810C-20566A85A276}" type="parTrans" cxnId="{5E53F0E3-88C4-4245-818D-BFC7FBDBDFF2}">
      <dgm:prSet/>
      <dgm:spPr/>
      <dgm:t>
        <a:bodyPr/>
        <a:lstStyle/>
        <a:p>
          <a:endParaRPr lang="en-IN"/>
        </a:p>
      </dgm:t>
    </dgm:pt>
    <dgm:pt modelId="{1717CF09-0EF0-41B3-9D93-FAAF3EF1F5FC}" type="sibTrans" cxnId="{5E53F0E3-88C4-4245-818D-BFC7FBDBDFF2}">
      <dgm:prSet/>
      <dgm:spPr/>
      <dgm:t>
        <a:bodyPr/>
        <a:lstStyle/>
        <a:p>
          <a:endParaRPr lang="en-IN"/>
        </a:p>
      </dgm:t>
    </dgm:pt>
    <dgm:pt modelId="{8604BCE0-A964-4EAC-BDAF-C65BDD03BA39}">
      <dgm:prSet/>
      <dgm:spPr/>
      <dgm:t>
        <a:bodyPr/>
        <a:lstStyle/>
        <a:p>
          <a:r>
            <a:rPr lang="en-US"/>
            <a:t>outside the development project</a:t>
          </a:r>
          <a:endParaRPr lang="en-US" dirty="0"/>
        </a:p>
      </dgm:t>
    </dgm:pt>
    <dgm:pt modelId="{F6679F41-DD0A-4FC8-B5C2-DE647115AD87}" type="parTrans" cxnId="{FAE29002-31C2-4D7D-8CA2-D750CE025138}">
      <dgm:prSet/>
      <dgm:spPr/>
      <dgm:t>
        <a:bodyPr/>
        <a:lstStyle/>
        <a:p>
          <a:endParaRPr lang="en-IN"/>
        </a:p>
      </dgm:t>
    </dgm:pt>
    <dgm:pt modelId="{3AC09186-3C10-48E7-9658-6234DC6FC847}" type="sibTrans" cxnId="{FAE29002-31C2-4D7D-8CA2-D750CE025138}">
      <dgm:prSet/>
      <dgm:spPr/>
      <dgm:t>
        <a:bodyPr/>
        <a:lstStyle/>
        <a:p>
          <a:endParaRPr lang="en-IN"/>
        </a:p>
      </dgm:t>
    </dgm:pt>
    <dgm:pt modelId="{EFC8BE22-CE95-439C-B732-CDD1E92E523F}">
      <dgm:prSet/>
      <dgm:spPr/>
      <dgm:t>
        <a:bodyPr/>
        <a:lstStyle/>
        <a:p>
          <a:r>
            <a:rPr lang="en-US"/>
            <a:t>outside the business unit where the project resides but within the same company </a:t>
          </a:r>
          <a:endParaRPr lang="en-US" dirty="0"/>
        </a:p>
      </dgm:t>
    </dgm:pt>
    <dgm:pt modelId="{08FD59E0-DE7E-429B-BA1F-D1AA0A71A5B3}" type="parTrans" cxnId="{C3D83F0E-C2B0-436E-9C00-E576DA7479DF}">
      <dgm:prSet/>
      <dgm:spPr/>
      <dgm:t>
        <a:bodyPr/>
        <a:lstStyle/>
        <a:p>
          <a:endParaRPr lang="en-IN"/>
        </a:p>
      </dgm:t>
    </dgm:pt>
    <dgm:pt modelId="{6E28CF12-0617-4D96-90D4-EB1CF3660692}" type="sibTrans" cxnId="{C3D83F0E-C2B0-436E-9C00-E576DA7479DF}">
      <dgm:prSet/>
      <dgm:spPr/>
      <dgm:t>
        <a:bodyPr/>
        <a:lstStyle/>
        <a:p>
          <a:endParaRPr lang="en-IN"/>
        </a:p>
      </dgm:t>
    </dgm:pt>
    <dgm:pt modelId="{F53D7449-E22F-4182-9C12-E0154A21555D}">
      <dgm:prSet/>
      <dgm:spPr/>
      <dgm:t>
        <a:bodyPr/>
        <a:lstStyle/>
        <a:p>
          <a:r>
            <a:rPr lang="en-US"/>
            <a:t>outside the company altogether. </a:t>
          </a:r>
          <a:endParaRPr lang="en-US" dirty="0"/>
        </a:p>
      </dgm:t>
    </dgm:pt>
    <dgm:pt modelId="{D81543B1-26E0-4B5D-A45D-C480F367B405}" type="parTrans" cxnId="{ECB349C8-67B7-4449-9E6A-EB4A72C40D37}">
      <dgm:prSet/>
      <dgm:spPr/>
      <dgm:t>
        <a:bodyPr/>
        <a:lstStyle/>
        <a:p>
          <a:endParaRPr lang="en-IN"/>
        </a:p>
      </dgm:t>
    </dgm:pt>
    <dgm:pt modelId="{C707FA0F-69CE-49C5-828E-6D390C6BC808}" type="sibTrans" cxnId="{ECB349C8-67B7-4449-9E6A-EB4A72C40D37}">
      <dgm:prSet/>
      <dgm:spPr/>
      <dgm:t>
        <a:bodyPr/>
        <a:lstStyle/>
        <a:p>
          <a:endParaRPr lang="en-IN"/>
        </a:p>
      </dgm:t>
    </dgm:pt>
    <dgm:pt modelId="{8B047F9E-34DD-4CAF-9279-39ECE86EEB22}">
      <dgm:prSet/>
      <dgm:spPr/>
      <dgm:t>
        <a:bodyPr/>
        <a:lstStyle/>
        <a:p>
          <a:r>
            <a:rPr lang="en-US"/>
            <a:t>Outsiders are chosen because they possess specialized knowledge or experience, or long experience successfully evaluating architectures.</a:t>
          </a:r>
          <a:endParaRPr lang="en-US" dirty="0"/>
        </a:p>
      </dgm:t>
    </dgm:pt>
    <dgm:pt modelId="{E5C35F8B-C7FA-43D7-AA67-C28C5294627A}" type="parTrans" cxnId="{42BF75EC-A848-4B5B-A97E-3954ECD5F61A}">
      <dgm:prSet/>
      <dgm:spPr/>
      <dgm:t>
        <a:bodyPr/>
        <a:lstStyle/>
        <a:p>
          <a:endParaRPr lang="en-IN"/>
        </a:p>
      </dgm:t>
    </dgm:pt>
    <dgm:pt modelId="{04203730-91DC-4142-BBA9-71E680D3CBA4}" type="sibTrans" cxnId="{42BF75EC-A848-4B5B-A97E-3954ECD5F61A}">
      <dgm:prSet/>
      <dgm:spPr/>
      <dgm:t>
        <a:bodyPr/>
        <a:lstStyle/>
        <a:p>
          <a:endParaRPr lang="en-IN"/>
        </a:p>
      </dgm:t>
    </dgm:pt>
    <dgm:pt modelId="{C1B0445E-BA69-4A5A-996F-2D1486D0BEC8}">
      <dgm:prSet/>
      <dgm:spPr/>
      <dgm:t>
        <a:bodyPr/>
        <a:lstStyle/>
        <a:p>
          <a:r>
            <a:rPr lang="en-US"/>
            <a:t>Managers tend to be more inclined to listen to problems uncovered by an outside team. </a:t>
          </a:r>
          <a:endParaRPr lang="en-US" dirty="0"/>
        </a:p>
      </dgm:t>
    </dgm:pt>
    <dgm:pt modelId="{80009BB5-3B03-42B2-8D3F-55EAF37F4660}" type="parTrans" cxnId="{CB7BD9DC-A588-419D-A212-8D05662BCF86}">
      <dgm:prSet/>
      <dgm:spPr/>
      <dgm:t>
        <a:bodyPr/>
        <a:lstStyle/>
        <a:p>
          <a:endParaRPr lang="en-IN"/>
        </a:p>
      </dgm:t>
    </dgm:pt>
    <dgm:pt modelId="{D5DFEB90-7674-43AD-A2B1-2B0813A66F47}" type="sibTrans" cxnId="{CB7BD9DC-A588-419D-A212-8D05662BCF86}">
      <dgm:prSet/>
      <dgm:spPr/>
      <dgm:t>
        <a:bodyPr/>
        <a:lstStyle/>
        <a:p>
          <a:endParaRPr lang="en-IN"/>
        </a:p>
      </dgm:t>
    </dgm:pt>
    <dgm:pt modelId="{08A27E1A-2103-473C-83B3-1E3DD36A4552}">
      <dgm:prSet/>
      <dgm:spPr/>
      <dgm:t>
        <a:bodyPr/>
        <a:lstStyle/>
        <a:p>
          <a:r>
            <a:rPr lang="en-US"/>
            <a:t>An outside team tends to be used to evaluate complete architectures. </a:t>
          </a:r>
          <a:endParaRPr lang="en-US" dirty="0"/>
        </a:p>
      </dgm:t>
    </dgm:pt>
    <dgm:pt modelId="{EB509B8C-E11D-498A-81AF-14F2C002D0C7}" type="parTrans" cxnId="{613874F9-3C5D-4740-A7B5-E532485A0F70}">
      <dgm:prSet/>
      <dgm:spPr/>
      <dgm:t>
        <a:bodyPr/>
        <a:lstStyle/>
        <a:p>
          <a:endParaRPr lang="en-IN"/>
        </a:p>
      </dgm:t>
    </dgm:pt>
    <dgm:pt modelId="{88F42C60-2F00-48A7-8449-33AC2D76463F}" type="sibTrans" cxnId="{613874F9-3C5D-4740-A7B5-E532485A0F70}">
      <dgm:prSet/>
      <dgm:spPr/>
      <dgm:t>
        <a:bodyPr/>
        <a:lstStyle/>
        <a:p>
          <a:endParaRPr lang="en-IN"/>
        </a:p>
      </dgm:t>
    </dgm:pt>
    <dgm:pt modelId="{2F11AE11-C09C-4091-8379-3A1BA07C22BB}" type="pres">
      <dgm:prSet presAssocID="{C9377626-D4EB-4FCF-B03A-E8E7B5155D66}" presName="linear" presStyleCnt="0">
        <dgm:presLayoutVars>
          <dgm:animLvl val="lvl"/>
          <dgm:resizeHandles val="exact"/>
        </dgm:presLayoutVars>
      </dgm:prSet>
      <dgm:spPr/>
    </dgm:pt>
    <dgm:pt modelId="{5533E31F-F41E-4374-A9B8-50B968E7567C}" type="pres">
      <dgm:prSet presAssocID="{D964B5EA-D8CC-4136-9E1B-FD0039ADD73A}" presName="parentText" presStyleLbl="node1" presStyleIdx="0" presStyleCnt="5">
        <dgm:presLayoutVars>
          <dgm:chMax val="0"/>
          <dgm:bulletEnabled val="1"/>
        </dgm:presLayoutVars>
      </dgm:prSet>
      <dgm:spPr/>
    </dgm:pt>
    <dgm:pt modelId="{2F459632-CFDB-4C77-B2EB-6050AEF52F6F}" type="pres">
      <dgm:prSet presAssocID="{E6059505-74DF-4D48-B0E6-2EB09FFC37FE}" presName="spacer" presStyleCnt="0"/>
      <dgm:spPr/>
    </dgm:pt>
    <dgm:pt modelId="{A9B8FDA8-8718-4238-9FDB-E65A009A1A61}" type="pres">
      <dgm:prSet presAssocID="{18FDDC77-19A9-4124-84F3-921860E8B299}" presName="parentText" presStyleLbl="node1" presStyleIdx="1" presStyleCnt="5">
        <dgm:presLayoutVars>
          <dgm:chMax val="0"/>
          <dgm:bulletEnabled val="1"/>
        </dgm:presLayoutVars>
      </dgm:prSet>
      <dgm:spPr/>
    </dgm:pt>
    <dgm:pt modelId="{53FAD6DD-1AD1-4AB0-B037-6CD7B102C8FE}" type="pres">
      <dgm:prSet presAssocID="{18FDDC77-19A9-4124-84F3-921860E8B299}" presName="childText" presStyleLbl="revTx" presStyleIdx="0" presStyleCnt="1">
        <dgm:presLayoutVars>
          <dgm:bulletEnabled val="1"/>
        </dgm:presLayoutVars>
      </dgm:prSet>
      <dgm:spPr/>
    </dgm:pt>
    <dgm:pt modelId="{399761B5-C221-4BF7-B77C-D9878E0A4FB2}" type="pres">
      <dgm:prSet presAssocID="{8B047F9E-34DD-4CAF-9279-39ECE86EEB22}" presName="parentText" presStyleLbl="node1" presStyleIdx="2" presStyleCnt="5">
        <dgm:presLayoutVars>
          <dgm:chMax val="0"/>
          <dgm:bulletEnabled val="1"/>
        </dgm:presLayoutVars>
      </dgm:prSet>
      <dgm:spPr/>
    </dgm:pt>
    <dgm:pt modelId="{A96912CA-69EB-4708-8A8D-749EB33A0CA6}" type="pres">
      <dgm:prSet presAssocID="{04203730-91DC-4142-BBA9-71E680D3CBA4}" presName="spacer" presStyleCnt="0"/>
      <dgm:spPr/>
    </dgm:pt>
    <dgm:pt modelId="{F83F0B0D-1383-4B91-8DD9-BB5F7CE1A8CD}" type="pres">
      <dgm:prSet presAssocID="{C1B0445E-BA69-4A5A-996F-2D1486D0BEC8}" presName="parentText" presStyleLbl="node1" presStyleIdx="3" presStyleCnt="5">
        <dgm:presLayoutVars>
          <dgm:chMax val="0"/>
          <dgm:bulletEnabled val="1"/>
        </dgm:presLayoutVars>
      </dgm:prSet>
      <dgm:spPr/>
    </dgm:pt>
    <dgm:pt modelId="{6F39FEB7-F55C-4599-806C-E12D0BDE89C6}" type="pres">
      <dgm:prSet presAssocID="{D5DFEB90-7674-43AD-A2B1-2B0813A66F47}" presName="spacer" presStyleCnt="0"/>
      <dgm:spPr/>
    </dgm:pt>
    <dgm:pt modelId="{A06B0956-0ED2-4C17-B865-93E569889927}" type="pres">
      <dgm:prSet presAssocID="{08A27E1A-2103-473C-83B3-1E3DD36A4552}" presName="parentText" presStyleLbl="node1" presStyleIdx="4" presStyleCnt="5">
        <dgm:presLayoutVars>
          <dgm:chMax val="0"/>
          <dgm:bulletEnabled val="1"/>
        </dgm:presLayoutVars>
      </dgm:prSet>
      <dgm:spPr/>
    </dgm:pt>
  </dgm:ptLst>
  <dgm:cxnLst>
    <dgm:cxn modelId="{FAE29002-31C2-4D7D-8CA2-D750CE025138}" srcId="{18FDDC77-19A9-4124-84F3-921860E8B299}" destId="{8604BCE0-A964-4EAC-BDAF-C65BDD03BA39}" srcOrd="0" destOrd="0" parTransId="{F6679F41-DD0A-4FC8-B5C2-DE647115AD87}" sibTransId="{3AC09186-3C10-48E7-9658-6234DC6FC847}"/>
    <dgm:cxn modelId="{C3D83F0E-C2B0-436E-9C00-E576DA7479DF}" srcId="{18FDDC77-19A9-4124-84F3-921860E8B299}" destId="{EFC8BE22-CE95-439C-B732-CDD1E92E523F}" srcOrd="1" destOrd="0" parTransId="{08FD59E0-DE7E-429B-BA1F-D1AA0A71A5B3}" sibTransId="{6E28CF12-0617-4D96-90D4-EB1CF3660692}"/>
    <dgm:cxn modelId="{BB0F7713-809A-4422-B016-AE59F18C664F}" type="presOf" srcId="{8604BCE0-A964-4EAC-BDAF-C65BDD03BA39}" destId="{53FAD6DD-1AD1-4AB0-B037-6CD7B102C8FE}" srcOrd="0" destOrd="0" presId="urn:microsoft.com/office/officeart/2005/8/layout/vList2"/>
    <dgm:cxn modelId="{1A4D2518-76E8-4F40-8F7B-F061DD7C318D}" type="presOf" srcId="{F53D7449-E22F-4182-9C12-E0154A21555D}" destId="{53FAD6DD-1AD1-4AB0-B037-6CD7B102C8FE}" srcOrd="0" destOrd="2" presId="urn:microsoft.com/office/officeart/2005/8/layout/vList2"/>
    <dgm:cxn modelId="{7AE9B51C-F42F-424B-8AC4-01C08EC6357A}" type="presOf" srcId="{8B047F9E-34DD-4CAF-9279-39ECE86EEB22}" destId="{399761B5-C221-4BF7-B77C-D9878E0A4FB2}" srcOrd="0" destOrd="0" presId="urn:microsoft.com/office/officeart/2005/8/layout/vList2"/>
    <dgm:cxn modelId="{D2FFD345-4C13-488B-9B32-4E94FA4C4894}" type="presOf" srcId="{18FDDC77-19A9-4124-84F3-921860E8B299}" destId="{A9B8FDA8-8718-4238-9FDB-E65A009A1A61}" srcOrd="0" destOrd="0" presId="urn:microsoft.com/office/officeart/2005/8/layout/vList2"/>
    <dgm:cxn modelId="{67608651-4EA4-4E1B-B58D-5597D259F0E1}" type="presOf" srcId="{C1B0445E-BA69-4A5A-996F-2D1486D0BEC8}" destId="{F83F0B0D-1383-4B91-8DD9-BB5F7CE1A8CD}" srcOrd="0" destOrd="0" presId="urn:microsoft.com/office/officeart/2005/8/layout/vList2"/>
    <dgm:cxn modelId="{6F1C07B0-64BA-458A-969D-33BF22E11E65}" type="presOf" srcId="{08A27E1A-2103-473C-83B3-1E3DD36A4552}" destId="{A06B0956-0ED2-4C17-B865-93E569889927}" srcOrd="0" destOrd="0" presId="urn:microsoft.com/office/officeart/2005/8/layout/vList2"/>
    <dgm:cxn modelId="{ECB349C8-67B7-4449-9E6A-EB4A72C40D37}" srcId="{18FDDC77-19A9-4124-84F3-921860E8B299}" destId="{F53D7449-E22F-4182-9C12-E0154A21555D}" srcOrd="2" destOrd="0" parTransId="{D81543B1-26E0-4B5D-A45D-C480F367B405}" sibTransId="{C707FA0F-69CE-49C5-828E-6D390C6BC808}"/>
    <dgm:cxn modelId="{F7EDCCDA-3D0E-4AB6-AA62-7F78C564BB73}" type="presOf" srcId="{D964B5EA-D8CC-4136-9E1B-FD0039ADD73A}" destId="{5533E31F-F41E-4374-A9B8-50B968E7567C}" srcOrd="0" destOrd="0" presId="urn:microsoft.com/office/officeart/2005/8/layout/vList2"/>
    <dgm:cxn modelId="{CB7BD9DC-A588-419D-A212-8D05662BCF86}" srcId="{C9377626-D4EB-4FCF-B03A-E8E7B5155D66}" destId="{C1B0445E-BA69-4A5A-996F-2D1486D0BEC8}" srcOrd="3" destOrd="0" parTransId="{80009BB5-3B03-42B2-8D3F-55EAF37F4660}" sibTransId="{D5DFEB90-7674-43AD-A2B1-2B0813A66F47}"/>
    <dgm:cxn modelId="{5E53F0E3-88C4-4245-818D-BFC7FBDBDFF2}" srcId="{C9377626-D4EB-4FCF-B03A-E8E7B5155D66}" destId="{18FDDC77-19A9-4124-84F3-921860E8B299}" srcOrd="1" destOrd="0" parTransId="{9C865E18-81AF-4427-810C-20566A85A276}" sibTransId="{1717CF09-0EF0-41B3-9D93-FAAF3EF1F5FC}"/>
    <dgm:cxn modelId="{42BF75EC-A848-4B5B-A97E-3954ECD5F61A}" srcId="{C9377626-D4EB-4FCF-B03A-E8E7B5155D66}" destId="{8B047F9E-34DD-4CAF-9279-39ECE86EEB22}" srcOrd="2" destOrd="0" parTransId="{E5C35F8B-C7FA-43D7-AA67-C28C5294627A}" sibTransId="{04203730-91DC-4142-BBA9-71E680D3CBA4}"/>
    <dgm:cxn modelId="{A02F50F9-548D-450D-85EB-CA1B6FFD527E}" type="presOf" srcId="{EFC8BE22-CE95-439C-B732-CDD1E92E523F}" destId="{53FAD6DD-1AD1-4AB0-B037-6CD7B102C8FE}" srcOrd="0" destOrd="1" presId="urn:microsoft.com/office/officeart/2005/8/layout/vList2"/>
    <dgm:cxn modelId="{613874F9-3C5D-4740-A7B5-E532485A0F70}" srcId="{C9377626-D4EB-4FCF-B03A-E8E7B5155D66}" destId="{08A27E1A-2103-473C-83B3-1E3DD36A4552}" srcOrd="4" destOrd="0" parTransId="{EB509B8C-E11D-498A-81AF-14F2C002D0C7}" sibTransId="{88F42C60-2F00-48A7-8449-33AC2D76463F}"/>
    <dgm:cxn modelId="{F8B326FE-5EE6-401A-92DF-54E9081A3909}" type="presOf" srcId="{C9377626-D4EB-4FCF-B03A-E8E7B5155D66}" destId="{2F11AE11-C09C-4091-8379-3A1BA07C22BB}" srcOrd="0" destOrd="0" presId="urn:microsoft.com/office/officeart/2005/8/layout/vList2"/>
    <dgm:cxn modelId="{99A598FE-9E89-4650-A29F-F9654DD9B92B}" srcId="{C9377626-D4EB-4FCF-B03A-E8E7B5155D66}" destId="{D964B5EA-D8CC-4136-9E1B-FD0039ADD73A}" srcOrd="0" destOrd="0" parTransId="{45E85A1B-7CD1-4DCF-8705-2E597074BDE2}" sibTransId="{E6059505-74DF-4D48-B0E6-2EB09FFC37FE}"/>
    <dgm:cxn modelId="{2A74619E-9FE6-4D04-BA1A-155A82249FC1}" type="presParOf" srcId="{2F11AE11-C09C-4091-8379-3A1BA07C22BB}" destId="{5533E31F-F41E-4374-A9B8-50B968E7567C}" srcOrd="0" destOrd="0" presId="urn:microsoft.com/office/officeart/2005/8/layout/vList2"/>
    <dgm:cxn modelId="{C5A268DB-D4E7-4299-811F-98CBBA19EF44}" type="presParOf" srcId="{2F11AE11-C09C-4091-8379-3A1BA07C22BB}" destId="{2F459632-CFDB-4C77-B2EB-6050AEF52F6F}" srcOrd="1" destOrd="0" presId="urn:microsoft.com/office/officeart/2005/8/layout/vList2"/>
    <dgm:cxn modelId="{87B5CC86-68BA-47A6-900C-2D432A3B6974}" type="presParOf" srcId="{2F11AE11-C09C-4091-8379-3A1BA07C22BB}" destId="{A9B8FDA8-8718-4238-9FDB-E65A009A1A61}" srcOrd="2" destOrd="0" presId="urn:microsoft.com/office/officeart/2005/8/layout/vList2"/>
    <dgm:cxn modelId="{75D39A6B-9560-4C25-99E6-BA820349C871}" type="presParOf" srcId="{2F11AE11-C09C-4091-8379-3A1BA07C22BB}" destId="{53FAD6DD-1AD1-4AB0-B037-6CD7B102C8FE}" srcOrd="3" destOrd="0" presId="urn:microsoft.com/office/officeart/2005/8/layout/vList2"/>
    <dgm:cxn modelId="{B31F6706-C6B0-4AA4-A48B-E356C58CC659}" type="presParOf" srcId="{2F11AE11-C09C-4091-8379-3A1BA07C22BB}" destId="{399761B5-C221-4BF7-B77C-D9878E0A4FB2}" srcOrd="4" destOrd="0" presId="urn:microsoft.com/office/officeart/2005/8/layout/vList2"/>
    <dgm:cxn modelId="{356242D7-5897-4302-8D83-22E194D0EB52}" type="presParOf" srcId="{2F11AE11-C09C-4091-8379-3A1BA07C22BB}" destId="{A96912CA-69EB-4708-8A8D-749EB33A0CA6}" srcOrd="5" destOrd="0" presId="urn:microsoft.com/office/officeart/2005/8/layout/vList2"/>
    <dgm:cxn modelId="{2751B473-892B-4F15-998A-4E6624C8F771}" type="presParOf" srcId="{2F11AE11-C09C-4091-8379-3A1BA07C22BB}" destId="{F83F0B0D-1383-4B91-8DD9-BB5F7CE1A8CD}" srcOrd="6" destOrd="0" presId="urn:microsoft.com/office/officeart/2005/8/layout/vList2"/>
    <dgm:cxn modelId="{D6BD4401-7A6A-47F1-9324-6C7F869F3035}" type="presParOf" srcId="{2F11AE11-C09C-4091-8379-3A1BA07C22BB}" destId="{6F39FEB7-F55C-4599-806C-E12D0BDE89C6}" srcOrd="7" destOrd="0" presId="urn:microsoft.com/office/officeart/2005/8/layout/vList2"/>
    <dgm:cxn modelId="{39AA70F8-3336-4EC1-AE93-FF121885E561}" type="presParOf" srcId="{2F11AE11-C09C-4091-8379-3A1BA07C22BB}" destId="{A06B0956-0ED2-4C17-B865-93E569889927}"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4246843-68CD-45B4-A5C6-EF840B773647}" type="doc">
      <dgm:prSet loTypeId="urn:microsoft.com/office/officeart/2005/8/layout/vList2" loCatId="list" qsTypeId="urn:microsoft.com/office/officeart/2005/8/quickstyle/simple1#7" qsCatId="simple" csTypeId="urn:microsoft.com/office/officeart/2005/8/colors/accent1_2#7" csCatId="accent1" phldr="1"/>
      <dgm:spPr/>
      <dgm:t>
        <a:bodyPr/>
        <a:lstStyle/>
        <a:p>
          <a:endParaRPr lang="en-IN"/>
        </a:p>
      </dgm:t>
    </dgm:pt>
    <dgm:pt modelId="{23AC91E9-FF59-4DA0-A573-D0AEC14A8A10}">
      <dgm:prSet phldrT="[Text]"/>
      <dgm:spPr/>
      <dgm:t>
        <a:bodyPr/>
        <a:lstStyle/>
        <a:p>
          <a:r>
            <a:rPr lang="en-US" i="1" dirty="0"/>
            <a:t>What artifacts are available?</a:t>
          </a:r>
          <a:endParaRPr lang="en-IN" dirty="0"/>
        </a:p>
      </dgm:t>
    </dgm:pt>
    <dgm:pt modelId="{E2700CCB-A449-4746-BB7E-1C5922075F37}" type="parTrans" cxnId="{0F5D4A12-131C-4613-937D-C02F3722C670}">
      <dgm:prSet/>
      <dgm:spPr/>
      <dgm:t>
        <a:bodyPr/>
        <a:lstStyle/>
        <a:p>
          <a:endParaRPr lang="en-IN"/>
        </a:p>
      </dgm:t>
    </dgm:pt>
    <dgm:pt modelId="{1210DB0C-A4CC-4619-9942-138728B08D59}" type="sibTrans" cxnId="{0F5D4A12-131C-4613-937D-C02F3722C670}">
      <dgm:prSet/>
      <dgm:spPr/>
      <dgm:t>
        <a:bodyPr/>
        <a:lstStyle/>
        <a:p>
          <a:endParaRPr lang="en-IN"/>
        </a:p>
      </dgm:t>
    </dgm:pt>
    <dgm:pt modelId="{1B6EB803-027F-4ACF-BC99-11031C643B70}">
      <dgm:prSet/>
      <dgm:spPr/>
      <dgm:t>
        <a:bodyPr/>
        <a:lstStyle/>
        <a:p>
          <a:r>
            <a:rPr lang="en-US" i="1" dirty="0"/>
            <a:t>Who sees the results?</a:t>
          </a:r>
          <a:r>
            <a:rPr lang="en-US" b="1" dirty="0"/>
            <a:t> </a:t>
          </a:r>
          <a:endParaRPr lang="en-US" dirty="0"/>
        </a:p>
      </dgm:t>
    </dgm:pt>
    <dgm:pt modelId="{75251D91-43D4-4CA4-B71E-E2DCF1669FB7}" type="parTrans" cxnId="{9CE4B74E-2D0B-456A-8D80-4108A0301E0B}">
      <dgm:prSet/>
      <dgm:spPr/>
      <dgm:t>
        <a:bodyPr/>
        <a:lstStyle/>
        <a:p>
          <a:endParaRPr lang="en-IN"/>
        </a:p>
      </dgm:t>
    </dgm:pt>
    <dgm:pt modelId="{ECFB619F-5EED-45C3-87CC-402D6ED56966}" type="sibTrans" cxnId="{9CE4B74E-2D0B-456A-8D80-4108A0301E0B}">
      <dgm:prSet/>
      <dgm:spPr/>
      <dgm:t>
        <a:bodyPr/>
        <a:lstStyle/>
        <a:p>
          <a:endParaRPr lang="en-IN"/>
        </a:p>
      </dgm:t>
    </dgm:pt>
    <dgm:pt modelId="{726ACA66-0032-4A98-AE9A-F0AB05B21A63}">
      <dgm:prSet/>
      <dgm:spPr/>
      <dgm:t>
        <a:bodyPr/>
        <a:lstStyle/>
        <a:p>
          <a:r>
            <a:rPr lang="en-US" i="1" dirty="0"/>
            <a:t>Who performs the evaluation?</a:t>
          </a:r>
          <a:endParaRPr lang="en-US" dirty="0"/>
        </a:p>
      </dgm:t>
    </dgm:pt>
    <dgm:pt modelId="{A7642A2E-F313-4928-A6D3-4C3C182EB9C8}" type="parTrans" cxnId="{065D41C1-CD84-434E-96B0-366D2E9AACCA}">
      <dgm:prSet/>
      <dgm:spPr/>
      <dgm:t>
        <a:bodyPr/>
        <a:lstStyle/>
        <a:p>
          <a:endParaRPr lang="en-IN"/>
        </a:p>
      </dgm:t>
    </dgm:pt>
    <dgm:pt modelId="{F5ECA62D-FE98-4FA8-871C-6CE442C2A574}" type="sibTrans" cxnId="{065D41C1-CD84-434E-96B0-366D2E9AACCA}">
      <dgm:prSet/>
      <dgm:spPr/>
      <dgm:t>
        <a:bodyPr/>
        <a:lstStyle/>
        <a:p>
          <a:endParaRPr lang="en-IN"/>
        </a:p>
      </dgm:t>
    </dgm:pt>
    <dgm:pt modelId="{1C57BF4A-5A2F-4589-B349-26CCABE9E951}">
      <dgm:prSet/>
      <dgm:spPr/>
      <dgm:t>
        <a:bodyPr/>
        <a:lstStyle/>
        <a:p>
          <a:r>
            <a:rPr lang="en-US" i="1" dirty="0"/>
            <a:t>Which stakeholders will participate?</a:t>
          </a:r>
          <a:r>
            <a:rPr lang="en-US" b="1" dirty="0"/>
            <a:t> </a:t>
          </a:r>
          <a:endParaRPr lang="en-US" dirty="0"/>
        </a:p>
      </dgm:t>
    </dgm:pt>
    <dgm:pt modelId="{DE58AC93-1B91-4A4E-B163-3F3AA88A1FA1}" type="parTrans" cxnId="{CEA012FB-33B3-47C4-BBDB-F227E48DA3CC}">
      <dgm:prSet/>
      <dgm:spPr/>
      <dgm:t>
        <a:bodyPr/>
        <a:lstStyle/>
        <a:p>
          <a:endParaRPr lang="en-IN"/>
        </a:p>
      </dgm:t>
    </dgm:pt>
    <dgm:pt modelId="{DECE6CA4-0F6F-4DD8-81F2-0640A7A9B927}" type="sibTrans" cxnId="{CEA012FB-33B3-47C4-BBDB-F227E48DA3CC}">
      <dgm:prSet/>
      <dgm:spPr/>
      <dgm:t>
        <a:bodyPr/>
        <a:lstStyle/>
        <a:p>
          <a:endParaRPr lang="en-IN"/>
        </a:p>
      </dgm:t>
    </dgm:pt>
    <dgm:pt modelId="{15359EBE-26BC-4D6D-8134-A3670FDA558F}">
      <dgm:prSet/>
      <dgm:spPr/>
      <dgm:t>
        <a:bodyPr/>
        <a:lstStyle/>
        <a:p>
          <a:r>
            <a:rPr lang="en-US" i="1" dirty="0"/>
            <a:t>What are the business goals?</a:t>
          </a:r>
          <a:endParaRPr lang="en-US" dirty="0"/>
        </a:p>
      </dgm:t>
    </dgm:pt>
    <dgm:pt modelId="{B028CA59-2ABD-4EA8-B8F6-1470CBF36265}" type="parTrans" cxnId="{F9CA6C5C-E5DC-4AC9-9253-2801C3C7410E}">
      <dgm:prSet/>
      <dgm:spPr/>
      <dgm:t>
        <a:bodyPr/>
        <a:lstStyle/>
        <a:p>
          <a:endParaRPr lang="en-IN"/>
        </a:p>
      </dgm:t>
    </dgm:pt>
    <dgm:pt modelId="{6DEA85B8-91DC-42BB-AD65-F44645AADD81}" type="sibTrans" cxnId="{F9CA6C5C-E5DC-4AC9-9253-2801C3C7410E}">
      <dgm:prSet/>
      <dgm:spPr/>
      <dgm:t>
        <a:bodyPr/>
        <a:lstStyle/>
        <a:p>
          <a:endParaRPr lang="en-IN"/>
        </a:p>
      </dgm:t>
    </dgm:pt>
    <dgm:pt modelId="{E5DA8006-B59F-4174-84BC-63734E90E2E2}">
      <dgm:prSet phldrT="[Text]"/>
      <dgm:spPr/>
      <dgm:t>
        <a:bodyPr/>
        <a:lstStyle/>
        <a:p>
          <a:r>
            <a:rPr lang="en-US" b="1" dirty="0"/>
            <a:t> </a:t>
          </a:r>
          <a:r>
            <a:rPr lang="en-US" dirty="0"/>
            <a:t>To perform an architectural evaluation, there must be an artifact that describes the architecture. </a:t>
          </a:r>
          <a:endParaRPr lang="en-IN" dirty="0"/>
        </a:p>
      </dgm:t>
    </dgm:pt>
    <dgm:pt modelId="{91D80892-EADA-4B38-8465-E171960367D1}" type="parTrans" cxnId="{4B450B1A-4F02-4E82-8494-49EACCCD0347}">
      <dgm:prSet/>
      <dgm:spPr/>
      <dgm:t>
        <a:bodyPr/>
        <a:lstStyle/>
        <a:p>
          <a:endParaRPr lang="en-IN"/>
        </a:p>
      </dgm:t>
    </dgm:pt>
    <dgm:pt modelId="{9ADCA21F-A0AE-4124-A6CD-737691DB2679}" type="sibTrans" cxnId="{4B450B1A-4F02-4E82-8494-49EACCCD0347}">
      <dgm:prSet/>
      <dgm:spPr/>
      <dgm:t>
        <a:bodyPr/>
        <a:lstStyle/>
        <a:p>
          <a:endParaRPr lang="en-IN"/>
        </a:p>
      </dgm:t>
    </dgm:pt>
    <dgm:pt modelId="{650D8DD4-CF86-4E0B-BDFF-DF3553730A3F}">
      <dgm:prSet/>
      <dgm:spPr/>
      <dgm:t>
        <a:bodyPr/>
        <a:lstStyle/>
        <a:p>
          <a:r>
            <a:rPr lang="en-US" dirty="0"/>
            <a:t>Some evaluations are performed with the full knowledge and participation of all of the stakeholders. Others are performed more privately.</a:t>
          </a:r>
        </a:p>
      </dgm:t>
    </dgm:pt>
    <dgm:pt modelId="{25FC8E2A-927B-4275-AD17-27069A54E3BE}" type="parTrans" cxnId="{F8B8D55F-9D99-451D-8AC8-A3163EDB9A4F}">
      <dgm:prSet/>
      <dgm:spPr/>
      <dgm:t>
        <a:bodyPr/>
        <a:lstStyle/>
        <a:p>
          <a:endParaRPr lang="en-IN"/>
        </a:p>
      </dgm:t>
    </dgm:pt>
    <dgm:pt modelId="{1754396C-54D0-468A-903C-F2D51A4515E5}" type="sibTrans" cxnId="{F8B8D55F-9D99-451D-8AC8-A3163EDB9A4F}">
      <dgm:prSet/>
      <dgm:spPr/>
      <dgm:t>
        <a:bodyPr/>
        <a:lstStyle/>
        <a:p>
          <a:endParaRPr lang="en-IN"/>
        </a:p>
      </dgm:t>
    </dgm:pt>
    <dgm:pt modelId="{DE3E0E6B-654C-4D96-AE5D-8C3C3C609C3F}">
      <dgm:prSet/>
      <dgm:spPr/>
      <dgm:t>
        <a:bodyPr/>
        <a:lstStyle/>
        <a:p>
          <a:r>
            <a:rPr lang="en-US" dirty="0"/>
            <a:t> Evaluations can be carried out by an individual or a team.</a:t>
          </a:r>
        </a:p>
      </dgm:t>
    </dgm:pt>
    <dgm:pt modelId="{9DD17061-9909-49D5-9CEA-2076CB926E44}" type="parTrans" cxnId="{0CC281A1-323E-4C69-A994-7CFAFBDE9F68}">
      <dgm:prSet/>
      <dgm:spPr/>
      <dgm:t>
        <a:bodyPr/>
        <a:lstStyle/>
        <a:p>
          <a:endParaRPr lang="en-IN"/>
        </a:p>
      </dgm:t>
    </dgm:pt>
    <dgm:pt modelId="{C2FF55AE-E9C3-46DF-8133-1B20D0A44DFE}" type="sibTrans" cxnId="{0CC281A1-323E-4C69-A994-7CFAFBDE9F68}">
      <dgm:prSet/>
      <dgm:spPr/>
      <dgm:t>
        <a:bodyPr/>
        <a:lstStyle/>
        <a:p>
          <a:endParaRPr lang="en-IN"/>
        </a:p>
      </dgm:t>
    </dgm:pt>
    <dgm:pt modelId="{17548507-F08A-4F4B-B7B7-8C58AEC9CE2D}">
      <dgm:prSet/>
      <dgm:spPr/>
      <dgm:t>
        <a:bodyPr/>
        <a:lstStyle/>
        <a:p>
          <a:r>
            <a:rPr lang="en-US" dirty="0"/>
            <a:t>The evaluation process should provide a method to elicit the goals and concerns that the important stakeholders have regarding the system. Identifying the individuals who are needed and assuring their participation in the evaluation is critical.</a:t>
          </a:r>
        </a:p>
      </dgm:t>
    </dgm:pt>
    <dgm:pt modelId="{FD639604-7FB6-42E1-94B1-A1276645690E}" type="parTrans" cxnId="{55277D00-51FE-4EDD-B59B-9A6FFEC4817E}">
      <dgm:prSet/>
      <dgm:spPr/>
      <dgm:t>
        <a:bodyPr/>
        <a:lstStyle/>
        <a:p>
          <a:endParaRPr lang="en-IN"/>
        </a:p>
      </dgm:t>
    </dgm:pt>
    <dgm:pt modelId="{9FD2F570-08A9-4C5F-82FE-E0E07F3D8F0E}" type="sibTrans" cxnId="{55277D00-51FE-4EDD-B59B-9A6FFEC4817E}">
      <dgm:prSet/>
      <dgm:spPr/>
      <dgm:t>
        <a:bodyPr/>
        <a:lstStyle/>
        <a:p>
          <a:endParaRPr lang="en-IN"/>
        </a:p>
      </dgm:t>
    </dgm:pt>
    <dgm:pt modelId="{90E9EE85-4FBA-4146-97B2-92396C02ED66}">
      <dgm:prSet/>
      <dgm:spPr/>
      <dgm:t>
        <a:bodyPr/>
        <a:lstStyle/>
        <a:p>
          <a:r>
            <a:rPr lang="en-US" b="1"/>
            <a:t> </a:t>
          </a:r>
          <a:r>
            <a:rPr lang="en-US" dirty="0"/>
            <a:t>The evaluation should answer whether the system will satisfy the business goals. </a:t>
          </a:r>
        </a:p>
      </dgm:t>
    </dgm:pt>
    <dgm:pt modelId="{59276760-EC6B-4AB0-82BE-5882D6DA02D7}" type="parTrans" cxnId="{DC8F6DDC-E6C8-433A-B014-4892FA3F085A}">
      <dgm:prSet/>
      <dgm:spPr/>
      <dgm:t>
        <a:bodyPr/>
        <a:lstStyle/>
        <a:p>
          <a:endParaRPr lang="en-IN"/>
        </a:p>
      </dgm:t>
    </dgm:pt>
    <dgm:pt modelId="{007B6642-8269-4032-9D9C-A56A21E9B82B}" type="sibTrans" cxnId="{DC8F6DDC-E6C8-433A-B014-4892FA3F085A}">
      <dgm:prSet/>
      <dgm:spPr/>
      <dgm:t>
        <a:bodyPr/>
        <a:lstStyle/>
        <a:p>
          <a:endParaRPr lang="en-IN"/>
        </a:p>
      </dgm:t>
    </dgm:pt>
    <dgm:pt modelId="{23F9F431-5822-4755-A43D-CF6340E504C4}" type="pres">
      <dgm:prSet presAssocID="{B4246843-68CD-45B4-A5C6-EF840B773647}" presName="linear" presStyleCnt="0">
        <dgm:presLayoutVars>
          <dgm:animLvl val="lvl"/>
          <dgm:resizeHandles val="exact"/>
        </dgm:presLayoutVars>
      </dgm:prSet>
      <dgm:spPr/>
    </dgm:pt>
    <dgm:pt modelId="{20211C6E-263A-429C-AFB2-F75B33BEACD5}" type="pres">
      <dgm:prSet presAssocID="{23AC91E9-FF59-4DA0-A573-D0AEC14A8A10}" presName="parentText" presStyleLbl="node1" presStyleIdx="0" presStyleCnt="5">
        <dgm:presLayoutVars>
          <dgm:chMax val="0"/>
          <dgm:bulletEnabled val="1"/>
        </dgm:presLayoutVars>
      </dgm:prSet>
      <dgm:spPr/>
    </dgm:pt>
    <dgm:pt modelId="{33FA28AE-A108-4B38-8A10-F4988689D3CC}" type="pres">
      <dgm:prSet presAssocID="{23AC91E9-FF59-4DA0-A573-D0AEC14A8A10}" presName="childText" presStyleLbl="revTx" presStyleIdx="0" presStyleCnt="5">
        <dgm:presLayoutVars>
          <dgm:bulletEnabled val="1"/>
        </dgm:presLayoutVars>
      </dgm:prSet>
      <dgm:spPr/>
    </dgm:pt>
    <dgm:pt modelId="{876C5A72-FCFF-41C4-BBD4-93F36C495A79}" type="pres">
      <dgm:prSet presAssocID="{1B6EB803-027F-4ACF-BC99-11031C643B70}" presName="parentText" presStyleLbl="node1" presStyleIdx="1" presStyleCnt="5">
        <dgm:presLayoutVars>
          <dgm:chMax val="0"/>
          <dgm:bulletEnabled val="1"/>
        </dgm:presLayoutVars>
      </dgm:prSet>
      <dgm:spPr/>
    </dgm:pt>
    <dgm:pt modelId="{69EC7149-B1F4-4FA0-843D-4FBE4FF7215D}" type="pres">
      <dgm:prSet presAssocID="{1B6EB803-027F-4ACF-BC99-11031C643B70}" presName="childText" presStyleLbl="revTx" presStyleIdx="1" presStyleCnt="5">
        <dgm:presLayoutVars>
          <dgm:bulletEnabled val="1"/>
        </dgm:presLayoutVars>
      </dgm:prSet>
      <dgm:spPr/>
    </dgm:pt>
    <dgm:pt modelId="{D24D67DF-3C48-44D4-A26C-9D0BBA1134AE}" type="pres">
      <dgm:prSet presAssocID="{726ACA66-0032-4A98-AE9A-F0AB05B21A63}" presName="parentText" presStyleLbl="node1" presStyleIdx="2" presStyleCnt="5">
        <dgm:presLayoutVars>
          <dgm:chMax val="0"/>
          <dgm:bulletEnabled val="1"/>
        </dgm:presLayoutVars>
      </dgm:prSet>
      <dgm:spPr/>
    </dgm:pt>
    <dgm:pt modelId="{62E41817-3CCD-4688-A3D5-6698D6A23B24}" type="pres">
      <dgm:prSet presAssocID="{726ACA66-0032-4A98-AE9A-F0AB05B21A63}" presName="childText" presStyleLbl="revTx" presStyleIdx="2" presStyleCnt="5">
        <dgm:presLayoutVars>
          <dgm:bulletEnabled val="1"/>
        </dgm:presLayoutVars>
      </dgm:prSet>
      <dgm:spPr/>
    </dgm:pt>
    <dgm:pt modelId="{2474A3DB-A893-4C0A-8547-51304573C07B}" type="pres">
      <dgm:prSet presAssocID="{1C57BF4A-5A2F-4589-B349-26CCABE9E951}" presName="parentText" presStyleLbl="node1" presStyleIdx="3" presStyleCnt="5">
        <dgm:presLayoutVars>
          <dgm:chMax val="0"/>
          <dgm:bulletEnabled val="1"/>
        </dgm:presLayoutVars>
      </dgm:prSet>
      <dgm:spPr/>
    </dgm:pt>
    <dgm:pt modelId="{E9493A19-12AC-4C12-9CCE-4C836B44755F}" type="pres">
      <dgm:prSet presAssocID="{1C57BF4A-5A2F-4589-B349-26CCABE9E951}" presName="childText" presStyleLbl="revTx" presStyleIdx="3" presStyleCnt="5">
        <dgm:presLayoutVars>
          <dgm:bulletEnabled val="1"/>
        </dgm:presLayoutVars>
      </dgm:prSet>
      <dgm:spPr/>
    </dgm:pt>
    <dgm:pt modelId="{1D197F1A-4661-4D0B-B87A-2A54872FC0B1}" type="pres">
      <dgm:prSet presAssocID="{15359EBE-26BC-4D6D-8134-A3670FDA558F}" presName="parentText" presStyleLbl="node1" presStyleIdx="4" presStyleCnt="5">
        <dgm:presLayoutVars>
          <dgm:chMax val="0"/>
          <dgm:bulletEnabled val="1"/>
        </dgm:presLayoutVars>
      </dgm:prSet>
      <dgm:spPr/>
    </dgm:pt>
    <dgm:pt modelId="{B659CDD3-EA3B-492F-AE8B-CF3BA247F214}" type="pres">
      <dgm:prSet presAssocID="{15359EBE-26BC-4D6D-8134-A3670FDA558F}" presName="childText" presStyleLbl="revTx" presStyleIdx="4" presStyleCnt="5">
        <dgm:presLayoutVars>
          <dgm:bulletEnabled val="1"/>
        </dgm:presLayoutVars>
      </dgm:prSet>
      <dgm:spPr/>
    </dgm:pt>
  </dgm:ptLst>
  <dgm:cxnLst>
    <dgm:cxn modelId="{55277D00-51FE-4EDD-B59B-9A6FFEC4817E}" srcId="{1C57BF4A-5A2F-4589-B349-26CCABE9E951}" destId="{17548507-F08A-4F4B-B7B7-8C58AEC9CE2D}" srcOrd="0" destOrd="0" parTransId="{FD639604-7FB6-42E1-94B1-A1276645690E}" sibTransId="{9FD2F570-08A9-4C5F-82FE-E0E07F3D8F0E}"/>
    <dgm:cxn modelId="{0F5D4A12-131C-4613-937D-C02F3722C670}" srcId="{B4246843-68CD-45B4-A5C6-EF840B773647}" destId="{23AC91E9-FF59-4DA0-A573-D0AEC14A8A10}" srcOrd="0" destOrd="0" parTransId="{E2700CCB-A449-4746-BB7E-1C5922075F37}" sibTransId="{1210DB0C-A4CC-4619-9942-138728B08D59}"/>
    <dgm:cxn modelId="{DB819F16-9FC6-4BB5-9F1D-C944148090D5}" type="presOf" srcId="{1C57BF4A-5A2F-4589-B349-26CCABE9E951}" destId="{2474A3DB-A893-4C0A-8547-51304573C07B}" srcOrd="0" destOrd="0" presId="urn:microsoft.com/office/officeart/2005/8/layout/vList2"/>
    <dgm:cxn modelId="{4B450B1A-4F02-4E82-8494-49EACCCD0347}" srcId="{23AC91E9-FF59-4DA0-A573-D0AEC14A8A10}" destId="{E5DA8006-B59F-4174-84BC-63734E90E2E2}" srcOrd="0" destOrd="0" parTransId="{91D80892-EADA-4B38-8465-E171960367D1}" sibTransId="{9ADCA21F-A0AE-4124-A6CD-737691DB2679}"/>
    <dgm:cxn modelId="{A836BC35-8F8A-402D-889C-F09B15DD9E68}" type="presOf" srcId="{E5DA8006-B59F-4174-84BC-63734E90E2E2}" destId="{33FA28AE-A108-4B38-8A10-F4988689D3CC}" srcOrd="0" destOrd="0" presId="urn:microsoft.com/office/officeart/2005/8/layout/vList2"/>
    <dgm:cxn modelId="{4DF37D37-645F-4FDB-B6F4-C936C654B35D}" type="presOf" srcId="{90E9EE85-4FBA-4146-97B2-92396C02ED66}" destId="{B659CDD3-EA3B-492F-AE8B-CF3BA247F214}" srcOrd="0" destOrd="0" presId="urn:microsoft.com/office/officeart/2005/8/layout/vList2"/>
    <dgm:cxn modelId="{F9CA6C5C-E5DC-4AC9-9253-2801C3C7410E}" srcId="{B4246843-68CD-45B4-A5C6-EF840B773647}" destId="{15359EBE-26BC-4D6D-8134-A3670FDA558F}" srcOrd="4" destOrd="0" parTransId="{B028CA59-2ABD-4EA8-B8F6-1470CBF36265}" sibTransId="{6DEA85B8-91DC-42BB-AD65-F44645AADD81}"/>
    <dgm:cxn modelId="{F8B8D55F-9D99-451D-8AC8-A3163EDB9A4F}" srcId="{1B6EB803-027F-4ACF-BC99-11031C643B70}" destId="{650D8DD4-CF86-4E0B-BDFF-DF3553730A3F}" srcOrd="0" destOrd="0" parTransId="{25FC8E2A-927B-4275-AD17-27069A54E3BE}" sibTransId="{1754396C-54D0-468A-903C-F2D51A4515E5}"/>
    <dgm:cxn modelId="{9D1B6C41-22AE-4CA7-9CAB-CBEDB7049A99}" type="presOf" srcId="{650D8DD4-CF86-4E0B-BDFF-DF3553730A3F}" destId="{69EC7149-B1F4-4FA0-843D-4FBE4FF7215D}" srcOrd="0" destOrd="0" presId="urn:microsoft.com/office/officeart/2005/8/layout/vList2"/>
    <dgm:cxn modelId="{8F608A62-6F95-4856-9AD1-9E318138E1A1}" type="presOf" srcId="{17548507-F08A-4F4B-B7B7-8C58AEC9CE2D}" destId="{E9493A19-12AC-4C12-9CCE-4C836B44755F}" srcOrd="0" destOrd="0" presId="urn:microsoft.com/office/officeart/2005/8/layout/vList2"/>
    <dgm:cxn modelId="{E5A31E44-309D-48D6-BC00-3AE4D30684D9}" type="presOf" srcId="{23AC91E9-FF59-4DA0-A573-D0AEC14A8A10}" destId="{20211C6E-263A-429C-AFB2-F75B33BEACD5}" srcOrd="0" destOrd="0" presId="urn:microsoft.com/office/officeart/2005/8/layout/vList2"/>
    <dgm:cxn modelId="{9CE4B74E-2D0B-456A-8D80-4108A0301E0B}" srcId="{B4246843-68CD-45B4-A5C6-EF840B773647}" destId="{1B6EB803-027F-4ACF-BC99-11031C643B70}" srcOrd="1" destOrd="0" parTransId="{75251D91-43D4-4CA4-B71E-E2DCF1669FB7}" sibTransId="{ECFB619F-5EED-45C3-87CC-402D6ED56966}"/>
    <dgm:cxn modelId="{F2B2D588-255D-41A9-B787-44C64B2AD91B}" type="presOf" srcId="{1B6EB803-027F-4ACF-BC99-11031C643B70}" destId="{876C5A72-FCFF-41C4-BBD4-93F36C495A79}" srcOrd="0" destOrd="0" presId="urn:microsoft.com/office/officeart/2005/8/layout/vList2"/>
    <dgm:cxn modelId="{9795B494-D45B-4B53-96DC-69949EE35264}" type="presOf" srcId="{15359EBE-26BC-4D6D-8134-A3670FDA558F}" destId="{1D197F1A-4661-4D0B-B87A-2A54872FC0B1}" srcOrd="0" destOrd="0" presId="urn:microsoft.com/office/officeart/2005/8/layout/vList2"/>
    <dgm:cxn modelId="{52E1D794-053C-4E88-97FA-B41B07ED889F}" type="presOf" srcId="{726ACA66-0032-4A98-AE9A-F0AB05B21A63}" destId="{D24D67DF-3C48-44D4-A26C-9D0BBA1134AE}" srcOrd="0" destOrd="0" presId="urn:microsoft.com/office/officeart/2005/8/layout/vList2"/>
    <dgm:cxn modelId="{827F2295-EF65-4134-B86F-94B0F93132CD}" type="presOf" srcId="{DE3E0E6B-654C-4D96-AE5D-8C3C3C609C3F}" destId="{62E41817-3CCD-4688-A3D5-6698D6A23B24}" srcOrd="0" destOrd="0" presId="urn:microsoft.com/office/officeart/2005/8/layout/vList2"/>
    <dgm:cxn modelId="{0CC281A1-323E-4C69-A994-7CFAFBDE9F68}" srcId="{726ACA66-0032-4A98-AE9A-F0AB05B21A63}" destId="{DE3E0E6B-654C-4D96-AE5D-8C3C3C609C3F}" srcOrd="0" destOrd="0" parTransId="{9DD17061-9909-49D5-9CEA-2076CB926E44}" sibTransId="{C2FF55AE-E9C3-46DF-8133-1B20D0A44DFE}"/>
    <dgm:cxn modelId="{065D41C1-CD84-434E-96B0-366D2E9AACCA}" srcId="{B4246843-68CD-45B4-A5C6-EF840B773647}" destId="{726ACA66-0032-4A98-AE9A-F0AB05B21A63}" srcOrd="2" destOrd="0" parTransId="{A7642A2E-F313-4928-A6D3-4C3C182EB9C8}" sibTransId="{F5ECA62D-FE98-4FA8-871C-6CE442C2A574}"/>
    <dgm:cxn modelId="{FAADC0C2-C061-486D-8E60-73D312A89A67}" type="presOf" srcId="{B4246843-68CD-45B4-A5C6-EF840B773647}" destId="{23F9F431-5822-4755-A43D-CF6340E504C4}" srcOrd="0" destOrd="0" presId="urn:microsoft.com/office/officeart/2005/8/layout/vList2"/>
    <dgm:cxn modelId="{DC8F6DDC-E6C8-433A-B014-4892FA3F085A}" srcId="{15359EBE-26BC-4D6D-8134-A3670FDA558F}" destId="{90E9EE85-4FBA-4146-97B2-92396C02ED66}" srcOrd="0" destOrd="0" parTransId="{59276760-EC6B-4AB0-82BE-5882D6DA02D7}" sibTransId="{007B6642-8269-4032-9D9C-A56A21E9B82B}"/>
    <dgm:cxn modelId="{CEA012FB-33B3-47C4-BBDB-F227E48DA3CC}" srcId="{B4246843-68CD-45B4-A5C6-EF840B773647}" destId="{1C57BF4A-5A2F-4589-B349-26CCABE9E951}" srcOrd="3" destOrd="0" parTransId="{DE58AC93-1B91-4A4E-B163-3F3AA88A1FA1}" sibTransId="{DECE6CA4-0F6F-4DD8-81F2-0640A7A9B927}"/>
    <dgm:cxn modelId="{AD0FC31B-4266-449A-83A9-A964B655BC8E}" type="presParOf" srcId="{23F9F431-5822-4755-A43D-CF6340E504C4}" destId="{20211C6E-263A-429C-AFB2-F75B33BEACD5}" srcOrd="0" destOrd="0" presId="urn:microsoft.com/office/officeart/2005/8/layout/vList2"/>
    <dgm:cxn modelId="{B574DB71-F0A0-4AB8-B04C-014A8AC556C0}" type="presParOf" srcId="{23F9F431-5822-4755-A43D-CF6340E504C4}" destId="{33FA28AE-A108-4B38-8A10-F4988689D3CC}" srcOrd="1" destOrd="0" presId="urn:microsoft.com/office/officeart/2005/8/layout/vList2"/>
    <dgm:cxn modelId="{ECB354FC-7E5D-40BE-B77F-E49C77F71091}" type="presParOf" srcId="{23F9F431-5822-4755-A43D-CF6340E504C4}" destId="{876C5A72-FCFF-41C4-BBD4-93F36C495A79}" srcOrd="2" destOrd="0" presId="urn:microsoft.com/office/officeart/2005/8/layout/vList2"/>
    <dgm:cxn modelId="{5A28BFD5-A705-47B2-B791-BBF05BE205C6}" type="presParOf" srcId="{23F9F431-5822-4755-A43D-CF6340E504C4}" destId="{69EC7149-B1F4-4FA0-843D-4FBE4FF7215D}" srcOrd="3" destOrd="0" presId="urn:microsoft.com/office/officeart/2005/8/layout/vList2"/>
    <dgm:cxn modelId="{E439F694-3D1F-4C28-A10B-4447A18C9442}" type="presParOf" srcId="{23F9F431-5822-4755-A43D-CF6340E504C4}" destId="{D24D67DF-3C48-44D4-A26C-9D0BBA1134AE}" srcOrd="4" destOrd="0" presId="urn:microsoft.com/office/officeart/2005/8/layout/vList2"/>
    <dgm:cxn modelId="{90D2B8F1-BCE6-4D2A-8D83-E8C84689498F}" type="presParOf" srcId="{23F9F431-5822-4755-A43D-CF6340E504C4}" destId="{62E41817-3CCD-4688-A3D5-6698D6A23B24}" srcOrd="5" destOrd="0" presId="urn:microsoft.com/office/officeart/2005/8/layout/vList2"/>
    <dgm:cxn modelId="{4E4E98C9-BBE1-4A24-8AB4-2622F5FB802A}" type="presParOf" srcId="{23F9F431-5822-4755-A43D-CF6340E504C4}" destId="{2474A3DB-A893-4C0A-8547-51304573C07B}" srcOrd="6" destOrd="0" presId="urn:microsoft.com/office/officeart/2005/8/layout/vList2"/>
    <dgm:cxn modelId="{26C7149D-D074-46B7-B419-3B194E56BEF0}" type="presParOf" srcId="{23F9F431-5822-4755-A43D-CF6340E504C4}" destId="{E9493A19-12AC-4C12-9CCE-4C836B44755F}" srcOrd="7" destOrd="0" presId="urn:microsoft.com/office/officeart/2005/8/layout/vList2"/>
    <dgm:cxn modelId="{51F7EAF8-A5E4-4C0B-B0F0-5FBA480B30CE}" type="presParOf" srcId="{23F9F431-5822-4755-A43D-CF6340E504C4}" destId="{1D197F1A-4661-4D0B-B87A-2A54872FC0B1}" srcOrd="8" destOrd="0" presId="urn:microsoft.com/office/officeart/2005/8/layout/vList2"/>
    <dgm:cxn modelId="{32466A70-0AE5-4002-933C-4B1B50B815E3}" type="presParOf" srcId="{23F9F431-5822-4755-A43D-CF6340E504C4}" destId="{B659CDD3-EA3B-492F-AE8B-CF3BA247F214}" srcOrd="9"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4FB44DA-CFA1-4F31-92C4-4DB28B3BF22E}" type="doc">
      <dgm:prSet loTypeId="urn:microsoft.com/office/officeart/2005/8/layout/default" loCatId="list" qsTypeId="urn:microsoft.com/office/officeart/2005/8/quickstyle/simple1#8" qsCatId="simple" csTypeId="urn:microsoft.com/office/officeart/2005/8/colors/accent1_2#8" csCatId="accent1" phldr="1"/>
      <dgm:spPr/>
      <dgm:t>
        <a:bodyPr/>
        <a:lstStyle/>
        <a:p>
          <a:endParaRPr lang="en-IN"/>
        </a:p>
      </dgm:t>
    </dgm:pt>
    <dgm:pt modelId="{09E8CEED-4BB3-470F-B559-6EDAB315802A}">
      <dgm:prSet phldrT="[Text]"/>
      <dgm:spPr/>
      <dgm:t>
        <a:bodyPr/>
        <a:lstStyle/>
        <a:p>
          <a:r>
            <a:rPr lang="en-US" dirty="0"/>
            <a:t>The Architecture Tradeoff Analysis Method (ATAM) has been used for over a decade to evaluate software architectures in domains ranging from automotive to financial to defense. </a:t>
          </a:r>
          <a:endParaRPr lang="en-IN" dirty="0"/>
        </a:p>
      </dgm:t>
    </dgm:pt>
    <dgm:pt modelId="{B32D6F27-A762-40B0-9D68-0DB05178D0DA}" type="parTrans" cxnId="{B71342F2-D563-44CD-95C3-F7206ADE0AC3}">
      <dgm:prSet/>
      <dgm:spPr/>
      <dgm:t>
        <a:bodyPr/>
        <a:lstStyle/>
        <a:p>
          <a:endParaRPr lang="en-IN"/>
        </a:p>
      </dgm:t>
    </dgm:pt>
    <dgm:pt modelId="{C841F5AC-4EDC-4439-9220-5A5E07A71386}" type="sibTrans" cxnId="{B71342F2-D563-44CD-95C3-F7206ADE0AC3}">
      <dgm:prSet/>
      <dgm:spPr/>
      <dgm:t>
        <a:bodyPr/>
        <a:lstStyle/>
        <a:p>
          <a:endParaRPr lang="en-IN"/>
        </a:p>
      </dgm:t>
    </dgm:pt>
    <dgm:pt modelId="{21DCC1F1-AA37-4826-9E5E-2942641057F2}">
      <dgm:prSet/>
      <dgm:spPr/>
      <dgm:t>
        <a:bodyPr/>
        <a:lstStyle/>
        <a:p>
          <a:r>
            <a:rPr lang="en-US"/>
            <a:t>The ATAM is designed so that evaluators need not be familiar with the architecture or its business goals, the system need not yet be constructed, and there may be a large number of stakeholders. </a:t>
          </a:r>
          <a:endParaRPr lang="en-US" dirty="0"/>
        </a:p>
      </dgm:t>
    </dgm:pt>
    <dgm:pt modelId="{B25F8670-9E97-4C7C-A40C-B12F4594F491}" type="parTrans" cxnId="{B5C381BF-3E42-414C-A62E-DB9EA5850DB1}">
      <dgm:prSet/>
      <dgm:spPr/>
      <dgm:t>
        <a:bodyPr/>
        <a:lstStyle/>
        <a:p>
          <a:endParaRPr lang="en-IN"/>
        </a:p>
      </dgm:t>
    </dgm:pt>
    <dgm:pt modelId="{D1C0C8DA-7282-4AC5-9E50-9AFC48E08845}" type="sibTrans" cxnId="{B5C381BF-3E42-414C-A62E-DB9EA5850DB1}">
      <dgm:prSet/>
      <dgm:spPr/>
      <dgm:t>
        <a:bodyPr/>
        <a:lstStyle/>
        <a:p>
          <a:endParaRPr lang="en-IN"/>
        </a:p>
      </dgm:t>
    </dgm:pt>
    <dgm:pt modelId="{671B8B3B-ABB7-4484-828B-B6B23805B5D1}" type="pres">
      <dgm:prSet presAssocID="{84FB44DA-CFA1-4F31-92C4-4DB28B3BF22E}" presName="diagram" presStyleCnt="0">
        <dgm:presLayoutVars>
          <dgm:dir/>
          <dgm:resizeHandles val="exact"/>
        </dgm:presLayoutVars>
      </dgm:prSet>
      <dgm:spPr/>
    </dgm:pt>
    <dgm:pt modelId="{ED33DA06-3132-4B57-9804-0CAA2A6C96F1}" type="pres">
      <dgm:prSet presAssocID="{09E8CEED-4BB3-470F-B559-6EDAB315802A}" presName="node" presStyleLbl="node1" presStyleIdx="0" presStyleCnt="2">
        <dgm:presLayoutVars>
          <dgm:bulletEnabled val="1"/>
        </dgm:presLayoutVars>
      </dgm:prSet>
      <dgm:spPr/>
    </dgm:pt>
    <dgm:pt modelId="{3C46C08E-5261-4EA1-84A6-7900FCB69952}" type="pres">
      <dgm:prSet presAssocID="{C841F5AC-4EDC-4439-9220-5A5E07A71386}" presName="sibTrans" presStyleCnt="0"/>
      <dgm:spPr/>
    </dgm:pt>
    <dgm:pt modelId="{C1DD0A56-9CDE-4887-AF17-B5BB5ECC4D0F}" type="pres">
      <dgm:prSet presAssocID="{21DCC1F1-AA37-4826-9E5E-2942641057F2}" presName="node" presStyleLbl="node1" presStyleIdx="1" presStyleCnt="2">
        <dgm:presLayoutVars>
          <dgm:bulletEnabled val="1"/>
        </dgm:presLayoutVars>
      </dgm:prSet>
      <dgm:spPr/>
    </dgm:pt>
  </dgm:ptLst>
  <dgm:cxnLst>
    <dgm:cxn modelId="{14588A64-11B5-4B83-9D77-62CF9DA5CC97}" type="presOf" srcId="{21DCC1F1-AA37-4826-9E5E-2942641057F2}" destId="{C1DD0A56-9CDE-4887-AF17-B5BB5ECC4D0F}" srcOrd="0" destOrd="0" presId="urn:microsoft.com/office/officeart/2005/8/layout/default"/>
    <dgm:cxn modelId="{941C1DAE-D54D-4ABE-ACBF-B303D67C6125}" type="presOf" srcId="{84FB44DA-CFA1-4F31-92C4-4DB28B3BF22E}" destId="{671B8B3B-ABB7-4484-828B-B6B23805B5D1}" srcOrd="0" destOrd="0" presId="urn:microsoft.com/office/officeart/2005/8/layout/default"/>
    <dgm:cxn modelId="{B5C381BF-3E42-414C-A62E-DB9EA5850DB1}" srcId="{84FB44DA-CFA1-4F31-92C4-4DB28B3BF22E}" destId="{21DCC1F1-AA37-4826-9E5E-2942641057F2}" srcOrd="1" destOrd="0" parTransId="{B25F8670-9E97-4C7C-A40C-B12F4594F491}" sibTransId="{D1C0C8DA-7282-4AC5-9E50-9AFC48E08845}"/>
    <dgm:cxn modelId="{B71342F2-D563-44CD-95C3-F7206ADE0AC3}" srcId="{84FB44DA-CFA1-4F31-92C4-4DB28B3BF22E}" destId="{09E8CEED-4BB3-470F-B559-6EDAB315802A}" srcOrd="0" destOrd="0" parTransId="{B32D6F27-A762-40B0-9D68-0DB05178D0DA}" sibTransId="{C841F5AC-4EDC-4439-9220-5A5E07A71386}"/>
    <dgm:cxn modelId="{CC3CD6F4-428C-4F41-B3D8-DCCBD7EA14D7}" type="presOf" srcId="{09E8CEED-4BB3-470F-B559-6EDAB315802A}" destId="{ED33DA06-3132-4B57-9804-0CAA2A6C96F1}" srcOrd="0" destOrd="0" presId="urn:microsoft.com/office/officeart/2005/8/layout/default"/>
    <dgm:cxn modelId="{AED98BEB-9FD3-4E0C-971D-D45119A12435}" type="presParOf" srcId="{671B8B3B-ABB7-4484-828B-B6B23805B5D1}" destId="{ED33DA06-3132-4B57-9804-0CAA2A6C96F1}" srcOrd="0" destOrd="0" presId="urn:microsoft.com/office/officeart/2005/8/layout/default"/>
    <dgm:cxn modelId="{94FE47AA-AB70-4021-9C99-259311DC07B2}" type="presParOf" srcId="{671B8B3B-ABB7-4484-828B-B6B23805B5D1}" destId="{3C46C08E-5261-4EA1-84A6-7900FCB69952}" srcOrd="1" destOrd="0" presId="urn:microsoft.com/office/officeart/2005/8/layout/default"/>
    <dgm:cxn modelId="{9D0E2F1F-99A5-4B57-91AC-1636271BF9FC}" type="presParOf" srcId="{671B8B3B-ABB7-4484-828B-B6B23805B5D1}" destId="{C1DD0A56-9CDE-4887-AF17-B5BB5ECC4D0F}" srcOrd="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F8D4A22-D624-489C-A305-6709AADA6275}" type="doc">
      <dgm:prSet loTypeId="urn:microsoft.com/office/officeart/2005/8/layout/list1" loCatId="list" qsTypeId="urn:microsoft.com/office/officeart/2005/8/quickstyle/simple1#9" qsCatId="simple" csTypeId="urn:microsoft.com/office/officeart/2005/8/colors/accent1_2#9" csCatId="accent1" phldr="1"/>
      <dgm:spPr/>
      <dgm:t>
        <a:bodyPr/>
        <a:lstStyle/>
        <a:p>
          <a:endParaRPr lang="en-IN"/>
        </a:p>
      </dgm:t>
    </dgm:pt>
    <dgm:pt modelId="{87D013EA-D88A-4668-BE15-FEC3C5096657}">
      <dgm:prSet phldrT="[Text]"/>
      <dgm:spPr/>
      <dgm:t>
        <a:bodyPr/>
        <a:lstStyle/>
        <a:p>
          <a:r>
            <a:rPr lang="en-US" i="1"/>
            <a:t>The evaluation team.</a:t>
          </a:r>
          <a:r>
            <a:rPr lang="en-US"/>
            <a:t> </a:t>
          </a:r>
          <a:endParaRPr lang="en-IN"/>
        </a:p>
      </dgm:t>
    </dgm:pt>
    <dgm:pt modelId="{4A6CB3F6-5670-4702-95C4-10361BEB3F4B}" type="parTrans" cxnId="{36AAD4BD-03D8-41C4-84D7-229398065C07}">
      <dgm:prSet/>
      <dgm:spPr/>
      <dgm:t>
        <a:bodyPr/>
        <a:lstStyle/>
        <a:p>
          <a:endParaRPr lang="en-IN"/>
        </a:p>
      </dgm:t>
    </dgm:pt>
    <dgm:pt modelId="{A6A2039C-6B9F-4034-B2C4-D7875CC4172B}" type="sibTrans" cxnId="{36AAD4BD-03D8-41C4-84D7-229398065C07}">
      <dgm:prSet/>
      <dgm:spPr/>
      <dgm:t>
        <a:bodyPr/>
        <a:lstStyle/>
        <a:p>
          <a:endParaRPr lang="en-IN"/>
        </a:p>
      </dgm:t>
    </dgm:pt>
    <dgm:pt modelId="{50A04B76-0705-4845-841F-6F731999CACC}">
      <dgm:prSet/>
      <dgm:spPr/>
      <dgm:t>
        <a:bodyPr/>
        <a:lstStyle/>
        <a:p>
          <a:r>
            <a:rPr lang="en-US"/>
            <a:t>External to the project whose architecture is being evaluated. </a:t>
          </a:r>
          <a:endParaRPr lang="en-US" dirty="0"/>
        </a:p>
      </dgm:t>
    </dgm:pt>
    <dgm:pt modelId="{A28E2BAF-0C9E-4922-913E-F75D1023C9A8}" type="parTrans" cxnId="{20830B8A-DD1B-4C39-ABE3-AA92CFCE7330}">
      <dgm:prSet/>
      <dgm:spPr/>
      <dgm:t>
        <a:bodyPr/>
        <a:lstStyle/>
        <a:p>
          <a:endParaRPr lang="en-IN"/>
        </a:p>
      </dgm:t>
    </dgm:pt>
    <dgm:pt modelId="{8E29814E-D777-4573-AA5C-0832412D49C8}" type="sibTrans" cxnId="{20830B8A-DD1B-4C39-ABE3-AA92CFCE7330}">
      <dgm:prSet/>
      <dgm:spPr/>
      <dgm:t>
        <a:bodyPr/>
        <a:lstStyle/>
        <a:p>
          <a:endParaRPr lang="en-IN"/>
        </a:p>
      </dgm:t>
    </dgm:pt>
    <dgm:pt modelId="{C54213E5-A68E-4998-B552-40A80FCDECC3}">
      <dgm:prSet/>
      <dgm:spPr/>
      <dgm:t>
        <a:bodyPr/>
        <a:lstStyle/>
        <a:p>
          <a:r>
            <a:rPr lang="en-US"/>
            <a:t>Three to five people; a single person may adopt several roles in an ATAM. </a:t>
          </a:r>
          <a:endParaRPr lang="en-US" dirty="0"/>
        </a:p>
      </dgm:t>
    </dgm:pt>
    <dgm:pt modelId="{EF7CDB5C-FD08-4093-BCD5-F5819FA57956}" type="parTrans" cxnId="{B83E8901-51F7-438C-8AD2-893C266208E2}">
      <dgm:prSet/>
      <dgm:spPr/>
      <dgm:t>
        <a:bodyPr/>
        <a:lstStyle/>
        <a:p>
          <a:endParaRPr lang="en-IN"/>
        </a:p>
      </dgm:t>
    </dgm:pt>
    <dgm:pt modelId="{E37D7BB4-AF9B-411C-B289-11497588DED9}" type="sibTrans" cxnId="{B83E8901-51F7-438C-8AD2-893C266208E2}">
      <dgm:prSet/>
      <dgm:spPr/>
      <dgm:t>
        <a:bodyPr/>
        <a:lstStyle/>
        <a:p>
          <a:endParaRPr lang="en-IN"/>
        </a:p>
      </dgm:t>
    </dgm:pt>
    <dgm:pt modelId="{91482D05-24DD-44C9-86B1-8B41E7E39844}">
      <dgm:prSet/>
      <dgm:spPr/>
      <dgm:t>
        <a:bodyPr/>
        <a:lstStyle/>
        <a:p>
          <a:r>
            <a:rPr lang="en-US"/>
            <a:t>They need to be recognized as competent, unbiased outsiders. </a:t>
          </a:r>
          <a:endParaRPr lang="en-US" dirty="0"/>
        </a:p>
      </dgm:t>
    </dgm:pt>
    <dgm:pt modelId="{B9D90360-6928-458D-B3DD-DE0C6FF6196F}" type="parTrans" cxnId="{AFCCCF24-FCB1-44C6-BD89-312623DFFD88}">
      <dgm:prSet/>
      <dgm:spPr/>
      <dgm:t>
        <a:bodyPr/>
        <a:lstStyle/>
        <a:p>
          <a:endParaRPr lang="en-IN"/>
        </a:p>
      </dgm:t>
    </dgm:pt>
    <dgm:pt modelId="{C1D03D63-AD96-4DCF-A09E-A3AB2274665E}" type="sibTrans" cxnId="{AFCCCF24-FCB1-44C6-BD89-312623DFFD88}">
      <dgm:prSet/>
      <dgm:spPr/>
      <dgm:t>
        <a:bodyPr/>
        <a:lstStyle/>
        <a:p>
          <a:endParaRPr lang="en-IN"/>
        </a:p>
      </dgm:t>
    </dgm:pt>
    <dgm:pt modelId="{17223385-A137-4B2C-838F-0FB86511BA9F}">
      <dgm:prSet/>
      <dgm:spPr/>
      <dgm:t>
        <a:bodyPr/>
        <a:lstStyle/>
        <a:p>
          <a:r>
            <a:rPr lang="en-US" i="1"/>
            <a:t>Project decision makers.</a:t>
          </a:r>
          <a:r>
            <a:rPr lang="en-US"/>
            <a:t> </a:t>
          </a:r>
          <a:endParaRPr lang="en-US" dirty="0"/>
        </a:p>
      </dgm:t>
    </dgm:pt>
    <dgm:pt modelId="{B1CB845E-4BB3-4D37-BCB9-6653654CC3E9}" type="parTrans" cxnId="{A795CEA2-7846-4945-8A53-4CCBA5AC2BDB}">
      <dgm:prSet/>
      <dgm:spPr/>
      <dgm:t>
        <a:bodyPr/>
        <a:lstStyle/>
        <a:p>
          <a:endParaRPr lang="en-IN"/>
        </a:p>
      </dgm:t>
    </dgm:pt>
    <dgm:pt modelId="{C691D79B-4804-4171-80C4-FAFBCC2A4664}" type="sibTrans" cxnId="{A795CEA2-7846-4945-8A53-4CCBA5AC2BDB}">
      <dgm:prSet/>
      <dgm:spPr/>
      <dgm:t>
        <a:bodyPr/>
        <a:lstStyle/>
        <a:p>
          <a:endParaRPr lang="en-IN"/>
        </a:p>
      </dgm:t>
    </dgm:pt>
    <dgm:pt modelId="{8400B548-B87A-48B9-88E6-5E13320AC254}">
      <dgm:prSet/>
      <dgm:spPr/>
      <dgm:t>
        <a:bodyPr/>
        <a:lstStyle/>
        <a:p>
          <a:r>
            <a:rPr lang="en-US"/>
            <a:t>These people are empowered to speak for the development project or have the authority to mandate changes to it. </a:t>
          </a:r>
          <a:endParaRPr lang="en-US" dirty="0"/>
        </a:p>
      </dgm:t>
    </dgm:pt>
    <dgm:pt modelId="{83AE76A6-BDC6-432E-8A0F-A94974909A44}" type="parTrans" cxnId="{6F9277FC-1E64-49FD-B3A5-651CA0B774DC}">
      <dgm:prSet/>
      <dgm:spPr/>
      <dgm:t>
        <a:bodyPr/>
        <a:lstStyle/>
        <a:p>
          <a:endParaRPr lang="en-IN"/>
        </a:p>
      </dgm:t>
    </dgm:pt>
    <dgm:pt modelId="{328174EC-A9E8-413A-A2D6-0C1F7759CF9E}" type="sibTrans" cxnId="{6F9277FC-1E64-49FD-B3A5-651CA0B774DC}">
      <dgm:prSet/>
      <dgm:spPr/>
      <dgm:t>
        <a:bodyPr/>
        <a:lstStyle/>
        <a:p>
          <a:endParaRPr lang="en-IN"/>
        </a:p>
      </dgm:t>
    </dgm:pt>
    <dgm:pt modelId="{D5269377-49CD-457F-A775-E042CB575D2B}">
      <dgm:prSet/>
      <dgm:spPr/>
      <dgm:t>
        <a:bodyPr/>
        <a:lstStyle/>
        <a:p>
          <a:r>
            <a:rPr lang="en-US"/>
            <a:t>They usually include the project manager, and if there is an identifiable customer who is footing the bill for the development, he or she may be present (or represented) as well. </a:t>
          </a:r>
          <a:endParaRPr lang="en-US" dirty="0"/>
        </a:p>
      </dgm:t>
    </dgm:pt>
    <dgm:pt modelId="{F371A230-42B9-49EE-8456-B17A47E9BD7E}" type="parTrans" cxnId="{0B0A0DBF-9A09-411F-BF62-42155A16D6A2}">
      <dgm:prSet/>
      <dgm:spPr/>
      <dgm:t>
        <a:bodyPr/>
        <a:lstStyle/>
        <a:p>
          <a:endParaRPr lang="en-IN"/>
        </a:p>
      </dgm:t>
    </dgm:pt>
    <dgm:pt modelId="{A01C6BE8-656E-451B-B4D1-603EC4F6C9C7}" type="sibTrans" cxnId="{0B0A0DBF-9A09-411F-BF62-42155A16D6A2}">
      <dgm:prSet/>
      <dgm:spPr/>
      <dgm:t>
        <a:bodyPr/>
        <a:lstStyle/>
        <a:p>
          <a:endParaRPr lang="en-IN"/>
        </a:p>
      </dgm:t>
    </dgm:pt>
    <dgm:pt modelId="{13757515-EBD8-45AD-BBDA-D2425E6C97BD}">
      <dgm:prSet/>
      <dgm:spPr/>
      <dgm:t>
        <a:bodyPr/>
        <a:lstStyle/>
        <a:p>
          <a:r>
            <a:rPr lang="en-US"/>
            <a:t>The architect is always included – the architect must willingly participate.</a:t>
          </a:r>
          <a:endParaRPr lang="en-US" dirty="0"/>
        </a:p>
      </dgm:t>
    </dgm:pt>
    <dgm:pt modelId="{D1240D7A-57BD-491C-BCB0-ADF0E6AEF545}" type="parTrans" cxnId="{92BD9249-FA43-402D-A0CB-C9990D278356}">
      <dgm:prSet/>
      <dgm:spPr/>
      <dgm:t>
        <a:bodyPr/>
        <a:lstStyle/>
        <a:p>
          <a:endParaRPr lang="en-IN"/>
        </a:p>
      </dgm:t>
    </dgm:pt>
    <dgm:pt modelId="{5A932727-E77E-4F31-B7A1-BBC1E87377E9}" type="sibTrans" cxnId="{92BD9249-FA43-402D-A0CB-C9990D278356}">
      <dgm:prSet/>
      <dgm:spPr/>
      <dgm:t>
        <a:bodyPr/>
        <a:lstStyle/>
        <a:p>
          <a:endParaRPr lang="en-IN"/>
        </a:p>
      </dgm:t>
    </dgm:pt>
    <dgm:pt modelId="{BB6523A8-2376-48E0-908E-D51F1641C1B9}">
      <dgm:prSet/>
      <dgm:spPr/>
      <dgm:t>
        <a:bodyPr/>
        <a:lstStyle/>
        <a:p>
          <a:r>
            <a:rPr lang="en-US" i="1"/>
            <a:t>Architecture stakeholders.</a:t>
          </a:r>
          <a:r>
            <a:rPr lang="en-US"/>
            <a:t> </a:t>
          </a:r>
          <a:endParaRPr lang="en-US" dirty="0"/>
        </a:p>
      </dgm:t>
    </dgm:pt>
    <dgm:pt modelId="{1369060A-C126-4C67-BA31-C2D3B3614419}" type="parTrans" cxnId="{3AD773EA-FCAF-4B81-A258-D08EE0E58CBB}">
      <dgm:prSet/>
      <dgm:spPr/>
      <dgm:t>
        <a:bodyPr/>
        <a:lstStyle/>
        <a:p>
          <a:endParaRPr lang="en-IN"/>
        </a:p>
      </dgm:t>
    </dgm:pt>
    <dgm:pt modelId="{6434900C-8123-4B27-961D-BF4E67FAB229}" type="sibTrans" cxnId="{3AD773EA-FCAF-4B81-A258-D08EE0E58CBB}">
      <dgm:prSet/>
      <dgm:spPr/>
      <dgm:t>
        <a:bodyPr/>
        <a:lstStyle/>
        <a:p>
          <a:endParaRPr lang="en-IN"/>
        </a:p>
      </dgm:t>
    </dgm:pt>
    <dgm:pt modelId="{5C85831E-3EB5-4F46-9A34-567D8F4557F4}">
      <dgm:prSet/>
      <dgm:spPr/>
      <dgm:t>
        <a:bodyPr/>
        <a:lstStyle/>
        <a:p>
          <a:r>
            <a:rPr lang="en-US"/>
            <a:t>Stakeholders have a vested interest in the architecture performing as advertised. </a:t>
          </a:r>
          <a:endParaRPr lang="en-US" dirty="0"/>
        </a:p>
      </dgm:t>
    </dgm:pt>
    <dgm:pt modelId="{56BACBC6-54E1-4440-80D7-24DED5E92E79}" type="parTrans" cxnId="{891D05D0-5D79-49CB-BDD7-C841049C579A}">
      <dgm:prSet/>
      <dgm:spPr/>
      <dgm:t>
        <a:bodyPr/>
        <a:lstStyle/>
        <a:p>
          <a:endParaRPr lang="en-IN"/>
        </a:p>
      </dgm:t>
    </dgm:pt>
    <dgm:pt modelId="{33EAE312-10BB-4A8E-94B4-DD356D84326E}" type="sibTrans" cxnId="{891D05D0-5D79-49CB-BDD7-C841049C579A}">
      <dgm:prSet/>
      <dgm:spPr/>
      <dgm:t>
        <a:bodyPr/>
        <a:lstStyle/>
        <a:p>
          <a:endParaRPr lang="en-IN"/>
        </a:p>
      </dgm:t>
    </dgm:pt>
    <dgm:pt modelId="{312F12B8-51C2-4F1A-904F-B20C40B99808}">
      <dgm:prSet/>
      <dgm:spPr/>
      <dgm:t>
        <a:bodyPr/>
        <a:lstStyle/>
        <a:p>
          <a:r>
            <a:rPr lang="en-US"/>
            <a:t>Stakeholders include developers, testers, integrators, maintainers, performance engineers, users, builders of systems interacting with the one under consideration, and, possibly, others.</a:t>
          </a:r>
          <a:endParaRPr lang="en-US" dirty="0"/>
        </a:p>
      </dgm:t>
    </dgm:pt>
    <dgm:pt modelId="{044F5044-0F41-4AD8-B230-B015358CE2A4}" type="parTrans" cxnId="{4988D4C5-0A9C-40CC-BF60-3F10326DF30F}">
      <dgm:prSet/>
      <dgm:spPr/>
      <dgm:t>
        <a:bodyPr/>
        <a:lstStyle/>
        <a:p>
          <a:endParaRPr lang="en-IN"/>
        </a:p>
      </dgm:t>
    </dgm:pt>
    <dgm:pt modelId="{C3030C0A-B391-41CE-8EB1-E9E700A3B8A1}" type="sibTrans" cxnId="{4988D4C5-0A9C-40CC-BF60-3F10326DF30F}">
      <dgm:prSet/>
      <dgm:spPr/>
      <dgm:t>
        <a:bodyPr/>
        <a:lstStyle/>
        <a:p>
          <a:endParaRPr lang="en-IN"/>
        </a:p>
      </dgm:t>
    </dgm:pt>
    <dgm:pt modelId="{0068C620-1D92-4BAA-993F-B9827A83B0E1}">
      <dgm:prSet/>
      <dgm:spPr/>
      <dgm:t>
        <a:bodyPr/>
        <a:lstStyle/>
        <a:p>
          <a:r>
            <a:rPr lang="en-US"/>
            <a:t>Their job is to articulate the specific quality attribute goals that the architecture should meet. </a:t>
          </a:r>
          <a:endParaRPr lang="en-US" dirty="0"/>
        </a:p>
      </dgm:t>
    </dgm:pt>
    <dgm:pt modelId="{BA07C212-F58B-4E82-82DA-01B21038A1FE}" type="parTrans" cxnId="{1BB32861-175B-46DA-9449-81AE1D868D33}">
      <dgm:prSet/>
      <dgm:spPr/>
      <dgm:t>
        <a:bodyPr/>
        <a:lstStyle/>
        <a:p>
          <a:endParaRPr lang="en-IN"/>
        </a:p>
      </dgm:t>
    </dgm:pt>
    <dgm:pt modelId="{50D0CB12-6FC2-4A66-AF90-0E3409979D7C}" type="sibTrans" cxnId="{1BB32861-175B-46DA-9449-81AE1D868D33}">
      <dgm:prSet/>
      <dgm:spPr/>
      <dgm:t>
        <a:bodyPr/>
        <a:lstStyle/>
        <a:p>
          <a:endParaRPr lang="en-IN"/>
        </a:p>
      </dgm:t>
    </dgm:pt>
    <dgm:pt modelId="{E711E3C4-D0BB-4337-83FE-4533A143AD32}">
      <dgm:prSet/>
      <dgm:spPr/>
      <dgm:t>
        <a:bodyPr/>
        <a:lstStyle/>
        <a:p>
          <a:r>
            <a:rPr lang="en-US"/>
            <a:t>Expect to enlist 12 to 15 stakeholders for the evaluation of a large enterprise-critical architecture. </a:t>
          </a:r>
          <a:endParaRPr lang="en-US" dirty="0"/>
        </a:p>
      </dgm:t>
    </dgm:pt>
    <dgm:pt modelId="{7AC7D95F-21C0-4EB0-9152-2723C6B242B4}" type="parTrans" cxnId="{25CCF6A0-1A1E-412C-9C16-2093005EB77C}">
      <dgm:prSet/>
      <dgm:spPr/>
      <dgm:t>
        <a:bodyPr/>
        <a:lstStyle/>
        <a:p>
          <a:endParaRPr lang="en-IN"/>
        </a:p>
      </dgm:t>
    </dgm:pt>
    <dgm:pt modelId="{7BB1CA3F-A2C2-4518-BBE4-6DB6034E0334}" type="sibTrans" cxnId="{25CCF6A0-1A1E-412C-9C16-2093005EB77C}">
      <dgm:prSet/>
      <dgm:spPr/>
      <dgm:t>
        <a:bodyPr/>
        <a:lstStyle/>
        <a:p>
          <a:endParaRPr lang="en-IN"/>
        </a:p>
      </dgm:t>
    </dgm:pt>
    <dgm:pt modelId="{C584A4BF-6AF1-49A0-8139-6E234FEB77FB}" type="pres">
      <dgm:prSet presAssocID="{0F8D4A22-D624-489C-A305-6709AADA6275}" presName="linear" presStyleCnt="0">
        <dgm:presLayoutVars>
          <dgm:dir/>
          <dgm:animLvl val="lvl"/>
          <dgm:resizeHandles val="exact"/>
        </dgm:presLayoutVars>
      </dgm:prSet>
      <dgm:spPr/>
    </dgm:pt>
    <dgm:pt modelId="{7A1AB430-EBA4-41B7-B7AB-98BA4330A2DF}" type="pres">
      <dgm:prSet presAssocID="{87D013EA-D88A-4668-BE15-FEC3C5096657}" presName="parentLin" presStyleCnt="0"/>
      <dgm:spPr/>
    </dgm:pt>
    <dgm:pt modelId="{BC0FC2B2-9DF4-43F8-A7DB-1AA5EA0B0DFC}" type="pres">
      <dgm:prSet presAssocID="{87D013EA-D88A-4668-BE15-FEC3C5096657}" presName="parentLeftMargin" presStyleLbl="node1" presStyleIdx="0" presStyleCnt="3"/>
      <dgm:spPr/>
    </dgm:pt>
    <dgm:pt modelId="{992A39CA-BD54-4318-9F75-2F060742ACA9}" type="pres">
      <dgm:prSet presAssocID="{87D013EA-D88A-4668-BE15-FEC3C5096657}" presName="parentText" presStyleLbl="node1" presStyleIdx="0" presStyleCnt="3">
        <dgm:presLayoutVars>
          <dgm:chMax val="0"/>
          <dgm:bulletEnabled val="1"/>
        </dgm:presLayoutVars>
      </dgm:prSet>
      <dgm:spPr/>
    </dgm:pt>
    <dgm:pt modelId="{1C9019A4-AC5C-4EEA-B204-D034D39237C4}" type="pres">
      <dgm:prSet presAssocID="{87D013EA-D88A-4668-BE15-FEC3C5096657}" presName="negativeSpace" presStyleCnt="0"/>
      <dgm:spPr/>
    </dgm:pt>
    <dgm:pt modelId="{41E882AF-5C3E-4DF2-A208-20EBBCD1F447}" type="pres">
      <dgm:prSet presAssocID="{87D013EA-D88A-4668-BE15-FEC3C5096657}" presName="childText" presStyleLbl="conFgAcc1" presStyleIdx="0" presStyleCnt="3">
        <dgm:presLayoutVars>
          <dgm:bulletEnabled val="1"/>
        </dgm:presLayoutVars>
      </dgm:prSet>
      <dgm:spPr/>
    </dgm:pt>
    <dgm:pt modelId="{AC599694-FDBE-4FA7-BA16-EAFA460B7C1F}" type="pres">
      <dgm:prSet presAssocID="{A6A2039C-6B9F-4034-B2C4-D7875CC4172B}" presName="spaceBetweenRectangles" presStyleCnt="0"/>
      <dgm:spPr/>
    </dgm:pt>
    <dgm:pt modelId="{920EFB7A-F0A4-49D0-86BF-39D3E45322B4}" type="pres">
      <dgm:prSet presAssocID="{17223385-A137-4B2C-838F-0FB86511BA9F}" presName="parentLin" presStyleCnt="0"/>
      <dgm:spPr/>
    </dgm:pt>
    <dgm:pt modelId="{467430C5-53BF-4004-B340-FC3FB0A458C6}" type="pres">
      <dgm:prSet presAssocID="{17223385-A137-4B2C-838F-0FB86511BA9F}" presName="parentLeftMargin" presStyleLbl="node1" presStyleIdx="0" presStyleCnt="3"/>
      <dgm:spPr/>
    </dgm:pt>
    <dgm:pt modelId="{08E25C7E-3DB9-4D3E-BD3A-D7CDA4EB4B93}" type="pres">
      <dgm:prSet presAssocID="{17223385-A137-4B2C-838F-0FB86511BA9F}" presName="parentText" presStyleLbl="node1" presStyleIdx="1" presStyleCnt="3">
        <dgm:presLayoutVars>
          <dgm:chMax val="0"/>
          <dgm:bulletEnabled val="1"/>
        </dgm:presLayoutVars>
      </dgm:prSet>
      <dgm:spPr/>
    </dgm:pt>
    <dgm:pt modelId="{B451F6BE-3A71-4AEC-9162-86A92056A86D}" type="pres">
      <dgm:prSet presAssocID="{17223385-A137-4B2C-838F-0FB86511BA9F}" presName="negativeSpace" presStyleCnt="0"/>
      <dgm:spPr/>
    </dgm:pt>
    <dgm:pt modelId="{184601A4-D57A-4F9F-BFF5-1694C0199448}" type="pres">
      <dgm:prSet presAssocID="{17223385-A137-4B2C-838F-0FB86511BA9F}" presName="childText" presStyleLbl="conFgAcc1" presStyleIdx="1" presStyleCnt="3">
        <dgm:presLayoutVars>
          <dgm:bulletEnabled val="1"/>
        </dgm:presLayoutVars>
      </dgm:prSet>
      <dgm:spPr/>
    </dgm:pt>
    <dgm:pt modelId="{EA51E11B-6938-4B36-A31C-F3E8C6A945FE}" type="pres">
      <dgm:prSet presAssocID="{C691D79B-4804-4171-80C4-FAFBCC2A4664}" presName="spaceBetweenRectangles" presStyleCnt="0"/>
      <dgm:spPr/>
    </dgm:pt>
    <dgm:pt modelId="{275BED54-0086-40B5-B4CB-9151A9F55A7D}" type="pres">
      <dgm:prSet presAssocID="{BB6523A8-2376-48E0-908E-D51F1641C1B9}" presName="parentLin" presStyleCnt="0"/>
      <dgm:spPr/>
    </dgm:pt>
    <dgm:pt modelId="{7333FDA8-73B9-473C-BAF9-BDA8C2DFA561}" type="pres">
      <dgm:prSet presAssocID="{BB6523A8-2376-48E0-908E-D51F1641C1B9}" presName="parentLeftMargin" presStyleLbl="node1" presStyleIdx="1" presStyleCnt="3"/>
      <dgm:spPr/>
    </dgm:pt>
    <dgm:pt modelId="{58EF6419-E74F-4508-8184-EE1A3092475C}" type="pres">
      <dgm:prSet presAssocID="{BB6523A8-2376-48E0-908E-D51F1641C1B9}" presName="parentText" presStyleLbl="node1" presStyleIdx="2" presStyleCnt="3">
        <dgm:presLayoutVars>
          <dgm:chMax val="0"/>
          <dgm:bulletEnabled val="1"/>
        </dgm:presLayoutVars>
      </dgm:prSet>
      <dgm:spPr/>
    </dgm:pt>
    <dgm:pt modelId="{2D27F4B8-76B8-4A2C-BA83-4B75D804C568}" type="pres">
      <dgm:prSet presAssocID="{BB6523A8-2376-48E0-908E-D51F1641C1B9}" presName="negativeSpace" presStyleCnt="0"/>
      <dgm:spPr/>
    </dgm:pt>
    <dgm:pt modelId="{21636D2B-1E10-43E8-BF3D-B95B796C4974}" type="pres">
      <dgm:prSet presAssocID="{BB6523A8-2376-48E0-908E-D51F1641C1B9}" presName="childText" presStyleLbl="conFgAcc1" presStyleIdx="2" presStyleCnt="3">
        <dgm:presLayoutVars>
          <dgm:bulletEnabled val="1"/>
        </dgm:presLayoutVars>
      </dgm:prSet>
      <dgm:spPr/>
    </dgm:pt>
  </dgm:ptLst>
  <dgm:cxnLst>
    <dgm:cxn modelId="{B83E8901-51F7-438C-8AD2-893C266208E2}" srcId="{87D013EA-D88A-4668-BE15-FEC3C5096657}" destId="{C54213E5-A68E-4998-B552-40A80FCDECC3}" srcOrd="1" destOrd="0" parTransId="{EF7CDB5C-FD08-4093-BCD5-F5819FA57956}" sibTransId="{E37D7BB4-AF9B-411C-B289-11497588DED9}"/>
    <dgm:cxn modelId="{0107790B-9490-4DB1-A8B4-E4963C730479}" type="presOf" srcId="{17223385-A137-4B2C-838F-0FB86511BA9F}" destId="{08E25C7E-3DB9-4D3E-BD3A-D7CDA4EB4B93}" srcOrd="1" destOrd="0" presId="urn:microsoft.com/office/officeart/2005/8/layout/list1"/>
    <dgm:cxn modelId="{455C1217-D835-4A50-A7D3-48E213CF63D3}" type="presOf" srcId="{E711E3C4-D0BB-4337-83FE-4533A143AD32}" destId="{21636D2B-1E10-43E8-BF3D-B95B796C4974}" srcOrd="0" destOrd="3" presId="urn:microsoft.com/office/officeart/2005/8/layout/list1"/>
    <dgm:cxn modelId="{82148B1E-F34F-493C-8DD3-8BE76B6482A7}" type="presOf" srcId="{312F12B8-51C2-4F1A-904F-B20C40B99808}" destId="{21636D2B-1E10-43E8-BF3D-B95B796C4974}" srcOrd="0" destOrd="1" presId="urn:microsoft.com/office/officeart/2005/8/layout/list1"/>
    <dgm:cxn modelId="{F1822620-5F47-42BD-A3E7-B288927BC478}" type="presOf" srcId="{0068C620-1D92-4BAA-993F-B9827A83B0E1}" destId="{21636D2B-1E10-43E8-BF3D-B95B796C4974}" srcOrd="0" destOrd="2" presId="urn:microsoft.com/office/officeart/2005/8/layout/list1"/>
    <dgm:cxn modelId="{AFCCCF24-FCB1-44C6-BD89-312623DFFD88}" srcId="{87D013EA-D88A-4668-BE15-FEC3C5096657}" destId="{91482D05-24DD-44C9-86B1-8B41E7E39844}" srcOrd="2" destOrd="0" parTransId="{B9D90360-6928-458D-B3DD-DE0C6FF6196F}" sibTransId="{C1D03D63-AD96-4DCF-A09E-A3AB2274665E}"/>
    <dgm:cxn modelId="{1BB32861-175B-46DA-9449-81AE1D868D33}" srcId="{BB6523A8-2376-48E0-908E-D51F1641C1B9}" destId="{0068C620-1D92-4BAA-993F-B9827A83B0E1}" srcOrd="2" destOrd="0" parTransId="{BA07C212-F58B-4E82-82DA-01B21038A1FE}" sibTransId="{50D0CB12-6FC2-4A66-AF90-0E3409979D7C}"/>
    <dgm:cxn modelId="{170F0266-6632-44A0-94C6-7E4C0428BEC0}" type="presOf" srcId="{87D013EA-D88A-4668-BE15-FEC3C5096657}" destId="{BC0FC2B2-9DF4-43F8-A7DB-1AA5EA0B0DFC}" srcOrd="0" destOrd="0" presId="urn:microsoft.com/office/officeart/2005/8/layout/list1"/>
    <dgm:cxn modelId="{92BD9249-FA43-402D-A0CB-C9990D278356}" srcId="{17223385-A137-4B2C-838F-0FB86511BA9F}" destId="{13757515-EBD8-45AD-BBDA-D2425E6C97BD}" srcOrd="2" destOrd="0" parTransId="{D1240D7A-57BD-491C-BCB0-ADF0E6AEF545}" sibTransId="{5A932727-E77E-4F31-B7A1-BBC1E87377E9}"/>
    <dgm:cxn modelId="{F4AFF54B-3CE7-46AA-B110-4D848FAEF018}" type="presOf" srcId="{13757515-EBD8-45AD-BBDA-D2425E6C97BD}" destId="{184601A4-D57A-4F9F-BFF5-1694C0199448}" srcOrd="0" destOrd="2" presId="urn:microsoft.com/office/officeart/2005/8/layout/list1"/>
    <dgm:cxn modelId="{BB407377-E150-4268-90E9-F526E1EF37DD}" type="presOf" srcId="{87D013EA-D88A-4668-BE15-FEC3C5096657}" destId="{992A39CA-BD54-4318-9F75-2F060742ACA9}" srcOrd="1" destOrd="0" presId="urn:microsoft.com/office/officeart/2005/8/layout/list1"/>
    <dgm:cxn modelId="{AF950481-FEAC-42EE-B4BD-8958711F3670}" type="presOf" srcId="{C54213E5-A68E-4998-B552-40A80FCDECC3}" destId="{41E882AF-5C3E-4DF2-A208-20EBBCD1F447}" srcOrd="0" destOrd="1" presId="urn:microsoft.com/office/officeart/2005/8/layout/list1"/>
    <dgm:cxn modelId="{539CBF89-2E4C-4435-A27C-AFAB42A92572}" type="presOf" srcId="{0F8D4A22-D624-489C-A305-6709AADA6275}" destId="{C584A4BF-6AF1-49A0-8139-6E234FEB77FB}" srcOrd="0" destOrd="0" presId="urn:microsoft.com/office/officeart/2005/8/layout/list1"/>
    <dgm:cxn modelId="{20830B8A-DD1B-4C39-ABE3-AA92CFCE7330}" srcId="{87D013EA-D88A-4668-BE15-FEC3C5096657}" destId="{50A04B76-0705-4845-841F-6F731999CACC}" srcOrd="0" destOrd="0" parTransId="{A28E2BAF-0C9E-4922-913E-F75D1023C9A8}" sibTransId="{8E29814E-D777-4573-AA5C-0832412D49C8}"/>
    <dgm:cxn modelId="{1275B097-CCA7-4807-A5A2-1C36DBDCB8A0}" type="presOf" srcId="{91482D05-24DD-44C9-86B1-8B41E7E39844}" destId="{41E882AF-5C3E-4DF2-A208-20EBBCD1F447}" srcOrd="0" destOrd="2" presId="urn:microsoft.com/office/officeart/2005/8/layout/list1"/>
    <dgm:cxn modelId="{25CCF6A0-1A1E-412C-9C16-2093005EB77C}" srcId="{BB6523A8-2376-48E0-908E-D51F1641C1B9}" destId="{E711E3C4-D0BB-4337-83FE-4533A143AD32}" srcOrd="3" destOrd="0" parTransId="{7AC7D95F-21C0-4EB0-9152-2723C6B242B4}" sibTransId="{7BB1CA3F-A2C2-4518-BBE4-6DB6034E0334}"/>
    <dgm:cxn modelId="{A795CEA2-7846-4945-8A53-4CCBA5AC2BDB}" srcId="{0F8D4A22-D624-489C-A305-6709AADA6275}" destId="{17223385-A137-4B2C-838F-0FB86511BA9F}" srcOrd="1" destOrd="0" parTransId="{B1CB845E-4BB3-4D37-BCB9-6653654CC3E9}" sibTransId="{C691D79B-4804-4171-80C4-FAFBCC2A4664}"/>
    <dgm:cxn modelId="{24569CA6-4EEF-485A-9631-6FDD2EAA1582}" type="presOf" srcId="{8400B548-B87A-48B9-88E6-5E13320AC254}" destId="{184601A4-D57A-4F9F-BFF5-1694C0199448}" srcOrd="0" destOrd="0" presId="urn:microsoft.com/office/officeart/2005/8/layout/list1"/>
    <dgm:cxn modelId="{821434AE-92CA-4EFC-80E9-394BCDF2C87E}" type="presOf" srcId="{50A04B76-0705-4845-841F-6F731999CACC}" destId="{41E882AF-5C3E-4DF2-A208-20EBBCD1F447}" srcOrd="0" destOrd="0" presId="urn:microsoft.com/office/officeart/2005/8/layout/list1"/>
    <dgm:cxn modelId="{36AAD4BD-03D8-41C4-84D7-229398065C07}" srcId="{0F8D4A22-D624-489C-A305-6709AADA6275}" destId="{87D013EA-D88A-4668-BE15-FEC3C5096657}" srcOrd="0" destOrd="0" parTransId="{4A6CB3F6-5670-4702-95C4-10361BEB3F4B}" sibTransId="{A6A2039C-6B9F-4034-B2C4-D7875CC4172B}"/>
    <dgm:cxn modelId="{0B0A0DBF-9A09-411F-BF62-42155A16D6A2}" srcId="{17223385-A137-4B2C-838F-0FB86511BA9F}" destId="{D5269377-49CD-457F-A775-E042CB575D2B}" srcOrd="1" destOrd="0" parTransId="{F371A230-42B9-49EE-8456-B17A47E9BD7E}" sibTransId="{A01C6BE8-656E-451B-B4D1-603EC4F6C9C7}"/>
    <dgm:cxn modelId="{721BC4C0-F6E1-4378-A2F4-C4F166C7D03D}" type="presOf" srcId="{D5269377-49CD-457F-A775-E042CB575D2B}" destId="{184601A4-D57A-4F9F-BFF5-1694C0199448}" srcOrd="0" destOrd="1" presId="urn:microsoft.com/office/officeart/2005/8/layout/list1"/>
    <dgm:cxn modelId="{4988D4C5-0A9C-40CC-BF60-3F10326DF30F}" srcId="{BB6523A8-2376-48E0-908E-D51F1641C1B9}" destId="{312F12B8-51C2-4F1A-904F-B20C40B99808}" srcOrd="1" destOrd="0" parTransId="{044F5044-0F41-4AD8-B230-B015358CE2A4}" sibTransId="{C3030C0A-B391-41CE-8EB1-E9E700A3B8A1}"/>
    <dgm:cxn modelId="{E2ECF5C9-05DB-4F88-AF78-AFE2B7499EBE}" type="presOf" srcId="{BB6523A8-2376-48E0-908E-D51F1641C1B9}" destId="{58EF6419-E74F-4508-8184-EE1A3092475C}" srcOrd="1" destOrd="0" presId="urn:microsoft.com/office/officeart/2005/8/layout/list1"/>
    <dgm:cxn modelId="{891D05D0-5D79-49CB-BDD7-C841049C579A}" srcId="{BB6523A8-2376-48E0-908E-D51F1641C1B9}" destId="{5C85831E-3EB5-4F46-9A34-567D8F4557F4}" srcOrd="0" destOrd="0" parTransId="{56BACBC6-54E1-4440-80D7-24DED5E92E79}" sibTransId="{33EAE312-10BB-4A8E-94B4-DD356D84326E}"/>
    <dgm:cxn modelId="{8C8573E5-6CB2-4402-881B-A2E001467A92}" type="presOf" srcId="{BB6523A8-2376-48E0-908E-D51F1641C1B9}" destId="{7333FDA8-73B9-473C-BAF9-BDA8C2DFA561}" srcOrd="0" destOrd="0" presId="urn:microsoft.com/office/officeart/2005/8/layout/list1"/>
    <dgm:cxn modelId="{3AD773EA-FCAF-4B81-A258-D08EE0E58CBB}" srcId="{0F8D4A22-D624-489C-A305-6709AADA6275}" destId="{BB6523A8-2376-48E0-908E-D51F1641C1B9}" srcOrd="2" destOrd="0" parTransId="{1369060A-C126-4C67-BA31-C2D3B3614419}" sibTransId="{6434900C-8123-4B27-961D-BF4E67FAB229}"/>
    <dgm:cxn modelId="{FDC47DF2-4389-4A84-8347-1013B093C53A}" type="presOf" srcId="{17223385-A137-4B2C-838F-0FB86511BA9F}" destId="{467430C5-53BF-4004-B340-FC3FB0A458C6}" srcOrd="0" destOrd="0" presId="urn:microsoft.com/office/officeart/2005/8/layout/list1"/>
    <dgm:cxn modelId="{7C7787FA-D1B6-4DD5-88BE-35DF7FAA65EA}" type="presOf" srcId="{5C85831E-3EB5-4F46-9A34-567D8F4557F4}" destId="{21636D2B-1E10-43E8-BF3D-B95B796C4974}" srcOrd="0" destOrd="0" presId="urn:microsoft.com/office/officeart/2005/8/layout/list1"/>
    <dgm:cxn modelId="{6F9277FC-1E64-49FD-B3A5-651CA0B774DC}" srcId="{17223385-A137-4B2C-838F-0FB86511BA9F}" destId="{8400B548-B87A-48B9-88E6-5E13320AC254}" srcOrd="0" destOrd="0" parTransId="{83AE76A6-BDC6-432E-8A0F-A94974909A44}" sibTransId="{328174EC-A9E8-413A-A2D6-0C1F7759CF9E}"/>
    <dgm:cxn modelId="{12BC7994-44B3-4A39-900A-1014A9532ABA}" type="presParOf" srcId="{C584A4BF-6AF1-49A0-8139-6E234FEB77FB}" destId="{7A1AB430-EBA4-41B7-B7AB-98BA4330A2DF}" srcOrd="0" destOrd="0" presId="urn:microsoft.com/office/officeart/2005/8/layout/list1"/>
    <dgm:cxn modelId="{515A58FF-31A8-4213-ACEB-5727A8342F76}" type="presParOf" srcId="{7A1AB430-EBA4-41B7-B7AB-98BA4330A2DF}" destId="{BC0FC2B2-9DF4-43F8-A7DB-1AA5EA0B0DFC}" srcOrd="0" destOrd="0" presId="urn:microsoft.com/office/officeart/2005/8/layout/list1"/>
    <dgm:cxn modelId="{F302A087-9928-4017-B07B-F33F072674CF}" type="presParOf" srcId="{7A1AB430-EBA4-41B7-B7AB-98BA4330A2DF}" destId="{992A39CA-BD54-4318-9F75-2F060742ACA9}" srcOrd="1" destOrd="0" presId="urn:microsoft.com/office/officeart/2005/8/layout/list1"/>
    <dgm:cxn modelId="{48A60EE6-D405-4B07-BDDC-DC16D3659FB2}" type="presParOf" srcId="{C584A4BF-6AF1-49A0-8139-6E234FEB77FB}" destId="{1C9019A4-AC5C-4EEA-B204-D034D39237C4}" srcOrd="1" destOrd="0" presId="urn:microsoft.com/office/officeart/2005/8/layout/list1"/>
    <dgm:cxn modelId="{A0C1685B-E055-4CA9-8637-46D7CB60C3C4}" type="presParOf" srcId="{C584A4BF-6AF1-49A0-8139-6E234FEB77FB}" destId="{41E882AF-5C3E-4DF2-A208-20EBBCD1F447}" srcOrd="2" destOrd="0" presId="urn:microsoft.com/office/officeart/2005/8/layout/list1"/>
    <dgm:cxn modelId="{0AB69EC5-0211-48A9-B693-019AE370D07C}" type="presParOf" srcId="{C584A4BF-6AF1-49A0-8139-6E234FEB77FB}" destId="{AC599694-FDBE-4FA7-BA16-EAFA460B7C1F}" srcOrd="3" destOrd="0" presId="urn:microsoft.com/office/officeart/2005/8/layout/list1"/>
    <dgm:cxn modelId="{44FB6180-346D-4B6F-8C9A-0765D54B2A23}" type="presParOf" srcId="{C584A4BF-6AF1-49A0-8139-6E234FEB77FB}" destId="{920EFB7A-F0A4-49D0-86BF-39D3E45322B4}" srcOrd="4" destOrd="0" presId="urn:microsoft.com/office/officeart/2005/8/layout/list1"/>
    <dgm:cxn modelId="{55AF3ED2-B27C-41D8-816F-506E84F77AAD}" type="presParOf" srcId="{920EFB7A-F0A4-49D0-86BF-39D3E45322B4}" destId="{467430C5-53BF-4004-B340-FC3FB0A458C6}" srcOrd="0" destOrd="0" presId="urn:microsoft.com/office/officeart/2005/8/layout/list1"/>
    <dgm:cxn modelId="{E8374500-6B8C-4835-9044-73B34AB1051C}" type="presParOf" srcId="{920EFB7A-F0A4-49D0-86BF-39D3E45322B4}" destId="{08E25C7E-3DB9-4D3E-BD3A-D7CDA4EB4B93}" srcOrd="1" destOrd="0" presId="urn:microsoft.com/office/officeart/2005/8/layout/list1"/>
    <dgm:cxn modelId="{EA81B44F-7257-41B0-A5F8-FA66B6B008FE}" type="presParOf" srcId="{C584A4BF-6AF1-49A0-8139-6E234FEB77FB}" destId="{B451F6BE-3A71-4AEC-9162-86A92056A86D}" srcOrd="5" destOrd="0" presId="urn:microsoft.com/office/officeart/2005/8/layout/list1"/>
    <dgm:cxn modelId="{C4BBD0D8-015E-42C0-8522-62568014A32B}" type="presParOf" srcId="{C584A4BF-6AF1-49A0-8139-6E234FEB77FB}" destId="{184601A4-D57A-4F9F-BFF5-1694C0199448}" srcOrd="6" destOrd="0" presId="urn:microsoft.com/office/officeart/2005/8/layout/list1"/>
    <dgm:cxn modelId="{7E6071AA-02A6-4385-9BB3-38167B697286}" type="presParOf" srcId="{C584A4BF-6AF1-49A0-8139-6E234FEB77FB}" destId="{EA51E11B-6938-4B36-A31C-F3E8C6A945FE}" srcOrd="7" destOrd="0" presId="urn:microsoft.com/office/officeart/2005/8/layout/list1"/>
    <dgm:cxn modelId="{C1535FBA-7939-4F26-BD28-FDC742560F20}" type="presParOf" srcId="{C584A4BF-6AF1-49A0-8139-6E234FEB77FB}" destId="{275BED54-0086-40B5-B4CB-9151A9F55A7D}" srcOrd="8" destOrd="0" presId="urn:microsoft.com/office/officeart/2005/8/layout/list1"/>
    <dgm:cxn modelId="{E4C8ED9D-9FD5-43F1-AA40-F0FF2CCD7F26}" type="presParOf" srcId="{275BED54-0086-40B5-B4CB-9151A9F55A7D}" destId="{7333FDA8-73B9-473C-BAF9-BDA8C2DFA561}" srcOrd="0" destOrd="0" presId="urn:microsoft.com/office/officeart/2005/8/layout/list1"/>
    <dgm:cxn modelId="{EEFCA1B0-7A6A-46D2-AB60-093FEB71296E}" type="presParOf" srcId="{275BED54-0086-40B5-B4CB-9151A9F55A7D}" destId="{58EF6419-E74F-4508-8184-EE1A3092475C}" srcOrd="1" destOrd="0" presId="urn:microsoft.com/office/officeart/2005/8/layout/list1"/>
    <dgm:cxn modelId="{65C7CEED-B589-476D-9068-F119BDBCB528}" type="presParOf" srcId="{C584A4BF-6AF1-49A0-8139-6E234FEB77FB}" destId="{2D27F4B8-76B8-4A2C-BA83-4B75D804C568}" srcOrd="9" destOrd="0" presId="urn:microsoft.com/office/officeart/2005/8/layout/list1"/>
    <dgm:cxn modelId="{B89FCB6A-D7DD-4669-B28F-24DCB36BDB67}" type="presParOf" srcId="{C584A4BF-6AF1-49A0-8139-6E234FEB77FB}" destId="{21636D2B-1E10-43E8-BF3D-B95B796C4974}"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A43E9F1-3491-4AD6-86C0-BC6B434DEAE2}" type="doc">
      <dgm:prSet loTypeId="urn:microsoft.com/office/officeart/2005/8/layout/vList5" loCatId="list" qsTypeId="urn:microsoft.com/office/officeart/2005/8/quickstyle/simple1#10" qsCatId="simple" csTypeId="urn:microsoft.com/office/officeart/2005/8/colors/accent1_2#10" csCatId="accent1" phldr="1"/>
      <dgm:spPr/>
      <dgm:t>
        <a:bodyPr/>
        <a:lstStyle/>
        <a:p>
          <a:endParaRPr lang="en-IN"/>
        </a:p>
      </dgm:t>
    </dgm:pt>
    <dgm:pt modelId="{92CC3F1B-EF8A-4E31-9B50-2104B4053AA4}">
      <dgm:prSet phldrT="[Text]" custT="1"/>
      <dgm:spPr/>
      <dgm:t>
        <a:bodyPr/>
        <a:lstStyle/>
        <a:p>
          <a:r>
            <a:rPr lang="en-IN" sz="1600"/>
            <a:t>1</a:t>
          </a:r>
        </a:p>
      </dgm:t>
    </dgm:pt>
    <dgm:pt modelId="{09691C37-BF2C-491F-9CA6-10433FBA46FB}" type="parTrans" cxnId="{B092D0E2-31C1-4D1C-A0EB-123A60C9FD3D}">
      <dgm:prSet/>
      <dgm:spPr/>
      <dgm:t>
        <a:bodyPr/>
        <a:lstStyle/>
        <a:p>
          <a:endParaRPr lang="en-IN"/>
        </a:p>
      </dgm:t>
    </dgm:pt>
    <dgm:pt modelId="{8C92CF39-4E61-4D31-BFB9-F424C3EEAF87}" type="sibTrans" cxnId="{B092D0E2-31C1-4D1C-A0EB-123A60C9FD3D}">
      <dgm:prSet/>
      <dgm:spPr/>
      <dgm:t>
        <a:bodyPr/>
        <a:lstStyle/>
        <a:p>
          <a:endParaRPr lang="en-IN"/>
        </a:p>
      </dgm:t>
    </dgm:pt>
    <dgm:pt modelId="{289D0A46-D80B-48D4-B3EA-14A922845C42}">
      <dgm:prSet custT="1"/>
      <dgm:spPr/>
      <dgm:t>
        <a:bodyPr/>
        <a:lstStyle/>
        <a:p>
          <a:r>
            <a:rPr lang="en-IN" sz="1600" dirty="0"/>
            <a:t>A concise presentation of the architecture.  The architecture is presented in one hour</a:t>
          </a:r>
        </a:p>
      </dgm:t>
    </dgm:pt>
    <dgm:pt modelId="{D3EE6A94-A3E5-49D2-8156-9342220E2529}" type="parTrans" cxnId="{7C0C7F6D-9420-4D1A-B653-A2CC73C225CB}">
      <dgm:prSet/>
      <dgm:spPr/>
      <dgm:t>
        <a:bodyPr/>
        <a:lstStyle/>
        <a:p>
          <a:endParaRPr lang="en-IN"/>
        </a:p>
      </dgm:t>
    </dgm:pt>
    <dgm:pt modelId="{649FCC77-3565-483D-A1FB-C60750077319}" type="sibTrans" cxnId="{7C0C7F6D-9420-4D1A-B653-A2CC73C225CB}">
      <dgm:prSet/>
      <dgm:spPr/>
      <dgm:t>
        <a:bodyPr/>
        <a:lstStyle/>
        <a:p>
          <a:endParaRPr lang="en-IN"/>
        </a:p>
      </dgm:t>
    </dgm:pt>
    <dgm:pt modelId="{38537F18-C97C-40E1-BBCE-0525B2831A40}">
      <dgm:prSet custT="1"/>
      <dgm:spPr/>
      <dgm:t>
        <a:bodyPr/>
        <a:lstStyle/>
        <a:p>
          <a:r>
            <a:rPr lang="en-IN" sz="1600"/>
            <a:t>2</a:t>
          </a:r>
        </a:p>
      </dgm:t>
    </dgm:pt>
    <dgm:pt modelId="{181283E4-6C70-4DE7-877A-757C07A88E40}" type="parTrans" cxnId="{030A7558-9979-46DC-8A46-069D9394C2BF}">
      <dgm:prSet/>
      <dgm:spPr/>
      <dgm:t>
        <a:bodyPr/>
        <a:lstStyle/>
        <a:p>
          <a:endParaRPr lang="en-IN"/>
        </a:p>
      </dgm:t>
    </dgm:pt>
    <dgm:pt modelId="{544F9AC1-C9A6-417D-B11A-FC0A3085487D}" type="sibTrans" cxnId="{030A7558-9979-46DC-8A46-069D9394C2BF}">
      <dgm:prSet/>
      <dgm:spPr/>
      <dgm:t>
        <a:bodyPr/>
        <a:lstStyle/>
        <a:p>
          <a:endParaRPr lang="en-IN"/>
        </a:p>
      </dgm:t>
    </dgm:pt>
    <dgm:pt modelId="{8DCEF12A-912C-40EF-A816-613475FEA8FC}">
      <dgm:prSet custT="1"/>
      <dgm:spPr/>
      <dgm:t>
        <a:bodyPr/>
        <a:lstStyle/>
        <a:p>
          <a:r>
            <a:rPr lang="en-IN" sz="1600" dirty="0"/>
            <a:t>Articulation of the business goals. Frequently, the business goals presented in the ATAM are being seen by some of the assembled participants for the first time and  these are captured in the outputs.</a:t>
          </a:r>
        </a:p>
      </dgm:t>
    </dgm:pt>
    <dgm:pt modelId="{DE74A444-23E4-4EBC-984F-2842044587C9}" type="parTrans" cxnId="{3772249A-D8A7-4843-9E53-D8D308B282A9}">
      <dgm:prSet/>
      <dgm:spPr/>
      <dgm:t>
        <a:bodyPr/>
        <a:lstStyle/>
        <a:p>
          <a:endParaRPr lang="en-IN"/>
        </a:p>
      </dgm:t>
    </dgm:pt>
    <dgm:pt modelId="{A59204F2-BB2E-4C73-AB4A-0332DC716BED}" type="sibTrans" cxnId="{3772249A-D8A7-4843-9E53-D8D308B282A9}">
      <dgm:prSet/>
      <dgm:spPr/>
      <dgm:t>
        <a:bodyPr/>
        <a:lstStyle/>
        <a:p>
          <a:endParaRPr lang="en-IN"/>
        </a:p>
      </dgm:t>
    </dgm:pt>
    <dgm:pt modelId="{6DDA65BA-5296-49D3-91B1-C90093208A57}">
      <dgm:prSet custT="1"/>
      <dgm:spPr/>
      <dgm:t>
        <a:bodyPr/>
        <a:lstStyle/>
        <a:p>
          <a:r>
            <a:rPr lang="en-IN" sz="1600"/>
            <a:t>3</a:t>
          </a:r>
        </a:p>
      </dgm:t>
    </dgm:pt>
    <dgm:pt modelId="{54E6B62C-D207-4773-9380-C6E673DA7C8C}" type="parTrans" cxnId="{FB47C641-6BD6-4841-BC77-04CE51714814}">
      <dgm:prSet/>
      <dgm:spPr/>
      <dgm:t>
        <a:bodyPr/>
        <a:lstStyle/>
        <a:p>
          <a:endParaRPr lang="en-IN"/>
        </a:p>
      </dgm:t>
    </dgm:pt>
    <dgm:pt modelId="{4F1BC72C-967F-4A82-9FE9-EEEC28118EFA}" type="sibTrans" cxnId="{FB47C641-6BD6-4841-BC77-04CE51714814}">
      <dgm:prSet/>
      <dgm:spPr/>
      <dgm:t>
        <a:bodyPr/>
        <a:lstStyle/>
        <a:p>
          <a:endParaRPr lang="en-IN"/>
        </a:p>
      </dgm:t>
    </dgm:pt>
    <dgm:pt modelId="{38BFC585-6D2F-4101-8EEB-F60789AFE22F}">
      <dgm:prSet custT="1"/>
      <dgm:spPr/>
      <dgm:t>
        <a:bodyPr/>
        <a:lstStyle/>
        <a:p>
          <a:r>
            <a:rPr lang="en-IN" sz="1600" dirty="0"/>
            <a:t>Prioritized quality attribute requirements expressed as quality attribute scenarios. These quality attribute scenarios take the form described in Chapter 4.</a:t>
          </a:r>
        </a:p>
      </dgm:t>
    </dgm:pt>
    <dgm:pt modelId="{D4B7F7C3-18E7-4341-B203-1D698C6E2A0C}" type="parTrans" cxnId="{ECFC73B2-67A8-45DD-9FA5-1508AF9A0033}">
      <dgm:prSet/>
      <dgm:spPr/>
      <dgm:t>
        <a:bodyPr/>
        <a:lstStyle/>
        <a:p>
          <a:endParaRPr lang="en-IN"/>
        </a:p>
      </dgm:t>
    </dgm:pt>
    <dgm:pt modelId="{59F5C2A0-2F79-434A-B23C-58249D1AC884}" type="sibTrans" cxnId="{ECFC73B2-67A8-45DD-9FA5-1508AF9A0033}">
      <dgm:prSet/>
      <dgm:spPr/>
      <dgm:t>
        <a:bodyPr/>
        <a:lstStyle/>
        <a:p>
          <a:endParaRPr lang="en-IN"/>
        </a:p>
      </dgm:t>
    </dgm:pt>
    <dgm:pt modelId="{1CE6EB9B-9016-46A8-BD5D-EF6DEC72D7BD}">
      <dgm:prSet custT="1"/>
      <dgm:spPr/>
      <dgm:t>
        <a:bodyPr/>
        <a:lstStyle/>
        <a:p>
          <a:r>
            <a:rPr lang="en-IN" sz="1600" dirty="0"/>
            <a:t>4</a:t>
          </a:r>
        </a:p>
      </dgm:t>
    </dgm:pt>
    <dgm:pt modelId="{ED89D433-7234-47A4-8AE2-003399E92262}" type="parTrans" cxnId="{1B9A141D-3AD7-43A8-8CF3-77ECCB37B0F2}">
      <dgm:prSet/>
      <dgm:spPr/>
      <dgm:t>
        <a:bodyPr/>
        <a:lstStyle/>
        <a:p>
          <a:endParaRPr lang="en-IN"/>
        </a:p>
      </dgm:t>
    </dgm:pt>
    <dgm:pt modelId="{E63DC48F-D249-4801-A3CF-D30ABFED9F12}" type="sibTrans" cxnId="{1B9A141D-3AD7-43A8-8CF3-77ECCB37B0F2}">
      <dgm:prSet/>
      <dgm:spPr/>
      <dgm:t>
        <a:bodyPr/>
        <a:lstStyle/>
        <a:p>
          <a:endParaRPr lang="en-IN"/>
        </a:p>
      </dgm:t>
    </dgm:pt>
    <dgm:pt modelId="{9912FA15-E9D9-432A-AF21-7CC364BEAAB8}">
      <dgm:prSet custT="1"/>
      <dgm:spPr/>
      <dgm:t>
        <a:bodyPr/>
        <a:lstStyle/>
        <a:p>
          <a:r>
            <a:rPr lang="en-IN" sz="1400" dirty="0"/>
            <a:t>A set of risks and </a:t>
          </a:r>
          <a:r>
            <a:rPr lang="en-IN" sz="1400" dirty="0" err="1"/>
            <a:t>nonrisks</a:t>
          </a:r>
          <a:r>
            <a:rPr lang="en-IN" sz="1400" dirty="0"/>
            <a:t>. </a:t>
          </a:r>
        </a:p>
      </dgm:t>
    </dgm:pt>
    <dgm:pt modelId="{2E18FF34-6670-41BE-94A4-68071B9FF2FA}" type="parTrans" cxnId="{6A572160-83D4-4CBA-9F0F-30575C65F215}">
      <dgm:prSet/>
      <dgm:spPr/>
      <dgm:t>
        <a:bodyPr/>
        <a:lstStyle/>
        <a:p>
          <a:endParaRPr lang="en-IN"/>
        </a:p>
      </dgm:t>
    </dgm:pt>
    <dgm:pt modelId="{A3473D2A-491E-435B-B1F8-9E991AF2B95D}" type="sibTrans" cxnId="{6A572160-83D4-4CBA-9F0F-30575C65F215}">
      <dgm:prSet/>
      <dgm:spPr/>
      <dgm:t>
        <a:bodyPr/>
        <a:lstStyle/>
        <a:p>
          <a:endParaRPr lang="en-IN"/>
        </a:p>
      </dgm:t>
    </dgm:pt>
    <dgm:pt modelId="{EC3F8E1C-F029-465B-AEDB-A05CC48770F7}">
      <dgm:prSet custT="1"/>
      <dgm:spPr/>
      <dgm:t>
        <a:bodyPr/>
        <a:lstStyle/>
        <a:p>
          <a:r>
            <a:rPr lang="en-IN" sz="1400" dirty="0"/>
            <a:t>A risk is defined as an architectural decision that may lead to undesirable consequences in light of quality attribute requirements.</a:t>
          </a:r>
        </a:p>
      </dgm:t>
    </dgm:pt>
    <dgm:pt modelId="{D1B4592C-1622-4035-9A19-60C275FFC6F0}" type="parTrans" cxnId="{057E7AF5-7649-4E83-A139-C1A3EC9E678C}">
      <dgm:prSet/>
      <dgm:spPr/>
      <dgm:t>
        <a:bodyPr/>
        <a:lstStyle/>
        <a:p>
          <a:endParaRPr lang="en-IN"/>
        </a:p>
      </dgm:t>
    </dgm:pt>
    <dgm:pt modelId="{1E97C558-93B8-4E05-B1F3-950987EB02DC}" type="sibTrans" cxnId="{057E7AF5-7649-4E83-A139-C1A3EC9E678C}">
      <dgm:prSet/>
      <dgm:spPr/>
      <dgm:t>
        <a:bodyPr/>
        <a:lstStyle/>
        <a:p>
          <a:endParaRPr lang="en-IN"/>
        </a:p>
      </dgm:t>
    </dgm:pt>
    <dgm:pt modelId="{E9E4921A-F927-4FB0-8082-2169EC05339C}">
      <dgm:prSet custT="1"/>
      <dgm:spPr/>
      <dgm:t>
        <a:bodyPr/>
        <a:lstStyle/>
        <a:p>
          <a:r>
            <a:rPr lang="en-IN" sz="1400" dirty="0"/>
            <a:t>A </a:t>
          </a:r>
          <a:r>
            <a:rPr lang="en-IN" sz="1400" dirty="0" err="1"/>
            <a:t>nonrisk</a:t>
          </a:r>
          <a:r>
            <a:rPr lang="en-IN" sz="1400" dirty="0"/>
            <a:t> is an architectural decision that, upon analysis, is deemed safe. </a:t>
          </a:r>
        </a:p>
      </dgm:t>
    </dgm:pt>
    <dgm:pt modelId="{4BAA8B5C-F0D0-4AC4-9508-E35380C9F617}" type="parTrans" cxnId="{7C1DB30E-5072-4024-964B-D6FF0B956837}">
      <dgm:prSet/>
      <dgm:spPr/>
      <dgm:t>
        <a:bodyPr/>
        <a:lstStyle/>
        <a:p>
          <a:endParaRPr lang="en-IN"/>
        </a:p>
      </dgm:t>
    </dgm:pt>
    <dgm:pt modelId="{8DA1A9F7-67F9-41BE-A12B-91544A8C9252}" type="sibTrans" cxnId="{7C1DB30E-5072-4024-964B-D6FF0B956837}">
      <dgm:prSet/>
      <dgm:spPr/>
      <dgm:t>
        <a:bodyPr/>
        <a:lstStyle/>
        <a:p>
          <a:endParaRPr lang="en-IN"/>
        </a:p>
      </dgm:t>
    </dgm:pt>
    <dgm:pt modelId="{015D1A40-9F14-4DDE-A315-23256A3C4813}">
      <dgm:prSet custT="1"/>
      <dgm:spPr/>
      <dgm:t>
        <a:bodyPr/>
        <a:lstStyle/>
        <a:p>
          <a:r>
            <a:rPr lang="en-IN" sz="1400" dirty="0"/>
            <a:t>The identified risks form the basis for an architectural risk mitigation plan.</a:t>
          </a:r>
        </a:p>
      </dgm:t>
    </dgm:pt>
    <dgm:pt modelId="{172A1091-D4F1-4143-B957-EC9E15384F4F}" type="parTrans" cxnId="{A1F9F5BC-2605-40FF-82CC-8888A76E7951}">
      <dgm:prSet/>
      <dgm:spPr/>
      <dgm:t>
        <a:bodyPr/>
        <a:lstStyle/>
        <a:p>
          <a:endParaRPr lang="en-IN"/>
        </a:p>
      </dgm:t>
    </dgm:pt>
    <dgm:pt modelId="{D3611529-51F5-4913-81DD-C5D9864FD32B}" type="sibTrans" cxnId="{A1F9F5BC-2605-40FF-82CC-8888A76E7951}">
      <dgm:prSet/>
      <dgm:spPr/>
      <dgm:t>
        <a:bodyPr/>
        <a:lstStyle/>
        <a:p>
          <a:endParaRPr lang="en-IN"/>
        </a:p>
      </dgm:t>
    </dgm:pt>
    <dgm:pt modelId="{E731797E-9777-4BE7-AF91-EB8EB0BE7D87}" type="pres">
      <dgm:prSet presAssocID="{9A43E9F1-3491-4AD6-86C0-BC6B434DEAE2}" presName="Name0" presStyleCnt="0">
        <dgm:presLayoutVars>
          <dgm:dir/>
          <dgm:animLvl val="lvl"/>
          <dgm:resizeHandles val="exact"/>
        </dgm:presLayoutVars>
      </dgm:prSet>
      <dgm:spPr/>
    </dgm:pt>
    <dgm:pt modelId="{EF265C60-BA12-44FC-A6E1-7ADDE7ED5E99}" type="pres">
      <dgm:prSet presAssocID="{92CC3F1B-EF8A-4E31-9B50-2104B4053AA4}" presName="linNode" presStyleCnt="0"/>
      <dgm:spPr/>
    </dgm:pt>
    <dgm:pt modelId="{116119EF-4B95-4DB2-BCD6-73D1EBDB09A1}" type="pres">
      <dgm:prSet presAssocID="{92CC3F1B-EF8A-4E31-9B50-2104B4053AA4}" presName="parentText" presStyleLbl="node1" presStyleIdx="0" presStyleCnt="4" custScaleX="18313">
        <dgm:presLayoutVars>
          <dgm:chMax val="1"/>
          <dgm:bulletEnabled val="1"/>
        </dgm:presLayoutVars>
      </dgm:prSet>
      <dgm:spPr/>
    </dgm:pt>
    <dgm:pt modelId="{D356EA18-BCF4-40D2-B3BA-30E230C0EE26}" type="pres">
      <dgm:prSet presAssocID="{92CC3F1B-EF8A-4E31-9B50-2104B4053AA4}" presName="descendantText" presStyleLbl="alignAccFollowNode1" presStyleIdx="0" presStyleCnt="4" custScaleX="143055">
        <dgm:presLayoutVars>
          <dgm:bulletEnabled val="1"/>
        </dgm:presLayoutVars>
      </dgm:prSet>
      <dgm:spPr/>
    </dgm:pt>
    <dgm:pt modelId="{3828FCD5-F86B-4A15-B84A-925960CD493D}" type="pres">
      <dgm:prSet presAssocID="{8C92CF39-4E61-4D31-BFB9-F424C3EEAF87}" presName="sp" presStyleCnt="0"/>
      <dgm:spPr/>
    </dgm:pt>
    <dgm:pt modelId="{6EE1DC09-E9F4-4891-A07D-7AF0667FECF5}" type="pres">
      <dgm:prSet presAssocID="{38537F18-C97C-40E1-BBCE-0525B2831A40}" presName="linNode" presStyleCnt="0"/>
      <dgm:spPr/>
    </dgm:pt>
    <dgm:pt modelId="{A4D5459F-09E1-48B9-954C-C54703C8829C}" type="pres">
      <dgm:prSet presAssocID="{38537F18-C97C-40E1-BBCE-0525B2831A40}" presName="parentText" presStyleLbl="node1" presStyleIdx="1" presStyleCnt="4" custScaleX="18313">
        <dgm:presLayoutVars>
          <dgm:chMax val="1"/>
          <dgm:bulletEnabled val="1"/>
        </dgm:presLayoutVars>
      </dgm:prSet>
      <dgm:spPr/>
    </dgm:pt>
    <dgm:pt modelId="{1445F288-781F-49E8-B5D3-F23AC6C7D126}" type="pres">
      <dgm:prSet presAssocID="{38537F18-C97C-40E1-BBCE-0525B2831A40}" presName="descendantText" presStyleLbl="alignAccFollowNode1" presStyleIdx="1" presStyleCnt="4" custScaleX="143055">
        <dgm:presLayoutVars>
          <dgm:bulletEnabled val="1"/>
        </dgm:presLayoutVars>
      </dgm:prSet>
      <dgm:spPr/>
    </dgm:pt>
    <dgm:pt modelId="{DDCBB93F-8047-4AC5-8BC3-77B93D16AAC3}" type="pres">
      <dgm:prSet presAssocID="{544F9AC1-C9A6-417D-B11A-FC0A3085487D}" presName="sp" presStyleCnt="0"/>
      <dgm:spPr/>
    </dgm:pt>
    <dgm:pt modelId="{AF46439F-56CC-4D42-8F01-FC95A1314E2A}" type="pres">
      <dgm:prSet presAssocID="{6DDA65BA-5296-49D3-91B1-C90093208A57}" presName="linNode" presStyleCnt="0"/>
      <dgm:spPr/>
    </dgm:pt>
    <dgm:pt modelId="{6655063D-B1B7-446A-952C-781B35ED8B53}" type="pres">
      <dgm:prSet presAssocID="{6DDA65BA-5296-49D3-91B1-C90093208A57}" presName="parentText" presStyleLbl="node1" presStyleIdx="2" presStyleCnt="4" custScaleX="18313">
        <dgm:presLayoutVars>
          <dgm:chMax val="1"/>
          <dgm:bulletEnabled val="1"/>
        </dgm:presLayoutVars>
      </dgm:prSet>
      <dgm:spPr/>
    </dgm:pt>
    <dgm:pt modelId="{5BD43162-D73B-4985-937F-B4F17E989BFD}" type="pres">
      <dgm:prSet presAssocID="{6DDA65BA-5296-49D3-91B1-C90093208A57}" presName="descendantText" presStyleLbl="alignAccFollowNode1" presStyleIdx="2" presStyleCnt="4" custScaleX="143055">
        <dgm:presLayoutVars>
          <dgm:bulletEnabled val="1"/>
        </dgm:presLayoutVars>
      </dgm:prSet>
      <dgm:spPr/>
    </dgm:pt>
    <dgm:pt modelId="{AEE0A612-EEB7-4826-B0B9-7B4186E7DEC8}" type="pres">
      <dgm:prSet presAssocID="{4F1BC72C-967F-4A82-9FE9-EEEC28118EFA}" presName="sp" presStyleCnt="0"/>
      <dgm:spPr/>
    </dgm:pt>
    <dgm:pt modelId="{BF44088F-782F-46CB-860A-F35E882D507E}" type="pres">
      <dgm:prSet presAssocID="{1CE6EB9B-9016-46A8-BD5D-EF6DEC72D7BD}" presName="linNode" presStyleCnt="0"/>
      <dgm:spPr/>
    </dgm:pt>
    <dgm:pt modelId="{E10E7585-BE4F-4329-9D58-2E1A6DF404D3}" type="pres">
      <dgm:prSet presAssocID="{1CE6EB9B-9016-46A8-BD5D-EF6DEC72D7BD}" presName="parentText" presStyleLbl="node1" presStyleIdx="3" presStyleCnt="4" custScaleX="18313">
        <dgm:presLayoutVars>
          <dgm:chMax val="1"/>
          <dgm:bulletEnabled val="1"/>
        </dgm:presLayoutVars>
      </dgm:prSet>
      <dgm:spPr/>
    </dgm:pt>
    <dgm:pt modelId="{D1EA2105-6FB0-4149-BC9A-812DD8BC9615}" type="pres">
      <dgm:prSet presAssocID="{1CE6EB9B-9016-46A8-BD5D-EF6DEC72D7BD}" presName="descendantText" presStyleLbl="alignAccFollowNode1" presStyleIdx="3" presStyleCnt="4" custScaleX="143055">
        <dgm:presLayoutVars>
          <dgm:bulletEnabled val="1"/>
        </dgm:presLayoutVars>
      </dgm:prSet>
      <dgm:spPr/>
    </dgm:pt>
  </dgm:ptLst>
  <dgm:cxnLst>
    <dgm:cxn modelId="{B3B61B01-5170-4BCE-8CE1-32E3119620D6}" type="presOf" srcId="{9A43E9F1-3491-4AD6-86C0-BC6B434DEAE2}" destId="{E731797E-9777-4BE7-AF91-EB8EB0BE7D87}" srcOrd="0" destOrd="0" presId="urn:microsoft.com/office/officeart/2005/8/layout/vList5"/>
    <dgm:cxn modelId="{7C1DB30E-5072-4024-964B-D6FF0B956837}" srcId="{9912FA15-E9D9-432A-AF21-7CC364BEAAB8}" destId="{E9E4921A-F927-4FB0-8082-2169EC05339C}" srcOrd="1" destOrd="0" parTransId="{4BAA8B5C-F0D0-4AC4-9508-E35380C9F617}" sibTransId="{8DA1A9F7-67F9-41BE-A12B-91544A8C9252}"/>
    <dgm:cxn modelId="{1B9A141D-3AD7-43A8-8CF3-77ECCB37B0F2}" srcId="{9A43E9F1-3491-4AD6-86C0-BC6B434DEAE2}" destId="{1CE6EB9B-9016-46A8-BD5D-EF6DEC72D7BD}" srcOrd="3" destOrd="0" parTransId="{ED89D433-7234-47A4-8AE2-003399E92262}" sibTransId="{E63DC48F-D249-4801-A3CF-D30ABFED9F12}"/>
    <dgm:cxn modelId="{4B1BCC22-1989-47A9-B37C-060301AAB5B6}" type="presOf" srcId="{38BFC585-6D2F-4101-8EEB-F60789AFE22F}" destId="{5BD43162-D73B-4985-937F-B4F17E989BFD}" srcOrd="0" destOrd="0" presId="urn:microsoft.com/office/officeart/2005/8/layout/vList5"/>
    <dgm:cxn modelId="{CA6E5F26-44F1-4DFD-967A-90A4FAF6ADC2}" type="presOf" srcId="{8DCEF12A-912C-40EF-A816-613475FEA8FC}" destId="{1445F288-781F-49E8-B5D3-F23AC6C7D126}" srcOrd="0" destOrd="0" presId="urn:microsoft.com/office/officeart/2005/8/layout/vList5"/>
    <dgm:cxn modelId="{81B3D82B-AA18-40E5-8C96-91D36E061A29}" type="presOf" srcId="{1CE6EB9B-9016-46A8-BD5D-EF6DEC72D7BD}" destId="{E10E7585-BE4F-4329-9D58-2E1A6DF404D3}" srcOrd="0" destOrd="0" presId="urn:microsoft.com/office/officeart/2005/8/layout/vList5"/>
    <dgm:cxn modelId="{A38C9433-847B-4C65-A2F3-C0C3E586F549}" type="presOf" srcId="{015D1A40-9F14-4DDE-A315-23256A3C4813}" destId="{D1EA2105-6FB0-4149-BC9A-812DD8BC9615}" srcOrd="0" destOrd="3" presId="urn:microsoft.com/office/officeart/2005/8/layout/vList5"/>
    <dgm:cxn modelId="{F8539D33-40B4-433D-AE8B-B4E74BA408EF}" type="presOf" srcId="{E9E4921A-F927-4FB0-8082-2169EC05339C}" destId="{D1EA2105-6FB0-4149-BC9A-812DD8BC9615}" srcOrd="0" destOrd="2" presId="urn:microsoft.com/office/officeart/2005/8/layout/vList5"/>
    <dgm:cxn modelId="{6A572160-83D4-4CBA-9F0F-30575C65F215}" srcId="{1CE6EB9B-9016-46A8-BD5D-EF6DEC72D7BD}" destId="{9912FA15-E9D9-432A-AF21-7CC364BEAAB8}" srcOrd="0" destOrd="0" parTransId="{2E18FF34-6670-41BE-94A4-68071B9FF2FA}" sibTransId="{A3473D2A-491E-435B-B1F8-9E991AF2B95D}"/>
    <dgm:cxn modelId="{FB47C641-6BD6-4841-BC77-04CE51714814}" srcId="{9A43E9F1-3491-4AD6-86C0-BC6B434DEAE2}" destId="{6DDA65BA-5296-49D3-91B1-C90093208A57}" srcOrd="2" destOrd="0" parTransId="{54E6B62C-D207-4773-9380-C6E673DA7C8C}" sibTransId="{4F1BC72C-967F-4A82-9FE9-EEEC28118EFA}"/>
    <dgm:cxn modelId="{7C0C7F6D-9420-4D1A-B653-A2CC73C225CB}" srcId="{92CC3F1B-EF8A-4E31-9B50-2104B4053AA4}" destId="{289D0A46-D80B-48D4-B3EA-14A922845C42}" srcOrd="0" destOrd="0" parTransId="{D3EE6A94-A3E5-49D2-8156-9342220E2529}" sibTransId="{649FCC77-3565-483D-A1FB-C60750077319}"/>
    <dgm:cxn modelId="{0A628D6E-09FC-40DB-91A0-A2AAB042781E}" type="presOf" srcId="{92CC3F1B-EF8A-4E31-9B50-2104B4053AA4}" destId="{116119EF-4B95-4DB2-BCD6-73D1EBDB09A1}" srcOrd="0" destOrd="0" presId="urn:microsoft.com/office/officeart/2005/8/layout/vList5"/>
    <dgm:cxn modelId="{030A7558-9979-46DC-8A46-069D9394C2BF}" srcId="{9A43E9F1-3491-4AD6-86C0-BC6B434DEAE2}" destId="{38537F18-C97C-40E1-BBCE-0525B2831A40}" srcOrd="1" destOrd="0" parTransId="{181283E4-6C70-4DE7-877A-757C07A88E40}" sibTransId="{544F9AC1-C9A6-417D-B11A-FC0A3085487D}"/>
    <dgm:cxn modelId="{E610887D-24F4-4DCC-A593-A83629BE1EEF}" type="presOf" srcId="{9912FA15-E9D9-432A-AF21-7CC364BEAAB8}" destId="{D1EA2105-6FB0-4149-BC9A-812DD8BC9615}" srcOrd="0" destOrd="0" presId="urn:microsoft.com/office/officeart/2005/8/layout/vList5"/>
    <dgm:cxn modelId="{71FAEE8E-4FA7-4976-A5F9-60B56174E5A2}" type="presOf" srcId="{EC3F8E1C-F029-465B-AEDB-A05CC48770F7}" destId="{D1EA2105-6FB0-4149-BC9A-812DD8BC9615}" srcOrd="0" destOrd="1" presId="urn:microsoft.com/office/officeart/2005/8/layout/vList5"/>
    <dgm:cxn modelId="{3772249A-D8A7-4843-9E53-D8D308B282A9}" srcId="{38537F18-C97C-40E1-BBCE-0525B2831A40}" destId="{8DCEF12A-912C-40EF-A816-613475FEA8FC}" srcOrd="0" destOrd="0" parTransId="{DE74A444-23E4-4EBC-984F-2842044587C9}" sibTransId="{A59204F2-BB2E-4C73-AB4A-0332DC716BED}"/>
    <dgm:cxn modelId="{ECFC73B2-67A8-45DD-9FA5-1508AF9A0033}" srcId="{6DDA65BA-5296-49D3-91B1-C90093208A57}" destId="{38BFC585-6D2F-4101-8EEB-F60789AFE22F}" srcOrd="0" destOrd="0" parTransId="{D4B7F7C3-18E7-4341-B203-1D698C6E2A0C}" sibTransId="{59F5C2A0-2F79-434A-B23C-58249D1AC884}"/>
    <dgm:cxn modelId="{A1F9F5BC-2605-40FF-82CC-8888A76E7951}" srcId="{9912FA15-E9D9-432A-AF21-7CC364BEAAB8}" destId="{015D1A40-9F14-4DDE-A315-23256A3C4813}" srcOrd="2" destOrd="0" parTransId="{172A1091-D4F1-4143-B957-EC9E15384F4F}" sibTransId="{D3611529-51F5-4913-81DD-C5D9864FD32B}"/>
    <dgm:cxn modelId="{B092D0E2-31C1-4D1C-A0EB-123A60C9FD3D}" srcId="{9A43E9F1-3491-4AD6-86C0-BC6B434DEAE2}" destId="{92CC3F1B-EF8A-4E31-9B50-2104B4053AA4}" srcOrd="0" destOrd="0" parTransId="{09691C37-BF2C-491F-9CA6-10433FBA46FB}" sibTransId="{8C92CF39-4E61-4D31-BFB9-F424C3EEAF87}"/>
    <dgm:cxn modelId="{9F31E8E7-2D93-4F09-9EA3-BACE2E49FE62}" type="presOf" srcId="{289D0A46-D80B-48D4-B3EA-14A922845C42}" destId="{D356EA18-BCF4-40D2-B3BA-30E230C0EE26}" srcOrd="0" destOrd="0" presId="urn:microsoft.com/office/officeart/2005/8/layout/vList5"/>
    <dgm:cxn modelId="{6EFD80ED-14DB-4B63-B6F1-4533C5A1241E}" type="presOf" srcId="{6DDA65BA-5296-49D3-91B1-C90093208A57}" destId="{6655063D-B1B7-446A-952C-781B35ED8B53}" srcOrd="0" destOrd="0" presId="urn:microsoft.com/office/officeart/2005/8/layout/vList5"/>
    <dgm:cxn modelId="{11E5CBEF-50AB-4557-9516-853B80741C68}" type="presOf" srcId="{38537F18-C97C-40E1-BBCE-0525B2831A40}" destId="{A4D5459F-09E1-48B9-954C-C54703C8829C}" srcOrd="0" destOrd="0" presId="urn:microsoft.com/office/officeart/2005/8/layout/vList5"/>
    <dgm:cxn modelId="{057E7AF5-7649-4E83-A139-C1A3EC9E678C}" srcId="{9912FA15-E9D9-432A-AF21-7CC364BEAAB8}" destId="{EC3F8E1C-F029-465B-AEDB-A05CC48770F7}" srcOrd="0" destOrd="0" parTransId="{D1B4592C-1622-4035-9A19-60C275FFC6F0}" sibTransId="{1E97C558-93B8-4E05-B1F3-950987EB02DC}"/>
    <dgm:cxn modelId="{F2BC5D5B-013D-4E47-8C19-82D0D70765F6}" type="presParOf" srcId="{E731797E-9777-4BE7-AF91-EB8EB0BE7D87}" destId="{EF265C60-BA12-44FC-A6E1-7ADDE7ED5E99}" srcOrd="0" destOrd="0" presId="urn:microsoft.com/office/officeart/2005/8/layout/vList5"/>
    <dgm:cxn modelId="{E8258E16-2786-4312-B4AF-17BC7B72B7B6}" type="presParOf" srcId="{EF265C60-BA12-44FC-A6E1-7ADDE7ED5E99}" destId="{116119EF-4B95-4DB2-BCD6-73D1EBDB09A1}" srcOrd="0" destOrd="0" presId="urn:microsoft.com/office/officeart/2005/8/layout/vList5"/>
    <dgm:cxn modelId="{DBB73075-4EAA-498E-AF2C-D3BB3F38667F}" type="presParOf" srcId="{EF265C60-BA12-44FC-A6E1-7ADDE7ED5E99}" destId="{D356EA18-BCF4-40D2-B3BA-30E230C0EE26}" srcOrd="1" destOrd="0" presId="urn:microsoft.com/office/officeart/2005/8/layout/vList5"/>
    <dgm:cxn modelId="{03353D30-2723-4109-8290-69CDF079F231}" type="presParOf" srcId="{E731797E-9777-4BE7-AF91-EB8EB0BE7D87}" destId="{3828FCD5-F86B-4A15-B84A-925960CD493D}" srcOrd="1" destOrd="0" presId="urn:microsoft.com/office/officeart/2005/8/layout/vList5"/>
    <dgm:cxn modelId="{4006D9CF-4248-4BDB-A7A6-9DA3CC9275C1}" type="presParOf" srcId="{E731797E-9777-4BE7-AF91-EB8EB0BE7D87}" destId="{6EE1DC09-E9F4-4891-A07D-7AF0667FECF5}" srcOrd="2" destOrd="0" presId="urn:microsoft.com/office/officeart/2005/8/layout/vList5"/>
    <dgm:cxn modelId="{C1EB58ED-36E3-41AC-A44F-0A697AA494B3}" type="presParOf" srcId="{6EE1DC09-E9F4-4891-A07D-7AF0667FECF5}" destId="{A4D5459F-09E1-48B9-954C-C54703C8829C}" srcOrd="0" destOrd="0" presId="urn:microsoft.com/office/officeart/2005/8/layout/vList5"/>
    <dgm:cxn modelId="{9AAD300C-4733-4543-9BB8-D13195FAC043}" type="presParOf" srcId="{6EE1DC09-E9F4-4891-A07D-7AF0667FECF5}" destId="{1445F288-781F-49E8-B5D3-F23AC6C7D126}" srcOrd="1" destOrd="0" presId="urn:microsoft.com/office/officeart/2005/8/layout/vList5"/>
    <dgm:cxn modelId="{4A919D63-8C73-474D-861C-AB16FE86906E}" type="presParOf" srcId="{E731797E-9777-4BE7-AF91-EB8EB0BE7D87}" destId="{DDCBB93F-8047-4AC5-8BC3-77B93D16AAC3}" srcOrd="3" destOrd="0" presId="urn:microsoft.com/office/officeart/2005/8/layout/vList5"/>
    <dgm:cxn modelId="{E37A4626-E80B-479E-BC6B-B6D9D7F89C21}" type="presParOf" srcId="{E731797E-9777-4BE7-AF91-EB8EB0BE7D87}" destId="{AF46439F-56CC-4D42-8F01-FC95A1314E2A}" srcOrd="4" destOrd="0" presId="urn:microsoft.com/office/officeart/2005/8/layout/vList5"/>
    <dgm:cxn modelId="{7D4950CF-C4BE-466D-B587-1647A59E1D2D}" type="presParOf" srcId="{AF46439F-56CC-4D42-8F01-FC95A1314E2A}" destId="{6655063D-B1B7-446A-952C-781B35ED8B53}" srcOrd="0" destOrd="0" presId="urn:microsoft.com/office/officeart/2005/8/layout/vList5"/>
    <dgm:cxn modelId="{C2152F7F-5EFC-4A23-901F-400E1CA43B76}" type="presParOf" srcId="{AF46439F-56CC-4D42-8F01-FC95A1314E2A}" destId="{5BD43162-D73B-4985-937F-B4F17E989BFD}" srcOrd="1" destOrd="0" presId="urn:microsoft.com/office/officeart/2005/8/layout/vList5"/>
    <dgm:cxn modelId="{756D824B-CA9F-4971-80BD-88492AD5FEB5}" type="presParOf" srcId="{E731797E-9777-4BE7-AF91-EB8EB0BE7D87}" destId="{AEE0A612-EEB7-4826-B0B9-7B4186E7DEC8}" srcOrd="5" destOrd="0" presId="urn:microsoft.com/office/officeart/2005/8/layout/vList5"/>
    <dgm:cxn modelId="{D4069D03-1F5D-4476-A36E-BCEB9A0EAEAD}" type="presParOf" srcId="{E731797E-9777-4BE7-AF91-EB8EB0BE7D87}" destId="{BF44088F-782F-46CB-860A-F35E882D507E}" srcOrd="6" destOrd="0" presId="urn:microsoft.com/office/officeart/2005/8/layout/vList5"/>
    <dgm:cxn modelId="{B14E267E-21C2-4B8F-9602-AA250B3919F3}" type="presParOf" srcId="{BF44088F-782F-46CB-860A-F35E882D507E}" destId="{E10E7585-BE4F-4329-9D58-2E1A6DF404D3}" srcOrd="0" destOrd="0" presId="urn:microsoft.com/office/officeart/2005/8/layout/vList5"/>
    <dgm:cxn modelId="{C37FFBBC-E27A-4EBF-BD8D-7BED364F9037}" type="presParOf" srcId="{BF44088F-782F-46CB-860A-F35E882D507E}" destId="{D1EA2105-6FB0-4149-BC9A-812DD8BC9615}"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9A43E9F1-3491-4AD6-86C0-BC6B434DEAE2}" type="doc">
      <dgm:prSet loTypeId="urn:microsoft.com/office/officeart/2005/8/layout/vList5" loCatId="list" qsTypeId="urn:microsoft.com/office/officeart/2005/8/quickstyle/simple1#11" qsCatId="simple" csTypeId="urn:microsoft.com/office/officeart/2005/8/colors/accent1_2#11" csCatId="accent1" phldr="1"/>
      <dgm:spPr/>
      <dgm:t>
        <a:bodyPr/>
        <a:lstStyle/>
        <a:p>
          <a:endParaRPr lang="en-IN"/>
        </a:p>
      </dgm:t>
    </dgm:pt>
    <dgm:pt modelId="{92CC3F1B-EF8A-4E31-9B50-2104B4053AA4}">
      <dgm:prSet phldrT="[Text]" custT="1"/>
      <dgm:spPr/>
      <dgm:t>
        <a:bodyPr/>
        <a:lstStyle/>
        <a:p>
          <a:r>
            <a:rPr lang="en-IN" sz="1600" dirty="0"/>
            <a:t>5.</a:t>
          </a:r>
        </a:p>
      </dgm:t>
    </dgm:pt>
    <dgm:pt modelId="{09691C37-BF2C-491F-9CA6-10433FBA46FB}" type="parTrans" cxnId="{B092D0E2-31C1-4D1C-A0EB-123A60C9FD3D}">
      <dgm:prSet/>
      <dgm:spPr/>
      <dgm:t>
        <a:bodyPr/>
        <a:lstStyle/>
        <a:p>
          <a:endParaRPr lang="en-IN"/>
        </a:p>
      </dgm:t>
    </dgm:pt>
    <dgm:pt modelId="{8C92CF39-4E61-4D31-BFB9-F424C3EEAF87}" type="sibTrans" cxnId="{B092D0E2-31C1-4D1C-A0EB-123A60C9FD3D}">
      <dgm:prSet/>
      <dgm:spPr/>
      <dgm:t>
        <a:bodyPr/>
        <a:lstStyle/>
        <a:p>
          <a:endParaRPr lang="en-IN"/>
        </a:p>
      </dgm:t>
    </dgm:pt>
    <dgm:pt modelId="{6EA7434F-40CA-4B77-8AAB-EDE57E9D58DA}">
      <dgm:prSet custT="1"/>
      <dgm:spPr/>
      <dgm:t>
        <a:bodyPr/>
        <a:lstStyle/>
        <a:p>
          <a:r>
            <a:rPr lang="en-IN" sz="1600" dirty="0"/>
            <a:t>A set of risk themes. When the analysis is complete, the evaluation team examines the full set of discovered risks to look for overarching themes that identify systemic weaknesses in the architecture or even in the architecture process and team. If left untreated, these risk themes will threaten the project’s business goals. </a:t>
          </a:r>
        </a:p>
      </dgm:t>
    </dgm:pt>
    <dgm:pt modelId="{77421885-C33D-4447-BA89-FC54371628D4}" type="parTrans" cxnId="{C5CF48A6-8B13-415D-B436-7331CCEA9D52}">
      <dgm:prSet/>
      <dgm:spPr/>
      <dgm:t>
        <a:bodyPr/>
        <a:lstStyle/>
        <a:p>
          <a:endParaRPr lang="en-IN"/>
        </a:p>
      </dgm:t>
    </dgm:pt>
    <dgm:pt modelId="{154F3E01-3967-48E7-AE4B-CA60516F912B}" type="sibTrans" cxnId="{C5CF48A6-8B13-415D-B436-7331CCEA9D52}">
      <dgm:prSet/>
      <dgm:spPr/>
      <dgm:t>
        <a:bodyPr/>
        <a:lstStyle/>
        <a:p>
          <a:endParaRPr lang="en-IN"/>
        </a:p>
      </dgm:t>
    </dgm:pt>
    <dgm:pt modelId="{E55BC6C2-4D5F-4A02-8FB5-C952F003F9BC}">
      <dgm:prSet custT="1"/>
      <dgm:spPr/>
      <dgm:t>
        <a:bodyPr/>
        <a:lstStyle/>
        <a:p>
          <a:r>
            <a:rPr lang="en-IN" sz="1600" dirty="0"/>
            <a:t>6.</a:t>
          </a:r>
        </a:p>
      </dgm:t>
    </dgm:pt>
    <dgm:pt modelId="{8C05E5EB-B69B-4903-B1A3-7C4943009979}" type="parTrans" cxnId="{70BD70C4-6549-4C1F-AF80-8879EB86A256}">
      <dgm:prSet/>
      <dgm:spPr/>
      <dgm:t>
        <a:bodyPr/>
        <a:lstStyle/>
        <a:p>
          <a:endParaRPr lang="en-IN"/>
        </a:p>
      </dgm:t>
    </dgm:pt>
    <dgm:pt modelId="{490FB6C2-C121-49D9-9680-8804B32C3135}" type="sibTrans" cxnId="{70BD70C4-6549-4C1F-AF80-8879EB86A256}">
      <dgm:prSet/>
      <dgm:spPr/>
      <dgm:t>
        <a:bodyPr/>
        <a:lstStyle/>
        <a:p>
          <a:endParaRPr lang="en-IN"/>
        </a:p>
      </dgm:t>
    </dgm:pt>
    <dgm:pt modelId="{07D74381-F139-40CF-87F6-5DC1D616190E}">
      <dgm:prSet custT="1"/>
      <dgm:spPr/>
      <dgm:t>
        <a:bodyPr/>
        <a:lstStyle/>
        <a:p>
          <a:r>
            <a:rPr lang="en-IN" sz="1600" dirty="0"/>
            <a:t>Mapping of architectural decisions to quality requirements. For each quality attribute scenario examined during an ATAM, those architectural decisions that help to achieve it are determined and captured.</a:t>
          </a:r>
        </a:p>
      </dgm:t>
    </dgm:pt>
    <dgm:pt modelId="{1AA06E36-0CA0-4691-824F-86ADF34A3F38}" type="parTrans" cxnId="{0D895370-87CB-4983-BD39-66BF74CA3A8A}">
      <dgm:prSet/>
      <dgm:spPr/>
      <dgm:t>
        <a:bodyPr/>
        <a:lstStyle/>
        <a:p>
          <a:endParaRPr lang="en-IN"/>
        </a:p>
      </dgm:t>
    </dgm:pt>
    <dgm:pt modelId="{67C9B0EE-350E-41DB-9FD4-FAD6529CC639}" type="sibTrans" cxnId="{0D895370-87CB-4983-BD39-66BF74CA3A8A}">
      <dgm:prSet/>
      <dgm:spPr/>
      <dgm:t>
        <a:bodyPr/>
        <a:lstStyle/>
        <a:p>
          <a:endParaRPr lang="en-IN"/>
        </a:p>
      </dgm:t>
    </dgm:pt>
    <dgm:pt modelId="{FC938687-087C-4865-80F7-39D8C6B8BFE9}">
      <dgm:prSet custT="1"/>
      <dgm:spPr/>
      <dgm:t>
        <a:bodyPr/>
        <a:lstStyle/>
        <a:p>
          <a:r>
            <a:rPr lang="en-IN" sz="1600" dirty="0"/>
            <a:t>7.</a:t>
          </a:r>
        </a:p>
      </dgm:t>
    </dgm:pt>
    <dgm:pt modelId="{D317291D-EC5E-4FA1-8EA5-E8B5D6E661E2}" type="parTrans" cxnId="{1EE59771-B495-439E-9DB0-AEAF1EB7C24F}">
      <dgm:prSet/>
      <dgm:spPr/>
      <dgm:t>
        <a:bodyPr/>
        <a:lstStyle/>
        <a:p>
          <a:endParaRPr lang="en-IN"/>
        </a:p>
      </dgm:t>
    </dgm:pt>
    <dgm:pt modelId="{EAB212AA-EC9A-4775-A365-FF1691DEFEB8}" type="sibTrans" cxnId="{1EE59771-B495-439E-9DB0-AEAF1EB7C24F}">
      <dgm:prSet/>
      <dgm:spPr/>
      <dgm:t>
        <a:bodyPr/>
        <a:lstStyle/>
        <a:p>
          <a:endParaRPr lang="en-IN"/>
        </a:p>
      </dgm:t>
    </dgm:pt>
    <dgm:pt modelId="{06D49FC0-9383-423A-A547-760D979E2C5D}">
      <dgm:prSet custT="1"/>
      <dgm:spPr/>
      <dgm:t>
        <a:bodyPr/>
        <a:lstStyle/>
        <a:p>
          <a:r>
            <a:rPr lang="en-IN" sz="1600" dirty="0"/>
            <a:t>A set of identified sensitivity and tradeoff points. These are architectural decisions that have a marked effect on one or more quality attributes. </a:t>
          </a:r>
        </a:p>
      </dgm:t>
    </dgm:pt>
    <dgm:pt modelId="{D20CB0A8-08A9-43F1-A21F-7501CED7F2A5}" type="parTrans" cxnId="{43B1E3E6-C710-47AD-AE0E-E406081A6153}">
      <dgm:prSet/>
      <dgm:spPr/>
      <dgm:t>
        <a:bodyPr/>
        <a:lstStyle/>
        <a:p>
          <a:endParaRPr lang="en-IN"/>
        </a:p>
      </dgm:t>
    </dgm:pt>
    <dgm:pt modelId="{6DA1148B-056C-4755-AB39-19DF618C43DB}" type="sibTrans" cxnId="{43B1E3E6-C710-47AD-AE0E-E406081A6153}">
      <dgm:prSet/>
      <dgm:spPr/>
      <dgm:t>
        <a:bodyPr/>
        <a:lstStyle/>
        <a:p>
          <a:endParaRPr lang="en-IN"/>
        </a:p>
      </dgm:t>
    </dgm:pt>
    <dgm:pt modelId="{E731797E-9777-4BE7-AF91-EB8EB0BE7D87}" type="pres">
      <dgm:prSet presAssocID="{9A43E9F1-3491-4AD6-86C0-BC6B434DEAE2}" presName="Name0" presStyleCnt="0">
        <dgm:presLayoutVars>
          <dgm:dir/>
          <dgm:animLvl val="lvl"/>
          <dgm:resizeHandles val="exact"/>
        </dgm:presLayoutVars>
      </dgm:prSet>
      <dgm:spPr/>
    </dgm:pt>
    <dgm:pt modelId="{EF265C60-BA12-44FC-A6E1-7ADDE7ED5E99}" type="pres">
      <dgm:prSet presAssocID="{92CC3F1B-EF8A-4E31-9B50-2104B4053AA4}" presName="linNode" presStyleCnt="0"/>
      <dgm:spPr/>
    </dgm:pt>
    <dgm:pt modelId="{116119EF-4B95-4DB2-BCD6-73D1EBDB09A1}" type="pres">
      <dgm:prSet presAssocID="{92CC3F1B-EF8A-4E31-9B50-2104B4053AA4}" presName="parentText" presStyleLbl="node1" presStyleIdx="0" presStyleCnt="3" custScaleX="25244">
        <dgm:presLayoutVars>
          <dgm:chMax val="1"/>
          <dgm:bulletEnabled val="1"/>
        </dgm:presLayoutVars>
      </dgm:prSet>
      <dgm:spPr/>
    </dgm:pt>
    <dgm:pt modelId="{D356EA18-BCF4-40D2-B3BA-30E230C0EE26}" type="pres">
      <dgm:prSet presAssocID="{92CC3F1B-EF8A-4E31-9B50-2104B4053AA4}" presName="descendantText" presStyleLbl="alignAccFollowNode1" presStyleIdx="0" presStyleCnt="3" custScaleX="199114">
        <dgm:presLayoutVars>
          <dgm:bulletEnabled val="1"/>
        </dgm:presLayoutVars>
      </dgm:prSet>
      <dgm:spPr/>
    </dgm:pt>
    <dgm:pt modelId="{3828FCD5-F86B-4A15-B84A-925960CD493D}" type="pres">
      <dgm:prSet presAssocID="{8C92CF39-4E61-4D31-BFB9-F424C3EEAF87}" presName="sp" presStyleCnt="0"/>
      <dgm:spPr/>
    </dgm:pt>
    <dgm:pt modelId="{4BE7E439-BF59-4116-B2ED-D8AF19FEB494}" type="pres">
      <dgm:prSet presAssocID="{E55BC6C2-4D5F-4A02-8FB5-C952F003F9BC}" presName="linNode" presStyleCnt="0"/>
      <dgm:spPr/>
    </dgm:pt>
    <dgm:pt modelId="{A795BEB8-3957-475E-BE46-7F18FF827DFA}" type="pres">
      <dgm:prSet presAssocID="{E55BC6C2-4D5F-4A02-8FB5-C952F003F9BC}" presName="parentText" presStyleLbl="node1" presStyleIdx="1" presStyleCnt="3" custScaleX="18314">
        <dgm:presLayoutVars>
          <dgm:chMax val="1"/>
          <dgm:bulletEnabled val="1"/>
        </dgm:presLayoutVars>
      </dgm:prSet>
      <dgm:spPr/>
    </dgm:pt>
    <dgm:pt modelId="{573F65AE-47C2-44B7-998F-104A8CB5CD1F}" type="pres">
      <dgm:prSet presAssocID="{E55BC6C2-4D5F-4A02-8FB5-C952F003F9BC}" presName="descendantText" presStyleLbl="alignAccFollowNode1" presStyleIdx="1" presStyleCnt="3" custScaleX="145663" custLinFactNeighborX="14869" custLinFactNeighborY="4367">
        <dgm:presLayoutVars>
          <dgm:bulletEnabled val="1"/>
        </dgm:presLayoutVars>
      </dgm:prSet>
      <dgm:spPr/>
    </dgm:pt>
    <dgm:pt modelId="{65C055E9-A1FC-4B18-B262-578760BB5542}" type="pres">
      <dgm:prSet presAssocID="{490FB6C2-C121-49D9-9680-8804B32C3135}" presName="sp" presStyleCnt="0"/>
      <dgm:spPr/>
    </dgm:pt>
    <dgm:pt modelId="{3D509099-EDD4-459E-B1FE-9B6350BBF7C7}" type="pres">
      <dgm:prSet presAssocID="{FC938687-087C-4865-80F7-39D8C6B8BFE9}" presName="linNode" presStyleCnt="0"/>
      <dgm:spPr/>
    </dgm:pt>
    <dgm:pt modelId="{0177FE8B-FA8C-445B-9037-6C4BAD41EE6B}" type="pres">
      <dgm:prSet presAssocID="{FC938687-087C-4865-80F7-39D8C6B8BFE9}" presName="parentText" presStyleLbl="node1" presStyleIdx="2" presStyleCnt="3" custScaleX="18314">
        <dgm:presLayoutVars>
          <dgm:chMax val="1"/>
          <dgm:bulletEnabled val="1"/>
        </dgm:presLayoutVars>
      </dgm:prSet>
      <dgm:spPr/>
    </dgm:pt>
    <dgm:pt modelId="{E627F1DB-43B5-4DE3-A24C-A6452DB74FFF}" type="pres">
      <dgm:prSet presAssocID="{FC938687-087C-4865-80F7-39D8C6B8BFE9}" presName="descendantText" presStyleLbl="alignAccFollowNode1" presStyleIdx="2" presStyleCnt="3" custScaleX="145663" custLinFactNeighborX="14869" custLinFactNeighborY="4367">
        <dgm:presLayoutVars>
          <dgm:bulletEnabled val="1"/>
        </dgm:presLayoutVars>
      </dgm:prSet>
      <dgm:spPr/>
    </dgm:pt>
  </dgm:ptLst>
  <dgm:cxnLst>
    <dgm:cxn modelId="{3D3C3008-3283-4F4C-A52A-A3E90324DC3E}" type="presOf" srcId="{07D74381-F139-40CF-87F6-5DC1D616190E}" destId="{573F65AE-47C2-44B7-998F-104A8CB5CD1F}" srcOrd="0" destOrd="0" presId="urn:microsoft.com/office/officeart/2005/8/layout/vList5"/>
    <dgm:cxn modelId="{BFF49217-AEAB-4927-BA1E-C384931A500F}" type="presOf" srcId="{6EA7434F-40CA-4B77-8AAB-EDE57E9D58DA}" destId="{D356EA18-BCF4-40D2-B3BA-30E230C0EE26}" srcOrd="0" destOrd="0" presId="urn:microsoft.com/office/officeart/2005/8/layout/vList5"/>
    <dgm:cxn modelId="{5E488E45-1005-450B-A456-81D5A40A44BC}" type="presOf" srcId="{9A43E9F1-3491-4AD6-86C0-BC6B434DEAE2}" destId="{E731797E-9777-4BE7-AF91-EB8EB0BE7D87}" srcOrd="0" destOrd="0" presId="urn:microsoft.com/office/officeart/2005/8/layout/vList5"/>
    <dgm:cxn modelId="{571F4369-638F-4779-8A61-03338751EEF8}" type="presOf" srcId="{06D49FC0-9383-423A-A547-760D979E2C5D}" destId="{E627F1DB-43B5-4DE3-A24C-A6452DB74FFF}" srcOrd="0" destOrd="0" presId="urn:microsoft.com/office/officeart/2005/8/layout/vList5"/>
    <dgm:cxn modelId="{0D895370-87CB-4983-BD39-66BF74CA3A8A}" srcId="{E55BC6C2-4D5F-4A02-8FB5-C952F003F9BC}" destId="{07D74381-F139-40CF-87F6-5DC1D616190E}" srcOrd="0" destOrd="0" parTransId="{1AA06E36-0CA0-4691-824F-86ADF34A3F38}" sibTransId="{67C9B0EE-350E-41DB-9FD4-FAD6529CC639}"/>
    <dgm:cxn modelId="{1EE59771-B495-439E-9DB0-AEAF1EB7C24F}" srcId="{9A43E9F1-3491-4AD6-86C0-BC6B434DEAE2}" destId="{FC938687-087C-4865-80F7-39D8C6B8BFE9}" srcOrd="2" destOrd="0" parTransId="{D317291D-EC5E-4FA1-8EA5-E8B5D6E661E2}" sibTransId="{EAB212AA-EC9A-4775-A365-FF1691DEFEB8}"/>
    <dgm:cxn modelId="{759D4873-CAEE-41E2-B9D1-BAA83E6C72C9}" type="presOf" srcId="{FC938687-087C-4865-80F7-39D8C6B8BFE9}" destId="{0177FE8B-FA8C-445B-9037-6C4BAD41EE6B}" srcOrd="0" destOrd="0" presId="urn:microsoft.com/office/officeart/2005/8/layout/vList5"/>
    <dgm:cxn modelId="{C5CF48A6-8B13-415D-B436-7331CCEA9D52}" srcId="{92CC3F1B-EF8A-4E31-9B50-2104B4053AA4}" destId="{6EA7434F-40CA-4B77-8AAB-EDE57E9D58DA}" srcOrd="0" destOrd="0" parTransId="{77421885-C33D-4447-BA89-FC54371628D4}" sibTransId="{154F3E01-3967-48E7-AE4B-CA60516F912B}"/>
    <dgm:cxn modelId="{D8A3FCAE-D373-4110-8E18-C4D1064EE21E}" type="presOf" srcId="{92CC3F1B-EF8A-4E31-9B50-2104B4053AA4}" destId="{116119EF-4B95-4DB2-BCD6-73D1EBDB09A1}" srcOrd="0" destOrd="0" presId="urn:microsoft.com/office/officeart/2005/8/layout/vList5"/>
    <dgm:cxn modelId="{70BD70C4-6549-4C1F-AF80-8879EB86A256}" srcId="{9A43E9F1-3491-4AD6-86C0-BC6B434DEAE2}" destId="{E55BC6C2-4D5F-4A02-8FB5-C952F003F9BC}" srcOrd="1" destOrd="0" parTransId="{8C05E5EB-B69B-4903-B1A3-7C4943009979}" sibTransId="{490FB6C2-C121-49D9-9680-8804B32C3135}"/>
    <dgm:cxn modelId="{D2BC5ACE-1DC1-4B55-B973-22274E15E07F}" type="presOf" srcId="{E55BC6C2-4D5F-4A02-8FB5-C952F003F9BC}" destId="{A795BEB8-3957-475E-BE46-7F18FF827DFA}" srcOrd="0" destOrd="0" presId="urn:microsoft.com/office/officeart/2005/8/layout/vList5"/>
    <dgm:cxn modelId="{B092D0E2-31C1-4D1C-A0EB-123A60C9FD3D}" srcId="{9A43E9F1-3491-4AD6-86C0-BC6B434DEAE2}" destId="{92CC3F1B-EF8A-4E31-9B50-2104B4053AA4}" srcOrd="0" destOrd="0" parTransId="{09691C37-BF2C-491F-9CA6-10433FBA46FB}" sibTransId="{8C92CF39-4E61-4D31-BFB9-F424C3EEAF87}"/>
    <dgm:cxn modelId="{43B1E3E6-C710-47AD-AE0E-E406081A6153}" srcId="{FC938687-087C-4865-80F7-39D8C6B8BFE9}" destId="{06D49FC0-9383-423A-A547-760D979E2C5D}" srcOrd="0" destOrd="0" parTransId="{D20CB0A8-08A9-43F1-A21F-7501CED7F2A5}" sibTransId="{6DA1148B-056C-4755-AB39-19DF618C43DB}"/>
    <dgm:cxn modelId="{AE7BF28C-5853-42B6-A8E8-166C305FCE21}" type="presParOf" srcId="{E731797E-9777-4BE7-AF91-EB8EB0BE7D87}" destId="{EF265C60-BA12-44FC-A6E1-7ADDE7ED5E99}" srcOrd="0" destOrd="0" presId="urn:microsoft.com/office/officeart/2005/8/layout/vList5"/>
    <dgm:cxn modelId="{A02C7E19-0962-4DB7-9245-D796D3E90D3E}" type="presParOf" srcId="{EF265C60-BA12-44FC-A6E1-7ADDE7ED5E99}" destId="{116119EF-4B95-4DB2-BCD6-73D1EBDB09A1}" srcOrd="0" destOrd="0" presId="urn:microsoft.com/office/officeart/2005/8/layout/vList5"/>
    <dgm:cxn modelId="{711655A9-AD32-43F8-B7CC-6828A954D4A1}" type="presParOf" srcId="{EF265C60-BA12-44FC-A6E1-7ADDE7ED5E99}" destId="{D356EA18-BCF4-40D2-B3BA-30E230C0EE26}" srcOrd="1" destOrd="0" presId="urn:microsoft.com/office/officeart/2005/8/layout/vList5"/>
    <dgm:cxn modelId="{92F9F09C-70F6-48E8-BA4A-FAB411615E59}" type="presParOf" srcId="{E731797E-9777-4BE7-AF91-EB8EB0BE7D87}" destId="{3828FCD5-F86B-4A15-B84A-925960CD493D}" srcOrd="1" destOrd="0" presId="urn:microsoft.com/office/officeart/2005/8/layout/vList5"/>
    <dgm:cxn modelId="{5AACE8DA-A592-4046-85BD-FBA2AD88BE86}" type="presParOf" srcId="{E731797E-9777-4BE7-AF91-EB8EB0BE7D87}" destId="{4BE7E439-BF59-4116-B2ED-D8AF19FEB494}" srcOrd="2" destOrd="0" presId="urn:microsoft.com/office/officeart/2005/8/layout/vList5"/>
    <dgm:cxn modelId="{0E8E5F2F-BBCE-4E8C-829B-7E7F373818A5}" type="presParOf" srcId="{4BE7E439-BF59-4116-B2ED-D8AF19FEB494}" destId="{A795BEB8-3957-475E-BE46-7F18FF827DFA}" srcOrd="0" destOrd="0" presId="urn:microsoft.com/office/officeart/2005/8/layout/vList5"/>
    <dgm:cxn modelId="{8757891B-9247-424B-80A2-D1CC90082D0C}" type="presParOf" srcId="{4BE7E439-BF59-4116-B2ED-D8AF19FEB494}" destId="{573F65AE-47C2-44B7-998F-104A8CB5CD1F}" srcOrd="1" destOrd="0" presId="urn:microsoft.com/office/officeart/2005/8/layout/vList5"/>
    <dgm:cxn modelId="{84DF2B22-BCE4-4B82-B212-08D2E0220076}" type="presParOf" srcId="{E731797E-9777-4BE7-AF91-EB8EB0BE7D87}" destId="{65C055E9-A1FC-4B18-B262-578760BB5542}" srcOrd="3" destOrd="0" presId="urn:microsoft.com/office/officeart/2005/8/layout/vList5"/>
    <dgm:cxn modelId="{3CC19A39-4909-431B-96DE-4FC65C58DC00}" type="presParOf" srcId="{E731797E-9777-4BE7-AF91-EB8EB0BE7D87}" destId="{3D509099-EDD4-459E-B1FE-9B6350BBF7C7}" srcOrd="4" destOrd="0" presId="urn:microsoft.com/office/officeart/2005/8/layout/vList5"/>
    <dgm:cxn modelId="{CB90E0A5-7BAF-4CFA-A7BE-2FBB6E814DA3}" type="presParOf" srcId="{3D509099-EDD4-459E-B1FE-9B6350BBF7C7}" destId="{0177FE8B-FA8C-445B-9037-6C4BAD41EE6B}" srcOrd="0" destOrd="0" presId="urn:microsoft.com/office/officeart/2005/8/layout/vList5"/>
    <dgm:cxn modelId="{86A390F2-FBA3-45AA-9E2C-AB4EA8AA8CBD}" type="presParOf" srcId="{3D509099-EDD4-459E-B1FE-9B6350BBF7C7}" destId="{E627F1DB-43B5-4DE3-A24C-A6452DB74FFF}"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1B322C85-6A90-49E7-AB74-D168605FEFBC}" type="doc">
      <dgm:prSet loTypeId="urn:microsoft.com/office/officeart/2005/8/layout/vList5" loCatId="list" qsTypeId="urn:microsoft.com/office/officeart/2005/8/quickstyle/simple1#12" qsCatId="simple" csTypeId="urn:microsoft.com/office/officeart/2005/8/colors/accent1_2#12" csCatId="accent1" phldr="1"/>
      <dgm:spPr/>
      <dgm:t>
        <a:bodyPr/>
        <a:lstStyle/>
        <a:p>
          <a:endParaRPr lang="en-IN"/>
        </a:p>
      </dgm:t>
    </dgm:pt>
    <dgm:pt modelId="{8B04312E-699C-4B37-86B9-A52FA00AD6DD}">
      <dgm:prSet phldrT="[Text]"/>
      <dgm:spPr/>
      <dgm:t>
        <a:bodyPr/>
        <a:lstStyle/>
        <a:p>
          <a:r>
            <a:rPr lang="en-US"/>
            <a:t>There are also </a:t>
          </a:r>
          <a:r>
            <a:rPr lang="en-US" i="1"/>
            <a:t>intangible</a:t>
          </a:r>
          <a:r>
            <a:rPr lang="en-US"/>
            <a:t> results of an ATAM-based evaluation. These include </a:t>
          </a:r>
          <a:endParaRPr lang="en-IN"/>
        </a:p>
      </dgm:t>
    </dgm:pt>
    <dgm:pt modelId="{65CDAF11-0185-431E-B288-55974AC9E852}" type="parTrans" cxnId="{8D9923D6-1F55-4923-9D8C-DC334BEC68F7}">
      <dgm:prSet/>
      <dgm:spPr/>
      <dgm:t>
        <a:bodyPr/>
        <a:lstStyle/>
        <a:p>
          <a:endParaRPr lang="en-IN"/>
        </a:p>
      </dgm:t>
    </dgm:pt>
    <dgm:pt modelId="{1AAF31ED-D17C-4A17-8FD6-757FF75B6003}" type="sibTrans" cxnId="{8D9923D6-1F55-4923-9D8C-DC334BEC68F7}">
      <dgm:prSet/>
      <dgm:spPr/>
      <dgm:t>
        <a:bodyPr/>
        <a:lstStyle/>
        <a:p>
          <a:endParaRPr lang="en-IN"/>
        </a:p>
      </dgm:t>
    </dgm:pt>
    <dgm:pt modelId="{653A5E5C-E70C-4909-A931-83CE367B6A24}">
      <dgm:prSet/>
      <dgm:spPr/>
      <dgm:t>
        <a:bodyPr/>
        <a:lstStyle/>
        <a:p>
          <a:r>
            <a:rPr lang="en-US"/>
            <a:t>a sense of community on the part of the stakeholders</a:t>
          </a:r>
          <a:endParaRPr lang="en-US" dirty="0"/>
        </a:p>
      </dgm:t>
    </dgm:pt>
    <dgm:pt modelId="{B71E4761-4617-43AD-812B-4B1F4BF68F71}" type="parTrans" cxnId="{95BD664B-DCE3-44CE-9797-DB8D1F688132}">
      <dgm:prSet/>
      <dgm:spPr/>
      <dgm:t>
        <a:bodyPr/>
        <a:lstStyle/>
        <a:p>
          <a:endParaRPr lang="en-IN"/>
        </a:p>
      </dgm:t>
    </dgm:pt>
    <dgm:pt modelId="{D42356E2-F114-4FC9-A80E-14E3241CEC30}" type="sibTrans" cxnId="{95BD664B-DCE3-44CE-9797-DB8D1F688132}">
      <dgm:prSet/>
      <dgm:spPr/>
      <dgm:t>
        <a:bodyPr/>
        <a:lstStyle/>
        <a:p>
          <a:endParaRPr lang="en-IN"/>
        </a:p>
      </dgm:t>
    </dgm:pt>
    <dgm:pt modelId="{7F24206A-61A2-4893-8879-4DD889C618A2}">
      <dgm:prSet/>
      <dgm:spPr/>
      <dgm:t>
        <a:bodyPr/>
        <a:lstStyle/>
        <a:p>
          <a:r>
            <a:rPr lang="en-US"/>
            <a:t>open communication channels between the architect and the stakeholders</a:t>
          </a:r>
          <a:endParaRPr lang="en-US" dirty="0"/>
        </a:p>
      </dgm:t>
    </dgm:pt>
    <dgm:pt modelId="{DC74F250-48F5-4527-B2CB-5016D4716ED5}" type="parTrans" cxnId="{4D8A768D-BE7B-44F9-AA36-9CC806D20958}">
      <dgm:prSet/>
      <dgm:spPr/>
      <dgm:t>
        <a:bodyPr/>
        <a:lstStyle/>
        <a:p>
          <a:endParaRPr lang="en-IN"/>
        </a:p>
      </dgm:t>
    </dgm:pt>
    <dgm:pt modelId="{3A37E92F-A45A-4C78-9FF8-40F3CBE33585}" type="sibTrans" cxnId="{4D8A768D-BE7B-44F9-AA36-9CC806D20958}">
      <dgm:prSet/>
      <dgm:spPr/>
      <dgm:t>
        <a:bodyPr/>
        <a:lstStyle/>
        <a:p>
          <a:endParaRPr lang="en-IN"/>
        </a:p>
      </dgm:t>
    </dgm:pt>
    <dgm:pt modelId="{413C1CA9-CEF1-4529-A1DA-7F1E2200292C}">
      <dgm:prSet/>
      <dgm:spPr/>
      <dgm:t>
        <a:bodyPr/>
        <a:lstStyle/>
        <a:p>
          <a:r>
            <a:rPr lang="en-US"/>
            <a:t>a better overall understanding on the part of all participants of the architecture and its strengths and weaknesses. </a:t>
          </a:r>
          <a:endParaRPr lang="en-US" dirty="0"/>
        </a:p>
      </dgm:t>
    </dgm:pt>
    <dgm:pt modelId="{CA2AC97D-57F9-427B-A38D-2B5B53311AC1}" type="parTrans" cxnId="{BBB7E4AF-4BF9-4B6A-9955-99E3631B2B30}">
      <dgm:prSet/>
      <dgm:spPr/>
      <dgm:t>
        <a:bodyPr/>
        <a:lstStyle/>
        <a:p>
          <a:endParaRPr lang="en-IN"/>
        </a:p>
      </dgm:t>
    </dgm:pt>
    <dgm:pt modelId="{73FBEAC0-9965-469E-BA64-8BC25646C536}" type="sibTrans" cxnId="{BBB7E4AF-4BF9-4B6A-9955-99E3631B2B30}">
      <dgm:prSet/>
      <dgm:spPr/>
      <dgm:t>
        <a:bodyPr/>
        <a:lstStyle/>
        <a:p>
          <a:endParaRPr lang="en-IN"/>
        </a:p>
      </dgm:t>
    </dgm:pt>
    <dgm:pt modelId="{D0064FEF-DECA-404B-9569-0239C275C684}">
      <dgm:prSet/>
      <dgm:spPr/>
      <dgm:t>
        <a:bodyPr/>
        <a:lstStyle/>
        <a:p>
          <a:r>
            <a:rPr lang="en-US" dirty="0"/>
            <a:t>While these results are hard to measure, </a:t>
          </a:r>
        </a:p>
      </dgm:t>
    </dgm:pt>
    <dgm:pt modelId="{A4EB8450-3D2A-453C-880D-0B4F8CCB1ED9}" type="parTrans" cxnId="{96CD704B-8C60-41E6-A5A4-5D1859360C9D}">
      <dgm:prSet/>
      <dgm:spPr/>
      <dgm:t>
        <a:bodyPr/>
        <a:lstStyle/>
        <a:p>
          <a:endParaRPr lang="en-IN"/>
        </a:p>
      </dgm:t>
    </dgm:pt>
    <dgm:pt modelId="{C5BADECF-4279-4CA9-AA44-7DC00EC8BACD}" type="sibTrans" cxnId="{96CD704B-8C60-41E6-A5A4-5D1859360C9D}">
      <dgm:prSet/>
      <dgm:spPr/>
      <dgm:t>
        <a:bodyPr/>
        <a:lstStyle/>
        <a:p>
          <a:endParaRPr lang="en-IN"/>
        </a:p>
      </dgm:t>
    </dgm:pt>
    <dgm:pt modelId="{EA941DD7-5B59-4A1C-B78B-AB62A8AC98A2}">
      <dgm:prSet/>
      <dgm:spPr/>
      <dgm:t>
        <a:bodyPr/>
        <a:lstStyle/>
        <a:p>
          <a:r>
            <a:rPr lang="en-US"/>
            <a:t>they </a:t>
          </a:r>
          <a:r>
            <a:rPr lang="en-US" dirty="0"/>
            <a:t>are no less important than the others and often are the longest-lasting.</a:t>
          </a:r>
        </a:p>
      </dgm:t>
    </dgm:pt>
    <dgm:pt modelId="{5D52467A-F743-411C-BB4B-5B31C968D9BD}" type="parTrans" cxnId="{2FB471C3-1449-446B-8F91-814A6FF6133D}">
      <dgm:prSet/>
      <dgm:spPr/>
    </dgm:pt>
    <dgm:pt modelId="{E1FA5A71-5C4D-483E-A569-4B78EA87E4D3}" type="sibTrans" cxnId="{2FB471C3-1449-446B-8F91-814A6FF6133D}">
      <dgm:prSet/>
      <dgm:spPr/>
    </dgm:pt>
    <dgm:pt modelId="{EE9C09CF-49B7-4323-89AD-51F04672824C}" type="pres">
      <dgm:prSet presAssocID="{1B322C85-6A90-49E7-AB74-D168605FEFBC}" presName="Name0" presStyleCnt="0">
        <dgm:presLayoutVars>
          <dgm:dir/>
          <dgm:animLvl val="lvl"/>
          <dgm:resizeHandles val="exact"/>
        </dgm:presLayoutVars>
      </dgm:prSet>
      <dgm:spPr/>
    </dgm:pt>
    <dgm:pt modelId="{10111637-B248-4ED1-AB6A-E6D71E2935CC}" type="pres">
      <dgm:prSet presAssocID="{8B04312E-699C-4B37-86B9-A52FA00AD6DD}" presName="linNode" presStyleCnt="0"/>
      <dgm:spPr/>
    </dgm:pt>
    <dgm:pt modelId="{065F11D2-BE19-40F0-9361-7DADC21D387E}" type="pres">
      <dgm:prSet presAssocID="{8B04312E-699C-4B37-86B9-A52FA00AD6DD}" presName="parentText" presStyleLbl="node1" presStyleIdx="0" presStyleCnt="2">
        <dgm:presLayoutVars>
          <dgm:chMax val="1"/>
          <dgm:bulletEnabled val="1"/>
        </dgm:presLayoutVars>
      </dgm:prSet>
      <dgm:spPr/>
    </dgm:pt>
    <dgm:pt modelId="{A8A4C428-5CF6-4022-B2E5-ADC4ADCB3F93}" type="pres">
      <dgm:prSet presAssocID="{8B04312E-699C-4B37-86B9-A52FA00AD6DD}" presName="descendantText" presStyleLbl="alignAccFollowNode1" presStyleIdx="0" presStyleCnt="2">
        <dgm:presLayoutVars>
          <dgm:bulletEnabled val="1"/>
        </dgm:presLayoutVars>
      </dgm:prSet>
      <dgm:spPr/>
    </dgm:pt>
    <dgm:pt modelId="{09DABAF1-82A2-4297-8B8C-FA603AFEC9D1}" type="pres">
      <dgm:prSet presAssocID="{1AAF31ED-D17C-4A17-8FD6-757FF75B6003}" presName="sp" presStyleCnt="0"/>
      <dgm:spPr/>
    </dgm:pt>
    <dgm:pt modelId="{C91840DF-B07C-4180-A645-53253BADD5E8}" type="pres">
      <dgm:prSet presAssocID="{D0064FEF-DECA-404B-9569-0239C275C684}" presName="linNode" presStyleCnt="0"/>
      <dgm:spPr/>
    </dgm:pt>
    <dgm:pt modelId="{C56BE66D-2C01-4849-ADCA-A7495B1132C5}" type="pres">
      <dgm:prSet presAssocID="{D0064FEF-DECA-404B-9569-0239C275C684}" presName="parentText" presStyleLbl="node1" presStyleIdx="1" presStyleCnt="2">
        <dgm:presLayoutVars>
          <dgm:chMax val="1"/>
          <dgm:bulletEnabled val="1"/>
        </dgm:presLayoutVars>
      </dgm:prSet>
      <dgm:spPr/>
    </dgm:pt>
    <dgm:pt modelId="{CC7F031E-35CE-4759-90FC-8C8CFC2B08E6}" type="pres">
      <dgm:prSet presAssocID="{D0064FEF-DECA-404B-9569-0239C275C684}" presName="descendantText" presStyleLbl="alignAccFollowNode1" presStyleIdx="1" presStyleCnt="2">
        <dgm:presLayoutVars>
          <dgm:bulletEnabled val="1"/>
        </dgm:presLayoutVars>
      </dgm:prSet>
      <dgm:spPr/>
    </dgm:pt>
  </dgm:ptLst>
  <dgm:cxnLst>
    <dgm:cxn modelId="{1F5C7336-335A-458D-A672-3A20756465D1}" type="presOf" srcId="{D0064FEF-DECA-404B-9569-0239C275C684}" destId="{C56BE66D-2C01-4849-ADCA-A7495B1132C5}" srcOrd="0" destOrd="0" presId="urn:microsoft.com/office/officeart/2005/8/layout/vList5"/>
    <dgm:cxn modelId="{39057664-8143-4A8A-894B-804109D4B9C1}" type="presOf" srcId="{1B322C85-6A90-49E7-AB74-D168605FEFBC}" destId="{EE9C09CF-49B7-4323-89AD-51F04672824C}" srcOrd="0" destOrd="0" presId="urn:microsoft.com/office/officeart/2005/8/layout/vList5"/>
    <dgm:cxn modelId="{95C11D49-03BF-47F7-BF1D-F8934C09B9FB}" type="presOf" srcId="{8B04312E-699C-4B37-86B9-A52FA00AD6DD}" destId="{065F11D2-BE19-40F0-9361-7DADC21D387E}" srcOrd="0" destOrd="0" presId="urn:microsoft.com/office/officeart/2005/8/layout/vList5"/>
    <dgm:cxn modelId="{95BD664B-DCE3-44CE-9797-DB8D1F688132}" srcId="{8B04312E-699C-4B37-86B9-A52FA00AD6DD}" destId="{653A5E5C-E70C-4909-A931-83CE367B6A24}" srcOrd="0" destOrd="0" parTransId="{B71E4761-4617-43AD-812B-4B1F4BF68F71}" sibTransId="{D42356E2-F114-4FC9-A80E-14E3241CEC30}"/>
    <dgm:cxn modelId="{96CD704B-8C60-41E6-A5A4-5D1859360C9D}" srcId="{1B322C85-6A90-49E7-AB74-D168605FEFBC}" destId="{D0064FEF-DECA-404B-9569-0239C275C684}" srcOrd="1" destOrd="0" parTransId="{A4EB8450-3D2A-453C-880D-0B4F8CCB1ED9}" sibTransId="{C5BADECF-4279-4CA9-AA44-7DC00EC8BACD}"/>
    <dgm:cxn modelId="{3CD95571-0779-49C7-AD77-009190982C8A}" type="presOf" srcId="{413C1CA9-CEF1-4529-A1DA-7F1E2200292C}" destId="{A8A4C428-5CF6-4022-B2E5-ADC4ADCB3F93}" srcOrd="0" destOrd="2" presId="urn:microsoft.com/office/officeart/2005/8/layout/vList5"/>
    <dgm:cxn modelId="{92D72954-96E4-4B01-8E65-07729FE49E9E}" type="presOf" srcId="{653A5E5C-E70C-4909-A931-83CE367B6A24}" destId="{A8A4C428-5CF6-4022-B2E5-ADC4ADCB3F93}" srcOrd="0" destOrd="0" presId="urn:microsoft.com/office/officeart/2005/8/layout/vList5"/>
    <dgm:cxn modelId="{AEB26C57-FA53-4979-A78E-F50CA702CA90}" type="presOf" srcId="{7F24206A-61A2-4893-8879-4DD889C618A2}" destId="{A8A4C428-5CF6-4022-B2E5-ADC4ADCB3F93}" srcOrd="0" destOrd="1" presId="urn:microsoft.com/office/officeart/2005/8/layout/vList5"/>
    <dgm:cxn modelId="{4D8A768D-BE7B-44F9-AA36-9CC806D20958}" srcId="{8B04312E-699C-4B37-86B9-A52FA00AD6DD}" destId="{7F24206A-61A2-4893-8879-4DD889C618A2}" srcOrd="1" destOrd="0" parTransId="{DC74F250-48F5-4527-B2CB-5016D4716ED5}" sibTransId="{3A37E92F-A45A-4C78-9FF8-40F3CBE33585}"/>
    <dgm:cxn modelId="{B7C5BF9A-CF0C-49FC-A227-060F64A5A0B3}" type="presOf" srcId="{EA941DD7-5B59-4A1C-B78B-AB62A8AC98A2}" destId="{CC7F031E-35CE-4759-90FC-8C8CFC2B08E6}" srcOrd="0" destOrd="0" presId="urn:microsoft.com/office/officeart/2005/8/layout/vList5"/>
    <dgm:cxn modelId="{BBB7E4AF-4BF9-4B6A-9955-99E3631B2B30}" srcId="{8B04312E-699C-4B37-86B9-A52FA00AD6DD}" destId="{413C1CA9-CEF1-4529-A1DA-7F1E2200292C}" srcOrd="2" destOrd="0" parTransId="{CA2AC97D-57F9-427B-A38D-2B5B53311AC1}" sibTransId="{73FBEAC0-9965-469E-BA64-8BC25646C536}"/>
    <dgm:cxn modelId="{2FB471C3-1449-446B-8F91-814A6FF6133D}" srcId="{D0064FEF-DECA-404B-9569-0239C275C684}" destId="{EA941DD7-5B59-4A1C-B78B-AB62A8AC98A2}" srcOrd="0" destOrd="0" parTransId="{5D52467A-F743-411C-BB4B-5B31C968D9BD}" sibTransId="{E1FA5A71-5C4D-483E-A569-4B78EA87E4D3}"/>
    <dgm:cxn modelId="{8D9923D6-1F55-4923-9D8C-DC334BEC68F7}" srcId="{1B322C85-6A90-49E7-AB74-D168605FEFBC}" destId="{8B04312E-699C-4B37-86B9-A52FA00AD6DD}" srcOrd="0" destOrd="0" parTransId="{65CDAF11-0185-431E-B288-55974AC9E852}" sibTransId="{1AAF31ED-D17C-4A17-8FD6-757FF75B6003}"/>
    <dgm:cxn modelId="{822DAB10-04A3-4CCD-B942-567E760802EC}" type="presParOf" srcId="{EE9C09CF-49B7-4323-89AD-51F04672824C}" destId="{10111637-B248-4ED1-AB6A-E6D71E2935CC}" srcOrd="0" destOrd="0" presId="urn:microsoft.com/office/officeart/2005/8/layout/vList5"/>
    <dgm:cxn modelId="{EFADD5F0-11B3-43B8-820E-5B60E87D03C3}" type="presParOf" srcId="{10111637-B248-4ED1-AB6A-E6D71E2935CC}" destId="{065F11D2-BE19-40F0-9361-7DADC21D387E}" srcOrd="0" destOrd="0" presId="urn:microsoft.com/office/officeart/2005/8/layout/vList5"/>
    <dgm:cxn modelId="{EEA0048C-0D30-4B44-89D1-6473F6C6C1F1}" type="presParOf" srcId="{10111637-B248-4ED1-AB6A-E6D71E2935CC}" destId="{A8A4C428-5CF6-4022-B2E5-ADC4ADCB3F93}" srcOrd="1" destOrd="0" presId="urn:microsoft.com/office/officeart/2005/8/layout/vList5"/>
    <dgm:cxn modelId="{9AC676B3-B95A-4AF9-BBF2-6444C517E7FC}" type="presParOf" srcId="{EE9C09CF-49B7-4323-89AD-51F04672824C}" destId="{09DABAF1-82A2-4297-8B8C-FA603AFEC9D1}" srcOrd="1" destOrd="0" presId="urn:microsoft.com/office/officeart/2005/8/layout/vList5"/>
    <dgm:cxn modelId="{E29C0B53-D913-4829-B5D5-FE55B31F8E5C}" type="presParOf" srcId="{EE9C09CF-49B7-4323-89AD-51F04672824C}" destId="{C91840DF-B07C-4180-A645-53253BADD5E8}" srcOrd="2" destOrd="0" presId="urn:microsoft.com/office/officeart/2005/8/layout/vList5"/>
    <dgm:cxn modelId="{EC199057-CD66-4235-9485-5A5FD9FF6A21}" type="presParOf" srcId="{C91840DF-B07C-4180-A645-53253BADD5E8}" destId="{C56BE66D-2C01-4849-ADCA-A7495B1132C5}" srcOrd="0" destOrd="0" presId="urn:microsoft.com/office/officeart/2005/8/layout/vList5"/>
    <dgm:cxn modelId="{5D5F1882-DE41-4AB6-9698-966324880BEA}" type="presParOf" srcId="{C91840DF-B07C-4180-A645-53253BADD5E8}" destId="{CC7F031E-35CE-4759-90FC-8C8CFC2B08E6}"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F29EB57C-132E-488D-AF13-65F0DFE2DBD2}" type="doc">
      <dgm:prSet loTypeId="urn:microsoft.com/office/officeart/2005/8/layout/hList6" loCatId="list" qsTypeId="urn:microsoft.com/office/officeart/2005/8/quickstyle/simple1#13" qsCatId="simple" csTypeId="urn:microsoft.com/office/officeart/2005/8/colors/accent1_2#13" csCatId="accent1" phldr="1"/>
      <dgm:spPr/>
      <dgm:t>
        <a:bodyPr/>
        <a:lstStyle/>
        <a:p>
          <a:endParaRPr lang="en-IN"/>
        </a:p>
      </dgm:t>
    </dgm:pt>
    <dgm:pt modelId="{A3A86310-0541-47A9-8284-1CD8ED7EFB22}">
      <dgm:prSet phldrT="[Text]"/>
      <dgm:spPr/>
      <dgm:t>
        <a:bodyPr/>
        <a:lstStyle/>
        <a:p>
          <a:r>
            <a:rPr lang="en-US"/>
            <a:t>The evaluation leader presents the ATAM to the assembled project representatives. </a:t>
          </a:r>
          <a:endParaRPr lang="en-IN"/>
        </a:p>
      </dgm:t>
    </dgm:pt>
    <dgm:pt modelId="{8E85519D-C74E-463F-9D1F-B9D80F4595F2}" type="parTrans" cxnId="{7642BBD6-C15B-4F17-9AE5-52E4A2C5502B}">
      <dgm:prSet/>
      <dgm:spPr/>
      <dgm:t>
        <a:bodyPr/>
        <a:lstStyle/>
        <a:p>
          <a:endParaRPr lang="en-IN"/>
        </a:p>
      </dgm:t>
    </dgm:pt>
    <dgm:pt modelId="{2A0E62B7-039E-4C6C-AFAD-425F8747020E}" type="sibTrans" cxnId="{7642BBD6-C15B-4F17-9AE5-52E4A2C5502B}">
      <dgm:prSet/>
      <dgm:spPr/>
      <dgm:t>
        <a:bodyPr/>
        <a:lstStyle/>
        <a:p>
          <a:endParaRPr lang="en-IN"/>
        </a:p>
      </dgm:t>
    </dgm:pt>
    <dgm:pt modelId="{722A8705-1E04-42AB-9520-C02505618112}">
      <dgm:prSet/>
      <dgm:spPr/>
      <dgm:t>
        <a:bodyPr/>
        <a:lstStyle/>
        <a:p>
          <a:r>
            <a:rPr lang="en-US"/>
            <a:t>This time is used to explain the process that everyone will be following, to answer questions, and to set the context and expectations for the remainder of the activities. </a:t>
          </a:r>
          <a:endParaRPr lang="en-US" dirty="0"/>
        </a:p>
      </dgm:t>
    </dgm:pt>
    <dgm:pt modelId="{06109BA0-7E36-48D6-9617-27FBEBB0C126}" type="parTrans" cxnId="{A585C1F0-D92D-45E6-A170-3251549D8D1E}">
      <dgm:prSet/>
      <dgm:spPr/>
      <dgm:t>
        <a:bodyPr/>
        <a:lstStyle/>
        <a:p>
          <a:endParaRPr lang="en-IN"/>
        </a:p>
      </dgm:t>
    </dgm:pt>
    <dgm:pt modelId="{FA749772-6389-4AFC-9F71-6A2311623981}" type="sibTrans" cxnId="{A585C1F0-D92D-45E6-A170-3251549D8D1E}">
      <dgm:prSet/>
      <dgm:spPr/>
      <dgm:t>
        <a:bodyPr/>
        <a:lstStyle/>
        <a:p>
          <a:endParaRPr lang="en-IN"/>
        </a:p>
      </dgm:t>
    </dgm:pt>
    <dgm:pt modelId="{4421C208-2A76-4DE3-8698-32E59DF80BBB}">
      <dgm:prSet/>
      <dgm:spPr/>
      <dgm:t>
        <a:bodyPr/>
        <a:lstStyle/>
        <a:p>
          <a:r>
            <a:rPr lang="en-US"/>
            <a:t>Using a standard presentation, the leader describes the ATAM steps in brief and the outputs of the evaluation.</a:t>
          </a:r>
          <a:endParaRPr lang="en-US" dirty="0"/>
        </a:p>
      </dgm:t>
    </dgm:pt>
    <dgm:pt modelId="{4B02E582-2535-42B1-9843-669EDA6E1111}" type="parTrans" cxnId="{FD7B1372-120A-4258-9891-0A70B0460087}">
      <dgm:prSet/>
      <dgm:spPr/>
      <dgm:t>
        <a:bodyPr/>
        <a:lstStyle/>
        <a:p>
          <a:endParaRPr lang="en-IN"/>
        </a:p>
      </dgm:t>
    </dgm:pt>
    <dgm:pt modelId="{D535C739-7006-450F-8D91-7298ADD7DEB1}" type="sibTrans" cxnId="{FD7B1372-120A-4258-9891-0A70B0460087}">
      <dgm:prSet/>
      <dgm:spPr/>
      <dgm:t>
        <a:bodyPr/>
        <a:lstStyle/>
        <a:p>
          <a:endParaRPr lang="en-IN"/>
        </a:p>
      </dgm:t>
    </dgm:pt>
    <dgm:pt modelId="{13F86567-7734-435E-8D53-A6ACCF2E49E0}" type="pres">
      <dgm:prSet presAssocID="{F29EB57C-132E-488D-AF13-65F0DFE2DBD2}" presName="Name0" presStyleCnt="0">
        <dgm:presLayoutVars>
          <dgm:dir/>
          <dgm:resizeHandles val="exact"/>
        </dgm:presLayoutVars>
      </dgm:prSet>
      <dgm:spPr/>
    </dgm:pt>
    <dgm:pt modelId="{312FB271-14F9-4474-9717-98F3E69907B3}" type="pres">
      <dgm:prSet presAssocID="{A3A86310-0541-47A9-8284-1CD8ED7EFB22}" presName="node" presStyleLbl="node1" presStyleIdx="0" presStyleCnt="3">
        <dgm:presLayoutVars>
          <dgm:bulletEnabled val="1"/>
        </dgm:presLayoutVars>
      </dgm:prSet>
      <dgm:spPr/>
    </dgm:pt>
    <dgm:pt modelId="{D0A7E09A-08F6-48C4-B9A5-B56F622F5F4B}" type="pres">
      <dgm:prSet presAssocID="{2A0E62B7-039E-4C6C-AFAD-425F8747020E}" presName="sibTrans" presStyleCnt="0"/>
      <dgm:spPr/>
    </dgm:pt>
    <dgm:pt modelId="{0FBA9C4A-D571-41B1-BD7F-97C6CE549E80}" type="pres">
      <dgm:prSet presAssocID="{722A8705-1E04-42AB-9520-C02505618112}" presName="node" presStyleLbl="node1" presStyleIdx="1" presStyleCnt="3">
        <dgm:presLayoutVars>
          <dgm:bulletEnabled val="1"/>
        </dgm:presLayoutVars>
      </dgm:prSet>
      <dgm:spPr/>
    </dgm:pt>
    <dgm:pt modelId="{EAF4D61A-11B8-4D34-B24F-4291E1497FF2}" type="pres">
      <dgm:prSet presAssocID="{FA749772-6389-4AFC-9F71-6A2311623981}" presName="sibTrans" presStyleCnt="0"/>
      <dgm:spPr/>
    </dgm:pt>
    <dgm:pt modelId="{8E217DB5-9BF0-49F4-B2B0-15B1CBE6C952}" type="pres">
      <dgm:prSet presAssocID="{4421C208-2A76-4DE3-8698-32E59DF80BBB}" presName="node" presStyleLbl="node1" presStyleIdx="2" presStyleCnt="3">
        <dgm:presLayoutVars>
          <dgm:bulletEnabled val="1"/>
        </dgm:presLayoutVars>
      </dgm:prSet>
      <dgm:spPr/>
    </dgm:pt>
  </dgm:ptLst>
  <dgm:cxnLst>
    <dgm:cxn modelId="{017B5F0A-40BE-4A96-95A6-31112C7792DF}" type="presOf" srcId="{4421C208-2A76-4DE3-8698-32E59DF80BBB}" destId="{8E217DB5-9BF0-49F4-B2B0-15B1CBE6C952}" srcOrd="0" destOrd="0" presId="urn:microsoft.com/office/officeart/2005/8/layout/hList6"/>
    <dgm:cxn modelId="{FD7B1372-120A-4258-9891-0A70B0460087}" srcId="{F29EB57C-132E-488D-AF13-65F0DFE2DBD2}" destId="{4421C208-2A76-4DE3-8698-32E59DF80BBB}" srcOrd="2" destOrd="0" parTransId="{4B02E582-2535-42B1-9843-669EDA6E1111}" sibTransId="{D535C739-7006-450F-8D91-7298ADD7DEB1}"/>
    <dgm:cxn modelId="{9951B0D4-B70B-4E47-8A55-CAA9DBA9EE30}" type="presOf" srcId="{722A8705-1E04-42AB-9520-C02505618112}" destId="{0FBA9C4A-D571-41B1-BD7F-97C6CE549E80}" srcOrd="0" destOrd="0" presId="urn:microsoft.com/office/officeart/2005/8/layout/hList6"/>
    <dgm:cxn modelId="{7642BBD6-C15B-4F17-9AE5-52E4A2C5502B}" srcId="{F29EB57C-132E-488D-AF13-65F0DFE2DBD2}" destId="{A3A86310-0541-47A9-8284-1CD8ED7EFB22}" srcOrd="0" destOrd="0" parTransId="{8E85519D-C74E-463F-9D1F-B9D80F4595F2}" sibTransId="{2A0E62B7-039E-4C6C-AFAD-425F8747020E}"/>
    <dgm:cxn modelId="{A585C1F0-D92D-45E6-A170-3251549D8D1E}" srcId="{F29EB57C-132E-488D-AF13-65F0DFE2DBD2}" destId="{722A8705-1E04-42AB-9520-C02505618112}" srcOrd="1" destOrd="0" parTransId="{06109BA0-7E36-48D6-9617-27FBEBB0C126}" sibTransId="{FA749772-6389-4AFC-9F71-6A2311623981}"/>
    <dgm:cxn modelId="{0FE4CBF8-9D64-4661-AFCB-3ABB40C0B4ED}" type="presOf" srcId="{A3A86310-0541-47A9-8284-1CD8ED7EFB22}" destId="{312FB271-14F9-4474-9717-98F3E69907B3}" srcOrd="0" destOrd="0" presId="urn:microsoft.com/office/officeart/2005/8/layout/hList6"/>
    <dgm:cxn modelId="{794E8BF9-5EF3-4166-BB21-B68E56993D49}" type="presOf" srcId="{F29EB57C-132E-488D-AF13-65F0DFE2DBD2}" destId="{13F86567-7734-435E-8D53-A6ACCF2E49E0}" srcOrd="0" destOrd="0" presId="urn:microsoft.com/office/officeart/2005/8/layout/hList6"/>
    <dgm:cxn modelId="{F6EABD15-F955-4A2B-8AB5-DC3318F1E5C3}" type="presParOf" srcId="{13F86567-7734-435E-8D53-A6ACCF2E49E0}" destId="{312FB271-14F9-4474-9717-98F3E69907B3}" srcOrd="0" destOrd="0" presId="urn:microsoft.com/office/officeart/2005/8/layout/hList6"/>
    <dgm:cxn modelId="{D44AD3AA-96CA-4921-BF50-AA11AF857629}" type="presParOf" srcId="{13F86567-7734-435E-8D53-A6ACCF2E49E0}" destId="{D0A7E09A-08F6-48C4-B9A5-B56F622F5F4B}" srcOrd="1" destOrd="0" presId="urn:microsoft.com/office/officeart/2005/8/layout/hList6"/>
    <dgm:cxn modelId="{7F239039-BEE9-440F-B915-BA0A156283C6}" type="presParOf" srcId="{13F86567-7734-435E-8D53-A6ACCF2E49E0}" destId="{0FBA9C4A-D571-41B1-BD7F-97C6CE549E80}" srcOrd="2" destOrd="0" presId="urn:microsoft.com/office/officeart/2005/8/layout/hList6"/>
    <dgm:cxn modelId="{4FB047A5-CF93-4F1A-AB2C-429E4034E120}" type="presParOf" srcId="{13F86567-7734-435E-8D53-A6ACCF2E49E0}" destId="{EAF4D61A-11B8-4D34-B24F-4291E1497FF2}" srcOrd="3" destOrd="0" presId="urn:microsoft.com/office/officeart/2005/8/layout/hList6"/>
    <dgm:cxn modelId="{84C60974-743C-4D03-8090-ED2BDD1E4FFD}" type="presParOf" srcId="{13F86567-7734-435E-8D53-A6ACCF2E49E0}" destId="{8E217DB5-9BF0-49F4-B2B0-15B1CBE6C952}" srcOrd="4"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4288FBC9-71FF-4676-9C29-C9A40241E0F4}" type="doc">
      <dgm:prSet loTypeId="urn:microsoft.com/office/officeart/2005/8/layout/hList6" loCatId="list" qsTypeId="urn:microsoft.com/office/officeart/2005/8/quickstyle/simple1#14" qsCatId="simple" csTypeId="urn:microsoft.com/office/officeart/2005/8/colors/accent1_2#14" csCatId="accent1" phldr="1"/>
      <dgm:spPr/>
      <dgm:t>
        <a:bodyPr/>
        <a:lstStyle/>
        <a:p>
          <a:endParaRPr lang="en-IN"/>
        </a:p>
      </dgm:t>
    </dgm:pt>
    <dgm:pt modelId="{6AC28FAA-2C34-454C-8013-115208E71A5D}">
      <dgm:prSet phldrT="[Text]"/>
      <dgm:spPr/>
      <dgm:t>
        <a:bodyPr/>
        <a:lstStyle/>
        <a:p>
          <a:r>
            <a:rPr lang="en-US"/>
            <a:t>Everyone involved in the evaluation needs to understand the context for the system and the primary business drivers motivating its development. </a:t>
          </a:r>
          <a:endParaRPr lang="en-IN"/>
        </a:p>
      </dgm:t>
    </dgm:pt>
    <dgm:pt modelId="{0625666E-7945-4C02-B3F9-BB29DE4832F7}" type="parTrans" cxnId="{7E66B2A9-5204-4359-9838-C84C826F3A21}">
      <dgm:prSet/>
      <dgm:spPr/>
      <dgm:t>
        <a:bodyPr/>
        <a:lstStyle/>
        <a:p>
          <a:endParaRPr lang="en-IN"/>
        </a:p>
      </dgm:t>
    </dgm:pt>
    <dgm:pt modelId="{DEFD45DE-DC2A-4472-82F4-4F3A021B607D}" type="sibTrans" cxnId="{7E66B2A9-5204-4359-9838-C84C826F3A21}">
      <dgm:prSet/>
      <dgm:spPr/>
      <dgm:t>
        <a:bodyPr/>
        <a:lstStyle/>
        <a:p>
          <a:endParaRPr lang="en-IN"/>
        </a:p>
      </dgm:t>
    </dgm:pt>
    <dgm:pt modelId="{A17AF7E3-3015-47F3-92AD-6B0BA54EEE1B}">
      <dgm:prSet/>
      <dgm:spPr/>
      <dgm:t>
        <a:bodyPr/>
        <a:lstStyle/>
        <a:p>
          <a:r>
            <a:rPr lang="en-US"/>
            <a:t>In this step, a project decision maker (ideally the project manager or the system’s customer) presents a system overview from a business perspective. </a:t>
          </a:r>
          <a:endParaRPr lang="en-US" dirty="0"/>
        </a:p>
      </dgm:t>
    </dgm:pt>
    <dgm:pt modelId="{0F915E3F-6580-4EFF-85F1-68B350D7B43D}" type="parTrans" cxnId="{3B71805E-CDBC-4840-B1D5-B65D51F224B7}">
      <dgm:prSet/>
      <dgm:spPr/>
      <dgm:t>
        <a:bodyPr/>
        <a:lstStyle/>
        <a:p>
          <a:endParaRPr lang="en-IN"/>
        </a:p>
      </dgm:t>
    </dgm:pt>
    <dgm:pt modelId="{A05DD09D-EBE3-446F-A04A-E06A7165F264}" type="sibTrans" cxnId="{3B71805E-CDBC-4840-B1D5-B65D51F224B7}">
      <dgm:prSet/>
      <dgm:spPr/>
      <dgm:t>
        <a:bodyPr/>
        <a:lstStyle/>
        <a:p>
          <a:endParaRPr lang="en-IN"/>
        </a:p>
      </dgm:t>
    </dgm:pt>
    <dgm:pt modelId="{DFBA3BFC-974B-43B4-A5CF-15DD87074F6B}">
      <dgm:prSet/>
      <dgm:spPr/>
      <dgm:t>
        <a:bodyPr/>
        <a:lstStyle/>
        <a:p>
          <a:r>
            <a:rPr lang="en-US"/>
            <a:t>The presentation should describe the following:</a:t>
          </a:r>
          <a:endParaRPr lang="en-US" dirty="0"/>
        </a:p>
      </dgm:t>
    </dgm:pt>
    <dgm:pt modelId="{8B08EFE7-EEE4-4C21-A58F-C644D9547CF2}" type="parTrans" cxnId="{8B2CC741-B5F0-40E7-8E25-6F985C3F35EE}">
      <dgm:prSet/>
      <dgm:spPr/>
      <dgm:t>
        <a:bodyPr/>
        <a:lstStyle/>
        <a:p>
          <a:endParaRPr lang="en-IN"/>
        </a:p>
      </dgm:t>
    </dgm:pt>
    <dgm:pt modelId="{10D43726-F72D-4EE7-B270-858FA680C272}" type="sibTrans" cxnId="{8B2CC741-B5F0-40E7-8E25-6F985C3F35EE}">
      <dgm:prSet/>
      <dgm:spPr/>
      <dgm:t>
        <a:bodyPr/>
        <a:lstStyle/>
        <a:p>
          <a:endParaRPr lang="en-IN"/>
        </a:p>
      </dgm:t>
    </dgm:pt>
    <dgm:pt modelId="{C25B756F-5290-4984-8159-CFFAB5B02A6E}">
      <dgm:prSet/>
      <dgm:spPr/>
      <dgm:t>
        <a:bodyPr/>
        <a:lstStyle/>
        <a:p>
          <a:r>
            <a:rPr lang="en-US"/>
            <a:t>The system’s most important functions</a:t>
          </a:r>
          <a:endParaRPr lang="en-US" dirty="0"/>
        </a:p>
      </dgm:t>
    </dgm:pt>
    <dgm:pt modelId="{6DCCC788-825F-4EBA-97F0-89767D870127}" type="parTrans" cxnId="{6F8F3C3A-BBF1-4720-A0FF-0780E879D3E9}">
      <dgm:prSet/>
      <dgm:spPr/>
      <dgm:t>
        <a:bodyPr/>
        <a:lstStyle/>
        <a:p>
          <a:endParaRPr lang="en-IN"/>
        </a:p>
      </dgm:t>
    </dgm:pt>
    <dgm:pt modelId="{E3245C1C-30E0-42A1-9BE8-396FFC055C32}" type="sibTrans" cxnId="{6F8F3C3A-BBF1-4720-A0FF-0780E879D3E9}">
      <dgm:prSet/>
      <dgm:spPr/>
      <dgm:t>
        <a:bodyPr/>
        <a:lstStyle/>
        <a:p>
          <a:endParaRPr lang="en-IN"/>
        </a:p>
      </dgm:t>
    </dgm:pt>
    <dgm:pt modelId="{A412D3DF-B95B-4040-9EC9-4552721337E5}">
      <dgm:prSet/>
      <dgm:spPr/>
      <dgm:t>
        <a:bodyPr/>
        <a:lstStyle/>
        <a:p>
          <a:r>
            <a:rPr lang="en-US"/>
            <a:t>Any relevant technical, managerial, economic, or political constraints </a:t>
          </a:r>
          <a:endParaRPr lang="en-US" dirty="0"/>
        </a:p>
      </dgm:t>
    </dgm:pt>
    <dgm:pt modelId="{FA0CA3FA-0845-4BFF-A37D-380E722F7ED9}" type="parTrans" cxnId="{C7A6A00C-906B-4C85-AD9B-4D42B037E460}">
      <dgm:prSet/>
      <dgm:spPr/>
      <dgm:t>
        <a:bodyPr/>
        <a:lstStyle/>
        <a:p>
          <a:endParaRPr lang="en-IN"/>
        </a:p>
      </dgm:t>
    </dgm:pt>
    <dgm:pt modelId="{9EC30F48-CC19-48DF-9F8A-AC4421F0F7C9}" type="sibTrans" cxnId="{C7A6A00C-906B-4C85-AD9B-4D42B037E460}">
      <dgm:prSet/>
      <dgm:spPr/>
      <dgm:t>
        <a:bodyPr/>
        <a:lstStyle/>
        <a:p>
          <a:endParaRPr lang="en-IN"/>
        </a:p>
      </dgm:t>
    </dgm:pt>
    <dgm:pt modelId="{FB1C6CF1-2EE4-4090-9780-41AC84FF6E27}">
      <dgm:prSet/>
      <dgm:spPr/>
      <dgm:t>
        <a:bodyPr/>
        <a:lstStyle/>
        <a:p>
          <a:r>
            <a:rPr lang="en-US"/>
            <a:t>The business goals and context as they relate to the project</a:t>
          </a:r>
          <a:endParaRPr lang="en-US" dirty="0"/>
        </a:p>
      </dgm:t>
    </dgm:pt>
    <dgm:pt modelId="{55A09D6A-AF7D-47D3-9A8E-31B8EC8412AD}" type="parTrans" cxnId="{724082DB-9E10-4B80-9EB9-0C7C7CE02205}">
      <dgm:prSet/>
      <dgm:spPr/>
      <dgm:t>
        <a:bodyPr/>
        <a:lstStyle/>
        <a:p>
          <a:endParaRPr lang="en-IN"/>
        </a:p>
      </dgm:t>
    </dgm:pt>
    <dgm:pt modelId="{0B35E648-8946-415B-92F2-F1228C887D04}" type="sibTrans" cxnId="{724082DB-9E10-4B80-9EB9-0C7C7CE02205}">
      <dgm:prSet/>
      <dgm:spPr/>
      <dgm:t>
        <a:bodyPr/>
        <a:lstStyle/>
        <a:p>
          <a:endParaRPr lang="en-IN"/>
        </a:p>
      </dgm:t>
    </dgm:pt>
    <dgm:pt modelId="{4CBD315C-F5A3-4253-86F9-7DB54FFADE9F}">
      <dgm:prSet/>
      <dgm:spPr/>
      <dgm:t>
        <a:bodyPr/>
        <a:lstStyle/>
        <a:p>
          <a:r>
            <a:rPr lang="en-US"/>
            <a:t>The major stakeholders</a:t>
          </a:r>
          <a:endParaRPr lang="en-US" dirty="0"/>
        </a:p>
      </dgm:t>
    </dgm:pt>
    <dgm:pt modelId="{72C4494A-1DD5-4EAA-8299-4EB60A69B1B4}" type="parTrans" cxnId="{599D653A-231F-4C3C-9B8B-4B451026856C}">
      <dgm:prSet/>
      <dgm:spPr/>
      <dgm:t>
        <a:bodyPr/>
        <a:lstStyle/>
        <a:p>
          <a:endParaRPr lang="en-IN"/>
        </a:p>
      </dgm:t>
    </dgm:pt>
    <dgm:pt modelId="{F2E1F5E8-DFC9-4956-AA79-78B99A813C9C}" type="sibTrans" cxnId="{599D653A-231F-4C3C-9B8B-4B451026856C}">
      <dgm:prSet/>
      <dgm:spPr/>
      <dgm:t>
        <a:bodyPr/>
        <a:lstStyle/>
        <a:p>
          <a:endParaRPr lang="en-IN"/>
        </a:p>
      </dgm:t>
    </dgm:pt>
    <dgm:pt modelId="{E3581D52-757E-43EC-8059-10A568390B8E}">
      <dgm:prSet/>
      <dgm:spPr/>
      <dgm:t>
        <a:bodyPr/>
        <a:lstStyle/>
        <a:p>
          <a:r>
            <a:rPr lang="en-US"/>
            <a:t>The architectural drivers (that is, the architecturally significant requirements)</a:t>
          </a:r>
          <a:endParaRPr lang="en-US" dirty="0"/>
        </a:p>
      </dgm:t>
    </dgm:pt>
    <dgm:pt modelId="{6E1C64D9-72E7-4B2F-8C16-E56E6E0D8F0E}" type="parTrans" cxnId="{B88AFF0A-6D8E-4D8F-880E-0C2BBFAA203B}">
      <dgm:prSet/>
      <dgm:spPr/>
      <dgm:t>
        <a:bodyPr/>
        <a:lstStyle/>
        <a:p>
          <a:endParaRPr lang="en-IN"/>
        </a:p>
      </dgm:t>
    </dgm:pt>
    <dgm:pt modelId="{AD2C1A90-45A0-485F-906F-9D4C11278BD5}" type="sibTrans" cxnId="{B88AFF0A-6D8E-4D8F-880E-0C2BBFAA203B}">
      <dgm:prSet/>
      <dgm:spPr/>
      <dgm:t>
        <a:bodyPr/>
        <a:lstStyle/>
        <a:p>
          <a:endParaRPr lang="en-IN"/>
        </a:p>
      </dgm:t>
    </dgm:pt>
    <dgm:pt modelId="{F7CB57A5-0518-4B2C-B101-E9B89164C8BC}" type="pres">
      <dgm:prSet presAssocID="{4288FBC9-71FF-4676-9C29-C9A40241E0F4}" presName="Name0" presStyleCnt="0">
        <dgm:presLayoutVars>
          <dgm:dir/>
          <dgm:resizeHandles val="exact"/>
        </dgm:presLayoutVars>
      </dgm:prSet>
      <dgm:spPr/>
    </dgm:pt>
    <dgm:pt modelId="{A530FD74-F61A-4882-8969-A36806C9C4B0}" type="pres">
      <dgm:prSet presAssocID="{6AC28FAA-2C34-454C-8013-115208E71A5D}" presName="node" presStyleLbl="node1" presStyleIdx="0" presStyleCnt="3">
        <dgm:presLayoutVars>
          <dgm:bulletEnabled val="1"/>
        </dgm:presLayoutVars>
      </dgm:prSet>
      <dgm:spPr/>
    </dgm:pt>
    <dgm:pt modelId="{30D1C4B9-080F-44CC-A845-440BAAF3EF61}" type="pres">
      <dgm:prSet presAssocID="{DEFD45DE-DC2A-4472-82F4-4F3A021B607D}" presName="sibTrans" presStyleCnt="0"/>
      <dgm:spPr/>
    </dgm:pt>
    <dgm:pt modelId="{67EF5B13-3E72-42F8-A747-0BB37C691BAF}" type="pres">
      <dgm:prSet presAssocID="{A17AF7E3-3015-47F3-92AD-6B0BA54EEE1B}" presName="node" presStyleLbl="node1" presStyleIdx="1" presStyleCnt="3">
        <dgm:presLayoutVars>
          <dgm:bulletEnabled val="1"/>
        </dgm:presLayoutVars>
      </dgm:prSet>
      <dgm:spPr/>
    </dgm:pt>
    <dgm:pt modelId="{30126141-AD0C-4F90-9ED1-E051FEE25B8F}" type="pres">
      <dgm:prSet presAssocID="{A05DD09D-EBE3-446F-A04A-E06A7165F264}" presName="sibTrans" presStyleCnt="0"/>
      <dgm:spPr/>
    </dgm:pt>
    <dgm:pt modelId="{E5DF848A-4CA7-4288-8798-B32FA926535C}" type="pres">
      <dgm:prSet presAssocID="{DFBA3BFC-974B-43B4-A5CF-15DD87074F6B}" presName="node" presStyleLbl="node1" presStyleIdx="2" presStyleCnt="3">
        <dgm:presLayoutVars>
          <dgm:bulletEnabled val="1"/>
        </dgm:presLayoutVars>
      </dgm:prSet>
      <dgm:spPr/>
    </dgm:pt>
  </dgm:ptLst>
  <dgm:cxnLst>
    <dgm:cxn modelId="{B88AFF0A-6D8E-4D8F-880E-0C2BBFAA203B}" srcId="{DFBA3BFC-974B-43B4-A5CF-15DD87074F6B}" destId="{E3581D52-757E-43EC-8059-10A568390B8E}" srcOrd="4" destOrd="0" parTransId="{6E1C64D9-72E7-4B2F-8C16-E56E6E0D8F0E}" sibTransId="{AD2C1A90-45A0-485F-906F-9D4C11278BD5}"/>
    <dgm:cxn modelId="{C7A6A00C-906B-4C85-AD9B-4D42B037E460}" srcId="{DFBA3BFC-974B-43B4-A5CF-15DD87074F6B}" destId="{A412D3DF-B95B-4040-9EC9-4552721337E5}" srcOrd="1" destOrd="0" parTransId="{FA0CA3FA-0845-4BFF-A37D-380E722F7ED9}" sibTransId="{9EC30F48-CC19-48DF-9F8A-AC4421F0F7C9}"/>
    <dgm:cxn modelId="{BFDF2B27-EE6A-41D9-8DDF-8616816F5432}" type="presOf" srcId="{A17AF7E3-3015-47F3-92AD-6B0BA54EEE1B}" destId="{67EF5B13-3E72-42F8-A747-0BB37C691BAF}" srcOrd="0" destOrd="0" presId="urn:microsoft.com/office/officeart/2005/8/layout/hList6"/>
    <dgm:cxn modelId="{433CD128-F152-4176-8937-F04C13C06DBF}" type="presOf" srcId="{E3581D52-757E-43EC-8059-10A568390B8E}" destId="{E5DF848A-4CA7-4288-8798-B32FA926535C}" srcOrd="0" destOrd="5" presId="urn:microsoft.com/office/officeart/2005/8/layout/hList6"/>
    <dgm:cxn modelId="{00A4F72A-DD04-4BE9-8176-16D173BAA15E}" type="presOf" srcId="{4CBD315C-F5A3-4253-86F9-7DB54FFADE9F}" destId="{E5DF848A-4CA7-4288-8798-B32FA926535C}" srcOrd="0" destOrd="4" presId="urn:microsoft.com/office/officeart/2005/8/layout/hList6"/>
    <dgm:cxn modelId="{6F8F3C3A-BBF1-4720-A0FF-0780E879D3E9}" srcId="{DFBA3BFC-974B-43B4-A5CF-15DD87074F6B}" destId="{C25B756F-5290-4984-8159-CFFAB5B02A6E}" srcOrd="0" destOrd="0" parTransId="{6DCCC788-825F-4EBA-97F0-89767D870127}" sibTransId="{E3245C1C-30E0-42A1-9BE8-396FFC055C32}"/>
    <dgm:cxn modelId="{599D653A-231F-4C3C-9B8B-4B451026856C}" srcId="{DFBA3BFC-974B-43B4-A5CF-15DD87074F6B}" destId="{4CBD315C-F5A3-4253-86F9-7DB54FFADE9F}" srcOrd="3" destOrd="0" parTransId="{72C4494A-1DD5-4EAA-8299-4EB60A69B1B4}" sibTransId="{F2E1F5E8-DFC9-4956-AA79-78B99A813C9C}"/>
    <dgm:cxn modelId="{3B71805E-CDBC-4840-B1D5-B65D51F224B7}" srcId="{4288FBC9-71FF-4676-9C29-C9A40241E0F4}" destId="{A17AF7E3-3015-47F3-92AD-6B0BA54EEE1B}" srcOrd="1" destOrd="0" parTransId="{0F915E3F-6580-4EFF-85F1-68B350D7B43D}" sibTransId="{A05DD09D-EBE3-446F-A04A-E06A7165F264}"/>
    <dgm:cxn modelId="{7AC84F61-F132-4963-B527-0E817CBD105E}" type="presOf" srcId="{6AC28FAA-2C34-454C-8013-115208E71A5D}" destId="{A530FD74-F61A-4882-8969-A36806C9C4B0}" srcOrd="0" destOrd="0" presId="urn:microsoft.com/office/officeart/2005/8/layout/hList6"/>
    <dgm:cxn modelId="{8B2CC741-B5F0-40E7-8E25-6F985C3F35EE}" srcId="{4288FBC9-71FF-4676-9C29-C9A40241E0F4}" destId="{DFBA3BFC-974B-43B4-A5CF-15DD87074F6B}" srcOrd="2" destOrd="0" parTransId="{8B08EFE7-EEE4-4C21-A58F-C644D9547CF2}" sibTransId="{10D43726-F72D-4EE7-B270-858FA680C272}"/>
    <dgm:cxn modelId="{52F26268-E962-450C-9E1E-A1F5F5394AB8}" type="presOf" srcId="{FB1C6CF1-2EE4-4090-9780-41AC84FF6E27}" destId="{E5DF848A-4CA7-4288-8798-B32FA926535C}" srcOrd="0" destOrd="3" presId="urn:microsoft.com/office/officeart/2005/8/layout/hList6"/>
    <dgm:cxn modelId="{218B0252-8646-48A5-939E-A2209FC4E780}" type="presOf" srcId="{DFBA3BFC-974B-43B4-A5CF-15DD87074F6B}" destId="{E5DF848A-4CA7-4288-8798-B32FA926535C}" srcOrd="0" destOrd="0" presId="urn:microsoft.com/office/officeart/2005/8/layout/hList6"/>
    <dgm:cxn modelId="{7E66B2A9-5204-4359-9838-C84C826F3A21}" srcId="{4288FBC9-71FF-4676-9C29-C9A40241E0F4}" destId="{6AC28FAA-2C34-454C-8013-115208E71A5D}" srcOrd="0" destOrd="0" parTransId="{0625666E-7945-4C02-B3F9-BB29DE4832F7}" sibTransId="{DEFD45DE-DC2A-4472-82F4-4F3A021B607D}"/>
    <dgm:cxn modelId="{F636B4C1-5D1A-4F30-9AFE-DB7ED4E49272}" type="presOf" srcId="{A412D3DF-B95B-4040-9EC9-4552721337E5}" destId="{E5DF848A-4CA7-4288-8798-B32FA926535C}" srcOrd="0" destOrd="2" presId="urn:microsoft.com/office/officeart/2005/8/layout/hList6"/>
    <dgm:cxn modelId="{80C895C8-5EB3-4BE0-8ECA-DA3475EB6021}" type="presOf" srcId="{C25B756F-5290-4984-8159-CFFAB5B02A6E}" destId="{E5DF848A-4CA7-4288-8798-B32FA926535C}" srcOrd="0" destOrd="1" presId="urn:microsoft.com/office/officeart/2005/8/layout/hList6"/>
    <dgm:cxn modelId="{676B91C9-5578-49A9-A051-3004153A18E1}" type="presOf" srcId="{4288FBC9-71FF-4676-9C29-C9A40241E0F4}" destId="{F7CB57A5-0518-4B2C-B101-E9B89164C8BC}" srcOrd="0" destOrd="0" presId="urn:microsoft.com/office/officeart/2005/8/layout/hList6"/>
    <dgm:cxn modelId="{724082DB-9E10-4B80-9EB9-0C7C7CE02205}" srcId="{DFBA3BFC-974B-43B4-A5CF-15DD87074F6B}" destId="{FB1C6CF1-2EE4-4090-9780-41AC84FF6E27}" srcOrd="2" destOrd="0" parTransId="{55A09D6A-AF7D-47D3-9A8E-31B8EC8412AD}" sibTransId="{0B35E648-8946-415B-92F2-F1228C887D04}"/>
    <dgm:cxn modelId="{43FA7207-D700-48B8-910D-99F529D86B44}" type="presParOf" srcId="{F7CB57A5-0518-4B2C-B101-E9B89164C8BC}" destId="{A530FD74-F61A-4882-8969-A36806C9C4B0}" srcOrd="0" destOrd="0" presId="urn:microsoft.com/office/officeart/2005/8/layout/hList6"/>
    <dgm:cxn modelId="{5F0DEFE4-3166-4D08-B56E-6136324EA198}" type="presParOf" srcId="{F7CB57A5-0518-4B2C-B101-E9B89164C8BC}" destId="{30D1C4B9-080F-44CC-A845-440BAAF3EF61}" srcOrd="1" destOrd="0" presId="urn:microsoft.com/office/officeart/2005/8/layout/hList6"/>
    <dgm:cxn modelId="{267B1D86-B1A3-492E-90C3-AEDA32531BFC}" type="presParOf" srcId="{F7CB57A5-0518-4B2C-B101-E9B89164C8BC}" destId="{67EF5B13-3E72-42F8-A747-0BB37C691BAF}" srcOrd="2" destOrd="0" presId="urn:microsoft.com/office/officeart/2005/8/layout/hList6"/>
    <dgm:cxn modelId="{5518D8D6-874F-407C-8540-6A5621E48DBA}" type="presParOf" srcId="{F7CB57A5-0518-4B2C-B101-E9B89164C8BC}" destId="{30126141-AD0C-4F90-9ED1-E051FEE25B8F}" srcOrd="3" destOrd="0" presId="urn:microsoft.com/office/officeart/2005/8/layout/hList6"/>
    <dgm:cxn modelId="{FD6A3087-90BB-49D1-8A52-08E21506111F}" type="presParOf" srcId="{F7CB57A5-0518-4B2C-B101-E9B89164C8BC}" destId="{E5DF848A-4CA7-4288-8798-B32FA926535C}" srcOrd="4"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B2DDAC6D-90D8-4816-9443-261D955F6FF9}" type="doc">
      <dgm:prSet loTypeId="urn:microsoft.com/office/officeart/2005/8/layout/process4" loCatId="list" qsTypeId="urn:microsoft.com/office/officeart/2005/8/quickstyle/simple1#15" qsCatId="simple" csTypeId="urn:microsoft.com/office/officeart/2005/8/colors/accent1_2#15" csCatId="accent1" phldr="1"/>
      <dgm:spPr/>
      <dgm:t>
        <a:bodyPr/>
        <a:lstStyle/>
        <a:p>
          <a:endParaRPr lang="en-IN"/>
        </a:p>
      </dgm:t>
    </dgm:pt>
    <dgm:pt modelId="{4DF7F23A-38D9-4B9E-BDE6-3F0DB175C3AD}">
      <dgm:prSet phldrT="[Text]"/>
      <dgm:spPr/>
      <dgm:t>
        <a:bodyPr/>
        <a:lstStyle/>
        <a:p>
          <a:r>
            <a:rPr lang="en-US"/>
            <a:t>The lead architect (or architecture team) makes a presentation describing the architecture.</a:t>
          </a:r>
          <a:endParaRPr lang="en-IN"/>
        </a:p>
      </dgm:t>
    </dgm:pt>
    <dgm:pt modelId="{602FA2AF-63CC-435C-BD40-C4FBD14CD936}" type="parTrans" cxnId="{9E8A88FA-2AED-4877-9C93-19349E6150DC}">
      <dgm:prSet/>
      <dgm:spPr/>
      <dgm:t>
        <a:bodyPr/>
        <a:lstStyle/>
        <a:p>
          <a:endParaRPr lang="en-IN"/>
        </a:p>
      </dgm:t>
    </dgm:pt>
    <dgm:pt modelId="{53896AB8-080C-4ADD-BCA4-89C3C1800F24}" type="sibTrans" cxnId="{9E8A88FA-2AED-4877-9C93-19349E6150DC}">
      <dgm:prSet/>
      <dgm:spPr/>
      <dgm:t>
        <a:bodyPr/>
        <a:lstStyle/>
        <a:p>
          <a:endParaRPr lang="en-IN"/>
        </a:p>
      </dgm:t>
    </dgm:pt>
    <dgm:pt modelId="{7895A021-8227-4AA0-AAA2-01AD6B4E259E}">
      <dgm:prSet/>
      <dgm:spPr/>
      <dgm:t>
        <a:bodyPr/>
        <a:lstStyle/>
        <a:p>
          <a:r>
            <a:rPr lang="en-US"/>
            <a:t>The architect covers technical constraints such as operating system, hardware, or middleware prescribed for use, and other systems with which the system must interact. </a:t>
          </a:r>
          <a:endParaRPr lang="en-US" dirty="0"/>
        </a:p>
      </dgm:t>
    </dgm:pt>
    <dgm:pt modelId="{F320A9CA-6EB2-4EB1-A3B2-3F831F308E68}" type="parTrans" cxnId="{8F67B4B4-042B-43EE-98E1-3DD3F0EC4AE8}">
      <dgm:prSet/>
      <dgm:spPr/>
      <dgm:t>
        <a:bodyPr/>
        <a:lstStyle/>
        <a:p>
          <a:endParaRPr lang="en-IN"/>
        </a:p>
      </dgm:t>
    </dgm:pt>
    <dgm:pt modelId="{558EC3F1-B49B-4A02-A6D2-480A830FFF17}" type="sibTrans" cxnId="{8F67B4B4-042B-43EE-98E1-3DD3F0EC4AE8}">
      <dgm:prSet/>
      <dgm:spPr/>
      <dgm:t>
        <a:bodyPr/>
        <a:lstStyle/>
        <a:p>
          <a:endParaRPr lang="en-IN"/>
        </a:p>
      </dgm:t>
    </dgm:pt>
    <dgm:pt modelId="{A684665A-DCFC-4325-954A-35149EFC1349}">
      <dgm:prSet/>
      <dgm:spPr/>
      <dgm:t>
        <a:bodyPr/>
        <a:lstStyle/>
        <a:p>
          <a:r>
            <a:rPr lang="en-US"/>
            <a:t>The architect describes the architectural approaches (or patterns, or tactics, if the architect is fluent in that vocabulary) used to meet the requirements.</a:t>
          </a:r>
          <a:endParaRPr lang="en-US" dirty="0"/>
        </a:p>
      </dgm:t>
    </dgm:pt>
    <dgm:pt modelId="{6B3E915B-248C-4B85-AB0E-83906300CB7D}" type="parTrans" cxnId="{AC52EA53-CE65-49D4-A7A8-ED12C638E56E}">
      <dgm:prSet/>
      <dgm:spPr/>
      <dgm:t>
        <a:bodyPr/>
        <a:lstStyle/>
        <a:p>
          <a:endParaRPr lang="en-IN"/>
        </a:p>
      </dgm:t>
    </dgm:pt>
    <dgm:pt modelId="{9870DC1A-3C86-42E3-8137-87A9F43B2751}" type="sibTrans" cxnId="{AC52EA53-CE65-49D4-A7A8-ED12C638E56E}">
      <dgm:prSet/>
      <dgm:spPr/>
      <dgm:t>
        <a:bodyPr/>
        <a:lstStyle/>
        <a:p>
          <a:endParaRPr lang="en-IN"/>
        </a:p>
      </dgm:t>
    </dgm:pt>
    <dgm:pt modelId="{26340A09-AD85-42A0-B09E-09E5B54DAE90}">
      <dgm:prSet/>
      <dgm:spPr/>
      <dgm:t>
        <a:bodyPr/>
        <a:lstStyle/>
        <a:p>
          <a:r>
            <a:rPr lang="en-US"/>
            <a:t>The architect’s presentation should convey the essence of the architecture and not stray into ancillary areas or delve too deeply into the details of just a few aspects. </a:t>
          </a:r>
          <a:endParaRPr lang="en-US" dirty="0"/>
        </a:p>
      </dgm:t>
    </dgm:pt>
    <dgm:pt modelId="{82D36A74-7C6F-42E5-9A68-CEFF13BFF423}" type="parTrans" cxnId="{5C5BA79A-A0FD-4828-B126-5C447DE980F7}">
      <dgm:prSet/>
      <dgm:spPr/>
      <dgm:t>
        <a:bodyPr/>
        <a:lstStyle/>
        <a:p>
          <a:endParaRPr lang="en-IN"/>
        </a:p>
      </dgm:t>
    </dgm:pt>
    <dgm:pt modelId="{37F2A2C4-C164-4025-82ED-9662FCA2143B}" type="sibTrans" cxnId="{5C5BA79A-A0FD-4828-B126-5C447DE980F7}">
      <dgm:prSet/>
      <dgm:spPr/>
      <dgm:t>
        <a:bodyPr/>
        <a:lstStyle/>
        <a:p>
          <a:endParaRPr lang="en-IN"/>
        </a:p>
      </dgm:t>
    </dgm:pt>
    <dgm:pt modelId="{06D78646-5E4A-4006-A703-8443A97A9538}">
      <dgm:prSet/>
      <dgm:spPr/>
      <dgm:t>
        <a:bodyPr/>
        <a:lstStyle/>
        <a:p>
          <a:r>
            <a:rPr lang="en-US"/>
            <a:t>The architect should present the views that he or she found most important during the creation of the architecture and the views that help to reason about the most important quality attribute concerns of the system.</a:t>
          </a:r>
          <a:endParaRPr lang="en-US" dirty="0"/>
        </a:p>
      </dgm:t>
    </dgm:pt>
    <dgm:pt modelId="{037D2BDD-515E-46AB-A11D-A076A3E2887F}" type="parTrans" cxnId="{BAAF64AA-E000-43A9-A67E-4341FCBB7C40}">
      <dgm:prSet/>
      <dgm:spPr/>
      <dgm:t>
        <a:bodyPr/>
        <a:lstStyle/>
        <a:p>
          <a:endParaRPr lang="en-IN"/>
        </a:p>
      </dgm:t>
    </dgm:pt>
    <dgm:pt modelId="{CA1AA277-60DD-4A8B-9520-EF7DAC64B8A0}" type="sibTrans" cxnId="{BAAF64AA-E000-43A9-A67E-4341FCBB7C40}">
      <dgm:prSet/>
      <dgm:spPr/>
      <dgm:t>
        <a:bodyPr/>
        <a:lstStyle/>
        <a:p>
          <a:endParaRPr lang="en-IN"/>
        </a:p>
      </dgm:t>
    </dgm:pt>
    <dgm:pt modelId="{E4C45E6F-819D-474A-B74F-9D43EB72359D}" type="pres">
      <dgm:prSet presAssocID="{B2DDAC6D-90D8-4816-9443-261D955F6FF9}" presName="Name0" presStyleCnt="0">
        <dgm:presLayoutVars>
          <dgm:dir/>
          <dgm:animLvl val="lvl"/>
          <dgm:resizeHandles val="exact"/>
        </dgm:presLayoutVars>
      </dgm:prSet>
      <dgm:spPr/>
    </dgm:pt>
    <dgm:pt modelId="{30C81448-7676-4188-97A6-E4B4022807E6}" type="pres">
      <dgm:prSet presAssocID="{06D78646-5E4A-4006-A703-8443A97A9538}" presName="boxAndChildren" presStyleCnt="0"/>
      <dgm:spPr/>
    </dgm:pt>
    <dgm:pt modelId="{1108611C-6FDD-437C-B678-52CCBC9C622F}" type="pres">
      <dgm:prSet presAssocID="{06D78646-5E4A-4006-A703-8443A97A9538}" presName="parentTextBox" presStyleLbl="node1" presStyleIdx="0" presStyleCnt="5"/>
      <dgm:spPr/>
    </dgm:pt>
    <dgm:pt modelId="{CA72793B-40E4-48B0-A1F7-9BBB93E1AD1D}" type="pres">
      <dgm:prSet presAssocID="{37F2A2C4-C164-4025-82ED-9662FCA2143B}" presName="sp" presStyleCnt="0"/>
      <dgm:spPr/>
    </dgm:pt>
    <dgm:pt modelId="{CCA29B19-6500-4A56-B14D-D5B90D135C86}" type="pres">
      <dgm:prSet presAssocID="{26340A09-AD85-42A0-B09E-09E5B54DAE90}" presName="arrowAndChildren" presStyleCnt="0"/>
      <dgm:spPr/>
    </dgm:pt>
    <dgm:pt modelId="{5481E4ED-1532-4492-9337-7C78ED7BDE4B}" type="pres">
      <dgm:prSet presAssocID="{26340A09-AD85-42A0-B09E-09E5B54DAE90}" presName="parentTextArrow" presStyleLbl="node1" presStyleIdx="1" presStyleCnt="5"/>
      <dgm:spPr/>
    </dgm:pt>
    <dgm:pt modelId="{0FD28BCE-D0B1-4C4F-952B-1EEFDE59AB18}" type="pres">
      <dgm:prSet presAssocID="{9870DC1A-3C86-42E3-8137-87A9F43B2751}" presName="sp" presStyleCnt="0"/>
      <dgm:spPr/>
    </dgm:pt>
    <dgm:pt modelId="{589307AF-BE54-47EB-BB5D-185949C663A0}" type="pres">
      <dgm:prSet presAssocID="{A684665A-DCFC-4325-954A-35149EFC1349}" presName="arrowAndChildren" presStyleCnt="0"/>
      <dgm:spPr/>
    </dgm:pt>
    <dgm:pt modelId="{AD3C5658-4A55-4F72-A005-106446F5A55B}" type="pres">
      <dgm:prSet presAssocID="{A684665A-DCFC-4325-954A-35149EFC1349}" presName="parentTextArrow" presStyleLbl="node1" presStyleIdx="2" presStyleCnt="5"/>
      <dgm:spPr/>
    </dgm:pt>
    <dgm:pt modelId="{E8582533-0469-47D5-B7CF-DECD6F85196D}" type="pres">
      <dgm:prSet presAssocID="{558EC3F1-B49B-4A02-A6D2-480A830FFF17}" presName="sp" presStyleCnt="0"/>
      <dgm:spPr/>
    </dgm:pt>
    <dgm:pt modelId="{32C2C2B2-AAE3-41DA-98AD-D4B3B13A3AEF}" type="pres">
      <dgm:prSet presAssocID="{7895A021-8227-4AA0-AAA2-01AD6B4E259E}" presName="arrowAndChildren" presStyleCnt="0"/>
      <dgm:spPr/>
    </dgm:pt>
    <dgm:pt modelId="{FFBF27C0-17A7-4B81-A80A-89F256B1CB51}" type="pres">
      <dgm:prSet presAssocID="{7895A021-8227-4AA0-AAA2-01AD6B4E259E}" presName="parentTextArrow" presStyleLbl="node1" presStyleIdx="3" presStyleCnt="5"/>
      <dgm:spPr/>
    </dgm:pt>
    <dgm:pt modelId="{73CD46A9-1B9D-4916-92C1-C2787F916B21}" type="pres">
      <dgm:prSet presAssocID="{53896AB8-080C-4ADD-BCA4-89C3C1800F24}" presName="sp" presStyleCnt="0"/>
      <dgm:spPr/>
    </dgm:pt>
    <dgm:pt modelId="{8A56B44B-E820-4FED-BBA9-23DFB5B7E710}" type="pres">
      <dgm:prSet presAssocID="{4DF7F23A-38D9-4B9E-BDE6-3F0DB175C3AD}" presName="arrowAndChildren" presStyleCnt="0"/>
      <dgm:spPr/>
    </dgm:pt>
    <dgm:pt modelId="{C62BDAAC-227D-4295-B8C6-2FBF400B6D4A}" type="pres">
      <dgm:prSet presAssocID="{4DF7F23A-38D9-4B9E-BDE6-3F0DB175C3AD}" presName="parentTextArrow" presStyleLbl="node1" presStyleIdx="4" presStyleCnt="5" custLinFactNeighborX="1852" custLinFactNeighborY="2617"/>
      <dgm:spPr/>
    </dgm:pt>
  </dgm:ptLst>
  <dgm:cxnLst>
    <dgm:cxn modelId="{F74A1509-D265-4549-880C-7B895962A4D6}" type="presOf" srcId="{7895A021-8227-4AA0-AAA2-01AD6B4E259E}" destId="{FFBF27C0-17A7-4B81-A80A-89F256B1CB51}" srcOrd="0" destOrd="0" presId="urn:microsoft.com/office/officeart/2005/8/layout/process4"/>
    <dgm:cxn modelId="{646FE614-B92F-47AF-B459-BB2B943DA160}" type="presOf" srcId="{06D78646-5E4A-4006-A703-8443A97A9538}" destId="{1108611C-6FDD-437C-B678-52CCBC9C622F}" srcOrd="0" destOrd="0" presId="urn:microsoft.com/office/officeart/2005/8/layout/process4"/>
    <dgm:cxn modelId="{AC52EA53-CE65-49D4-A7A8-ED12C638E56E}" srcId="{B2DDAC6D-90D8-4816-9443-261D955F6FF9}" destId="{A684665A-DCFC-4325-954A-35149EFC1349}" srcOrd="2" destOrd="0" parTransId="{6B3E915B-248C-4B85-AB0E-83906300CB7D}" sibTransId="{9870DC1A-3C86-42E3-8137-87A9F43B2751}"/>
    <dgm:cxn modelId="{EC37B18B-7498-486F-A740-476AC65910B4}" type="presOf" srcId="{26340A09-AD85-42A0-B09E-09E5B54DAE90}" destId="{5481E4ED-1532-4492-9337-7C78ED7BDE4B}" srcOrd="0" destOrd="0" presId="urn:microsoft.com/office/officeart/2005/8/layout/process4"/>
    <dgm:cxn modelId="{5C5BA79A-A0FD-4828-B126-5C447DE980F7}" srcId="{B2DDAC6D-90D8-4816-9443-261D955F6FF9}" destId="{26340A09-AD85-42A0-B09E-09E5B54DAE90}" srcOrd="3" destOrd="0" parTransId="{82D36A74-7C6F-42E5-9A68-CEFF13BFF423}" sibTransId="{37F2A2C4-C164-4025-82ED-9662FCA2143B}"/>
    <dgm:cxn modelId="{BAAF64AA-E000-43A9-A67E-4341FCBB7C40}" srcId="{B2DDAC6D-90D8-4816-9443-261D955F6FF9}" destId="{06D78646-5E4A-4006-A703-8443A97A9538}" srcOrd="4" destOrd="0" parTransId="{037D2BDD-515E-46AB-A11D-A076A3E2887F}" sibTransId="{CA1AA277-60DD-4A8B-9520-EF7DAC64B8A0}"/>
    <dgm:cxn modelId="{71EBD7B1-54A8-4179-B7E7-26990D3F53D2}" type="presOf" srcId="{4DF7F23A-38D9-4B9E-BDE6-3F0DB175C3AD}" destId="{C62BDAAC-227D-4295-B8C6-2FBF400B6D4A}" srcOrd="0" destOrd="0" presId="urn:microsoft.com/office/officeart/2005/8/layout/process4"/>
    <dgm:cxn modelId="{8F67B4B4-042B-43EE-98E1-3DD3F0EC4AE8}" srcId="{B2DDAC6D-90D8-4816-9443-261D955F6FF9}" destId="{7895A021-8227-4AA0-AAA2-01AD6B4E259E}" srcOrd="1" destOrd="0" parTransId="{F320A9CA-6EB2-4EB1-A3B2-3F831F308E68}" sibTransId="{558EC3F1-B49B-4A02-A6D2-480A830FFF17}"/>
    <dgm:cxn modelId="{C8B045CB-3357-45F7-8373-7F6FFAC861A3}" type="presOf" srcId="{B2DDAC6D-90D8-4816-9443-261D955F6FF9}" destId="{E4C45E6F-819D-474A-B74F-9D43EB72359D}" srcOrd="0" destOrd="0" presId="urn:microsoft.com/office/officeart/2005/8/layout/process4"/>
    <dgm:cxn modelId="{9E8A88FA-2AED-4877-9C93-19349E6150DC}" srcId="{B2DDAC6D-90D8-4816-9443-261D955F6FF9}" destId="{4DF7F23A-38D9-4B9E-BDE6-3F0DB175C3AD}" srcOrd="0" destOrd="0" parTransId="{602FA2AF-63CC-435C-BD40-C4FBD14CD936}" sibTransId="{53896AB8-080C-4ADD-BCA4-89C3C1800F24}"/>
    <dgm:cxn modelId="{B785B7FD-573C-4474-BE7D-3378F5BA9C4F}" type="presOf" srcId="{A684665A-DCFC-4325-954A-35149EFC1349}" destId="{AD3C5658-4A55-4F72-A005-106446F5A55B}" srcOrd="0" destOrd="0" presId="urn:microsoft.com/office/officeart/2005/8/layout/process4"/>
    <dgm:cxn modelId="{DB5C3DE5-C6FA-488A-A143-8FE6B39DF37C}" type="presParOf" srcId="{E4C45E6F-819D-474A-B74F-9D43EB72359D}" destId="{30C81448-7676-4188-97A6-E4B4022807E6}" srcOrd="0" destOrd="0" presId="urn:microsoft.com/office/officeart/2005/8/layout/process4"/>
    <dgm:cxn modelId="{AFDCF74C-8C08-4798-9BEA-515DE9DC6F04}" type="presParOf" srcId="{30C81448-7676-4188-97A6-E4B4022807E6}" destId="{1108611C-6FDD-437C-B678-52CCBC9C622F}" srcOrd="0" destOrd="0" presId="urn:microsoft.com/office/officeart/2005/8/layout/process4"/>
    <dgm:cxn modelId="{DCCF45E2-27E8-4B01-8CCE-BCDBAAF3CFA7}" type="presParOf" srcId="{E4C45E6F-819D-474A-B74F-9D43EB72359D}" destId="{CA72793B-40E4-48B0-A1F7-9BBB93E1AD1D}" srcOrd="1" destOrd="0" presId="urn:microsoft.com/office/officeart/2005/8/layout/process4"/>
    <dgm:cxn modelId="{3656BC65-B67E-4FDE-9C47-BED62D935114}" type="presParOf" srcId="{E4C45E6F-819D-474A-B74F-9D43EB72359D}" destId="{CCA29B19-6500-4A56-B14D-D5B90D135C86}" srcOrd="2" destOrd="0" presId="urn:microsoft.com/office/officeart/2005/8/layout/process4"/>
    <dgm:cxn modelId="{87280260-1F05-4977-9555-822B8A6258A8}" type="presParOf" srcId="{CCA29B19-6500-4A56-B14D-D5B90D135C86}" destId="{5481E4ED-1532-4492-9337-7C78ED7BDE4B}" srcOrd="0" destOrd="0" presId="urn:microsoft.com/office/officeart/2005/8/layout/process4"/>
    <dgm:cxn modelId="{37F8FFB3-143A-4486-9E8C-DF5E72E12924}" type="presParOf" srcId="{E4C45E6F-819D-474A-B74F-9D43EB72359D}" destId="{0FD28BCE-D0B1-4C4F-952B-1EEFDE59AB18}" srcOrd="3" destOrd="0" presId="urn:microsoft.com/office/officeart/2005/8/layout/process4"/>
    <dgm:cxn modelId="{ACC2388A-5545-4695-BEC6-805F9CACD778}" type="presParOf" srcId="{E4C45E6F-819D-474A-B74F-9D43EB72359D}" destId="{589307AF-BE54-47EB-BB5D-185949C663A0}" srcOrd="4" destOrd="0" presId="urn:microsoft.com/office/officeart/2005/8/layout/process4"/>
    <dgm:cxn modelId="{CE478D43-17E3-4586-8B7D-844BBE0B8FE6}" type="presParOf" srcId="{589307AF-BE54-47EB-BB5D-185949C663A0}" destId="{AD3C5658-4A55-4F72-A005-106446F5A55B}" srcOrd="0" destOrd="0" presId="urn:microsoft.com/office/officeart/2005/8/layout/process4"/>
    <dgm:cxn modelId="{0C50431B-2F67-4B6A-8605-C2F53A3A05C4}" type="presParOf" srcId="{E4C45E6F-819D-474A-B74F-9D43EB72359D}" destId="{E8582533-0469-47D5-B7CF-DECD6F85196D}" srcOrd="5" destOrd="0" presId="urn:microsoft.com/office/officeart/2005/8/layout/process4"/>
    <dgm:cxn modelId="{EC315081-57E7-48BF-A4F7-AA0267C5965D}" type="presParOf" srcId="{E4C45E6F-819D-474A-B74F-9D43EB72359D}" destId="{32C2C2B2-AAE3-41DA-98AD-D4B3B13A3AEF}" srcOrd="6" destOrd="0" presId="urn:microsoft.com/office/officeart/2005/8/layout/process4"/>
    <dgm:cxn modelId="{0BA721BE-39E0-48FB-8240-3E0EBF27A511}" type="presParOf" srcId="{32C2C2B2-AAE3-41DA-98AD-D4B3B13A3AEF}" destId="{FFBF27C0-17A7-4B81-A80A-89F256B1CB51}" srcOrd="0" destOrd="0" presId="urn:microsoft.com/office/officeart/2005/8/layout/process4"/>
    <dgm:cxn modelId="{04233433-5A54-4E8B-AFC3-7BA6CA828B28}" type="presParOf" srcId="{E4C45E6F-819D-474A-B74F-9D43EB72359D}" destId="{73CD46A9-1B9D-4916-92C1-C2787F916B21}" srcOrd="7" destOrd="0" presId="urn:microsoft.com/office/officeart/2005/8/layout/process4"/>
    <dgm:cxn modelId="{278717E2-61FD-4567-91BF-A84C08312D6B}" type="presParOf" srcId="{E4C45E6F-819D-474A-B74F-9D43EB72359D}" destId="{8A56B44B-E820-4FED-BBA9-23DFB5B7E710}" srcOrd="8" destOrd="0" presId="urn:microsoft.com/office/officeart/2005/8/layout/process4"/>
    <dgm:cxn modelId="{CC62884B-19F5-48DA-BDA2-272803F1DF20}" type="presParOf" srcId="{8A56B44B-E820-4FED-BBA9-23DFB5B7E710}" destId="{C62BDAAC-227D-4295-B8C6-2FBF400B6D4A}"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59C086BB-D599-4BFC-97CB-C27F68DB72D7}" type="doc">
      <dgm:prSet loTypeId="urn:microsoft.com/office/officeart/2005/8/layout/hList6" loCatId="list" qsTypeId="urn:microsoft.com/office/officeart/2005/8/quickstyle/simple1#16" qsCatId="simple" csTypeId="urn:microsoft.com/office/officeart/2005/8/colors/accent1_2#16" csCatId="accent1" phldr="1"/>
      <dgm:spPr/>
      <dgm:t>
        <a:bodyPr/>
        <a:lstStyle/>
        <a:p>
          <a:endParaRPr lang="en-IN"/>
        </a:p>
      </dgm:t>
    </dgm:pt>
    <dgm:pt modelId="{7B9E9282-3340-4955-85F3-99EFB7E21871}">
      <dgm:prSet phldrT="[Text]"/>
      <dgm:spPr/>
      <dgm:t>
        <a:bodyPr/>
        <a:lstStyle/>
        <a:p>
          <a:r>
            <a:rPr lang="en-US"/>
            <a:t>The ATAM focuses on analyzing an architecture by understanding its architectural approaches, especially patterns and tactics.</a:t>
          </a:r>
          <a:endParaRPr lang="en-IN"/>
        </a:p>
      </dgm:t>
    </dgm:pt>
    <dgm:pt modelId="{412050E3-FED6-4ED1-8AAC-2F5DEAAA8996}" type="parTrans" cxnId="{C8F3C3A6-580E-4F7F-88AE-3EF2CDA4A069}">
      <dgm:prSet/>
      <dgm:spPr/>
      <dgm:t>
        <a:bodyPr/>
        <a:lstStyle/>
        <a:p>
          <a:endParaRPr lang="en-IN"/>
        </a:p>
      </dgm:t>
    </dgm:pt>
    <dgm:pt modelId="{42420380-A700-4956-AA6E-0E6D3F786D33}" type="sibTrans" cxnId="{C8F3C3A6-580E-4F7F-88AE-3EF2CDA4A069}">
      <dgm:prSet/>
      <dgm:spPr/>
      <dgm:t>
        <a:bodyPr/>
        <a:lstStyle/>
        <a:p>
          <a:endParaRPr lang="en-IN"/>
        </a:p>
      </dgm:t>
    </dgm:pt>
    <dgm:pt modelId="{CE4CA445-9774-49F4-9EC9-D26339C18DB2}">
      <dgm:prSet/>
      <dgm:spPr/>
      <dgm:t>
        <a:bodyPr/>
        <a:lstStyle/>
        <a:p>
          <a:r>
            <a:rPr lang="en-US"/>
            <a:t>By now, the evaluation team will have a good idea of what patterns and tactics the architect used in designing the system. </a:t>
          </a:r>
          <a:endParaRPr lang="en-US" dirty="0"/>
        </a:p>
      </dgm:t>
    </dgm:pt>
    <dgm:pt modelId="{F9AAE035-A09D-447B-9068-5B0BBF132617}" type="parTrans" cxnId="{4BD3D6DA-FCE9-461A-821E-1624FF86DC3E}">
      <dgm:prSet/>
      <dgm:spPr/>
      <dgm:t>
        <a:bodyPr/>
        <a:lstStyle/>
        <a:p>
          <a:endParaRPr lang="en-IN"/>
        </a:p>
      </dgm:t>
    </dgm:pt>
    <dgm:pt modelId="{72976FBF-D045-4D2B-8806-61F77C6AE2FF}" type="sibTrans" cxnId="{4BD3D6DA-FCE9-461A-821E-1624FF86DC3E}">
      <dgm:prSet/>
      <dgm:spPr/>
      <dgm:t>
        <a:bodyPr/>
        <a:lstStyle/>
        <a:p>
          <a:endParaRPr lang="en-IN"/>
        </a:p>
      </dgm:t>
    </dgm:pt>
    <dgm:pt modelId="{7774B32B-662E-4890-977E-17CD292E1103}">
      <dgm:prSet/>
      <dgm:spPr/>
      <dgm:t>
        <a:bodyPr/>
        <a:lstStyle/>
        <a:p>
          <a:r>
            <a:rPr lang="en-US"/>
            <a:t>They will have studied the architecture documentation</a:t>
          </a:r>
          <a:endParaRPr lang="en-US" dirty="0"/>
        </a:p>
      </dgm:t>
    </dgm:pt>
    <dgm:pt modelId="{335F39C4-E3E3-4409-B2AA-0BCEB0D45511}" type="parTrans" cxnId="{6B12BD8B-7063-4813-A386-49E5E1A25C7B}">
      <dgm:prSet/>
      <dgm:spPr/>
      <dgm:t>
        <a:bodyPr/>
        <a:lstStyle/>
        <a:p>
          <a:endParaRPr lang="en-IN"/>
        </a:p>
      </dgm:t>
    </dgm:pt>
    <dgm:pt modelId="{92964291-BF05-4A1A-931D-8D2F8D71D1C5}" type="sibTrans" cxnId="{6B12BD8B-7063-4813-A386-49E5E1A25C7B}">
      <dgm:prSet/>
      <dgm:spPr/>
      <dgm:t>
        <a:bodyPr/>
        <a:lstStyle/>
        <a:p>
          <a:endParaRPr lang="en-IN"/>
        </a:p>
      </dgm:t>
    </dgm:pt>
    <dgm:pt modelId="{829AD531-CF55-48A2-859D-9CA870CA9086}">
      <dgm:prSet/>
      <dgm:spPr/>
      <dgm:t>
        <a:bodyPr/>
        <a:lstStyle/>
        <a:p>
          <a:r>
            <a:rPr lang="en-US"/>
            <a:t>They will have heard the architect’s presentation in step 3. </a:t>
          </a:r>
          <a:endParaRPr lang="en-US" dirty="0"/>
        </a:p>
      </dgm:t>
    </dgm:pt>
    <dgm:pt modelId="{A1D251FC-8069-4AA0-859A-3E92DEB987CD}" type="parTrans" cxnId="{578AC8DB-19BD-4C15-B8BB-06184709D1C2}">
      <dgm:prSet/>
      <dgm:spPr/>
      <dgm:t>
        <a:bodyPr/>
        <a:lstStyle/>
        <a:p>
          <a:endParaRPr lang="en-IN"/>
        </a:p>
      </dgm:t>
    </dgm:pt>
    <dgm:pt modelId="{4C24C907-43F6-4465-9EC0-821DED78092F}" type="sibTrans" cxnId="{578AC8DB-19BD-4C15-B8BB-06184709D1C2}">
      <dgm:prSet/>
      <dgm:spPr/>
      <dgm:t>
        <a:bodyPr/>
        <a:lstStyle/>
        <a:p>
          <a:endParaRPr lang="en-IN"/>
        </a:p>
      </dgm:t>
    </dgm:pt>
    <dgm:pt modelId="{AA6720D3-CC0D-4927-9CDF-3193BC459175}">
      <dgm:prSet/>
      <dgm:spPr/>
      <dgm:t>
        <a:bodyPr/>
        <a:lstStyle/>
        <a:p>
          <a:r>
            <a:rPr lang="en-US"/>
            <a:t>The team should also be adept at spotting approaches not mentioned explicitly</a:t>
          </a:r>
          <a:endParaRPr lang="en-US" dirty="0"/>
        </a:p>
      </dgm:t>
    </dgm:pt>
    <dgm:pt modelId="{AFCFD695-6CFC-432C-BAEF-ADD8F0A3BFAD}" type="parTrans" cxnId="{8280D6C2-DDE3-4781-A923-3129D608F983}">
      <dgm:prSet/>
      <dgm:spPr/>
      <dgm:t>
        <a:bodyPr/>
        <a:lstStyle/>
        <a:p>
          <a:endParaRPr lang="en-IN"/>
        </a:p>
      </dgm:t>
    </dgm:pt>
    <dgm:pt modelId="{10375732-DCD3-43A1-8A04-6C1FBA84B4C2}" type="sibTrans" cxnId="{8280D6C2-DDE3-4781-A923-3129D608F983}">
      <dgm:prSet/>
      <dgm:spPr/>
      <dgm:t>
        <a:bodyPr/>
        <a:lstStyle/>
        <a:p>
          <a:endParaRPr lang="en-IN"/>
        </a:p>
      </dgm:t>
    </dgm:pt>
    <dgm:pt modelId="{5A69E4B1-2773-40F9-902A-CC1BEAE150CD}">
      <dgm:prSet/>
      <dgm:spPr/>
      <dgm:t>
        <a:bodyPr/>
        <a:lstStyle/>
        <a:p>
          <a:r>
            <a:rPr lang="en-US"/>
            <a:t>The evaluation team simply catalogs the patterns and tactics that have been identified. </a:t>
          </a:r>
          <a:endParaRPr lang="en-US" dirty="0"/>
        </a:p>
      </dgm:t>
    </dgm:pt>
    <dgm:pt modelId="{7BBAF121-E24B-4D9B-AB50-1ABE82D84E1C}" type="parTrans" cxnId="{AB8AA552-2331-4F7A-9542-9E4B6E68B6D4}">
      <dgm:prSet/>
      <dgm:spPr/>
      <dgm:t>
        <a:bodyPr/>
        <a:lstStyle/>
        <a:p>
          <a:endParaRPr lang="en-IN"/>
        </a:p>
      </dgm:t>
    </dgm:pt>
    <dgm:pt modelId="{F45E1263-B243-42B4-AAD8-7A1AA2B27CB8}" type="sibTrans" cxnId="{AB8AA552-2331-4F7A-9542-9E4B6E68B6D4}">
      <dgm:prSet/>
      <dgm:spPr/>
      <dgm:t>
        <a:bodyPr/>
        <a:lstStyle/>
        <a:p>
          <a:endParaRPr lang="en-IN"/>
        </a:p>
      </dgm:t>
    </dgm:pt>
    <dgm:pt modelId="{CF8988EB-8337-49D4-A530-839C2B68AE0E}">
      <dgm:prSet/>
      <dgm:spPr/>
      <dgm:t>
        <a:bodyPr/>
        <a:lstStyle/>
        <a:p>
          <a:r>
            <a:rPr lang="en-US"/>
            <a:t>The list is publicly captured and will serve as the basis for later analysis.</a:t>
          </a:r>
          <a:endParaRPr lang="en-US" dirty="0"/>
        </a:p>
      </dgm:t>
    </dgm:pt>
    <dgm:pt modelId="{5B29A47D-CD9A-4A08-B194-166B928E566B}" type="parTrans" cxnId="{A811278D-7C46-449C-98D0-603AA3454F53}">
      <dgm:prSet/>
      <dgm:spPr/>
      <dgm:t>
        <a:bodyPr/>
        <a:lstStyle/>
        <a:p>
          <a:endParaRPr lang="en-IN"/>
        </a:p>
      </dgm:t>
    </dgm:pt>
    <dgm:pt modelId="{F9141EA5-1E27-479A-BED9-EFCAFBF9B521}" type="sibTrans" cxnId="{A811278D-7C46-449C-98D0-603AA3454F53}">
      <dgm:prSet/>
      <dgm:spPr/>
      <dgm:t>
        <a:bodyPr/>
        <a:lstStyle/>
        <a:p>
          <a:endParaRPr lang="en-IN"/>
        </a:p>
      </dgm:t>
    </dgm:pt>
    <dgm:pt modelId="{B08C25FC-B8BE-404A-8E58-089751B5258B}" type="pres">
      <dgm:prSet presAssocID="{59C086BB-D599-4BFC-97CB-C27F68DB72D7}" presName="Name0" presStyleCnt="0">
        <dgm:presLayoutVars>
          <dgm:dir/>
          <dgm:resizeHandles val="exact"/>
        </dgm:presLayoutVars>
      </dgm:prSet>
      <dgm:spPr/>
    </dgm:pt>
    <dgm:pt modelId="{9379A3F1-F814-402E-9438-60CAE0E9ADF8}" type="pres">
      <dgm:prSet presAssocID="{7B9E9282-3340-4955-85F3-99EFB7E21871}" presName="node" presStyleLbl="node1" presStyleIdx="0" presStyleCnt="4">
        <dgm:presLayoutVars>
          <dgm:bulletEnabled val="1"/>
        </dgm:presLayoutVars>
      </dgm:prSet>
      <dgm:spPr/>
    </dgm:pt>
    <dgm:pt modelId="{F2008C5D-319E-481A-AF6F-AFA8E97FE197}" type="pres">
      <dgm:prSet presAssocID="{42420380-A700-4956-AA6E-0E6D3F786D33}" presName="sibTrans" presStyleCnt="0"/>
      <dgm:spPr/>
    </dgm:pt>
    <dgm:pt modelId="{C57ACB73-5A48-4E53-AD52-F095143181EB}" type="pres">
      <dgm:prSet presAssocID="{CE4CA445-9774-49F4-9EC9-D26339C18DB2}" presName="node" presStyleLbl="node1" presStyleIdx="1" presStyleCnt="4">
        <dgm:presLayoutVars>
          <dgm:bulletEnabled val="1"/>
        </dgm:presLayoutVars>
      </dgm:prSet>
      <dgm:spPr/>
    </dgm:pt>
    <dgm:pt modelId="{D6A7408D-DD9F-4807-A710-962A274C7D0C}" type="pres">
      <dgm:prSet presAssocID="{72976FBF-D045-4D2B-8806-61F77C6AE2FF}" presName="sibTrans" presStyleCnt="0"/>
      <dgm:spPr/>
    </dgm:pt>
    <dgm:pt modelId="{13912B73-21E9-451F-9D3F-4158BF7F3209}" type="pres">
      <dgm:prSet presAssocID="{5A69E4B1-2773-40F9-902A-CC1BEAE150CD}" presName="node" presStyleLbl="node1" presStyleIdx="2" presStyleCnt="4">
        <dgm:presLayoutVars>
          <dgm:bulletEnabled val="1"/>
        </dgm:presLayoutVars>
      </dgm:prSet>
      <dgm:spPr/>
    </dgm:pt>
    <dgm:pt modelId="{9C928710-1E3F-40C9-9F8C-ED9B2FBE157E}" type="pres">
      <dgm:prSet presAssocID="{F45E1263-B243-42B4-AAD8-7A1AA2B27CB8}" presName="sibTrans" presStyleCnt="0"/>
      <dgm:spPr/>
    </dgm:pt>
    <dgm:pt modelId="{F6CA9DE3-05F3-4F3F-9171-FF56A105D4FF}" type="pres">
      <dgm:prSet presAssocID="{CF8988EB-8337-49D4-A530-839C2B68AE0E}" presName="node" presStyleLbl="node1" presStyleIdx="3" presStyleCnt="4">
        <dgm:presLayoutVars>
          <dgm:bulletEnabled val="1"/>
        </dgm:presLayoutVars>
      </dgm:prSet>
      <dgm:spPr/>
    </dgm:pt>
  </dgm:ptLst>
  <dgm:cxnLst>
    <dgm:cxn modelId="{4485B505-1DFD-4FF5-B8B1-943C91E950F6}" type="presOf" srcId="{CF8988EB-8337-49D4-A530-839C2B68AE0E}" destId="{F6CA9DE3-05F3-4F3F-9171-FF56A105D4FF}" srcOrd="0" destOrd="0" presId="urn:microsoft.com/office/officeart/2005/8/layout/hList6"/>
    <dgm:cxn modelId="{B108050A-9D99-4F02-BD5E-9B14164F6952}" type="presOf" srcId="{829AD531-CF55-48A2-859D-9CA870CA9086}" destId="{C57ACB73-5A48-4E53-AD52-F095143181EB}" srcOrd="0" destOrd="2" presId="urn:microsoft.com/office/officeart/2005/8/layout/hList6"/>
    <dgm:cxn modelId="{70A6E35B-928A-4254-84C5-0305553372D5}" type="presOf" srcId="{7B9E9282-3340-4955-85F3-99EFB7E21871}" destId="{9379A3F1-F814-402E-9438-60CAE0E9ADF8}" srcOrd="0" destOrd="0" presId="urn:microsoft.com/office/officeart/2005/8/layout/hList6"/>
    <dgm:cxn modelId="{AB8AA552-2331-4F7A-9542-9E4B6E68B6D4}" srcId="{59C086BB-D599-4BFC-97CB-C27F68DB72D7}" destId="{5A69E4B1-2773-40F9-902A-CC1BEAE150CD}" srcOrd="2" destOrd="0" parTransId="{7BBAF121-E24B-4D9B-AB50-1ABE82D84E1C}" sibTransId="{F45E1263-B243-42B4-AAD8-7A1AA2B27CB8}"/>
    <dgm:cxn modelId="{AA86A076-45A4-4FB4-9917-18A80FCDFE25}" type="presOf" srcId="{AA6720D3-CC0D-4927-9CDF-3193BC459175}" destId="{C57ACB73-5A48-4E53-AD52-F095143181EB}" srcOrd="0" destOrd="3" presId="urn:microsoft.com/office/officeart/2005/8/layout/hList6"/>
    <dgm:cxn modelId="{4038FC78-D2AB-4162-8748-9A4488D16EBE}" type="presOf" srcId="{5A69E4B1-2773-40F9-902A-CC1BEAE150CD}" destId="{13912B73-21E9-451F-9D3F-4158BF7F3209}" srcOrd="0" destOrd="0" presId="urn:microsoft.com/office/officeart/2005/8/layout/hList6"/>
    <dgm:cxn modelId="{99E1EF87-7DCD-4288-9ABA-E6671AD7E166}" type="presOf" srcId="{59C086BB-D599-4BFC-97CB-C27F68DB72D7}" destId="{B08C25FC-B8BE-404A-8E58-089751B5258B}" srcOrd="0" destOrd="0" presId="urn:microsoft.com/office/officeart/2005/8/layout/hList6"/>
    <dgm:cxn modelId="{6B12BD8B-7063-4813-A386-49E5E1A25C7B}" srcId="{CE4CA445-9774-49F4-9EC9-D26339C18DB2}" destId="{7774B32B-662E-4890-977E-17CD292E1103}" srcOrd="0" destOrd="0" parTransId="{335F39C4-E3E3-4409-B2AA-0BCEB0D45511}" sibTransId="{92964291-BF05-4A1A-931D-8D2F8D71D1C5}"/>
    <dgm:cxn modelId="{A811278D-7C46-449C-98D0-603AA3454F53}" srcId="{59C086BB-D599-4BFC-97CB-C27F68DB72D7}" destId="{CF8988EB-8337-49D4-A530-839C2B68AE0E}" srcOrd="3" destOrd="0" parTransId="{5B29A47D-CD9A-4A08-B194-166B928E566B}" sibTransId="{F9141EA5-1E27-479A-BED9-EFCAFBF9B521}"/>
    <dgm:cxn modelId="{C8F3C3A6-580E-4F7F-88AE-3EF2CDA4A069}" srcId="{59C086BB-D599-4BFC-97CB-C27F68DB72D7}" destId="{7B9E9282-3340-4955-85F3-99EFB7E21871}" srcOrd="0" destOrd="0" parTransId="{412050E3-FED6-4ED1-8AAC-2F5DEAAA8996}" sibTransId="{42420380-A700-4956-AA6E-0E6D3F786D33}"/>
    <dgm:cxn modelId="{883FA6A8-94D1-4F92-A118-8D8E3962BCA7}" type="presOf" srcId="{CE4CA445-9774-49F4-9EC9-D26339C18DB2}" destId="{C57ACB73-5A48-4E53-AD52-F095143181EB}" srcOrd="0" destOrd="0" presId="urn:microsoft.com/office/officeart/2005/8/layout/hList6"/>
    <dgm:cxn modelId="{8280D6C2-DDE3-4781-A923-3129D608F983}" srcId="{CE4CA445-9774-49F4-9EC9-D26339C18DB2}" destId="{AA6720D3-CC0D-4927-9CDF-3193BC459175}" srcOrd="2" destOrd="0" parTransId="{AFCFD695-6CFC-432C-BAEF-ADD8F0A3BFAD}" sibTransId="{10375732-DCD3-43A1-8A04-6C1FBA84B4C2}"/>
    <dgm:cxn modelId="{4BD3D6DA-FCE9-461A-821E-1624FF86DC3E}" srcId="{59C086BB-D599-4BFC-97CB-C27F68DB72D7}" destId="{CE4CA445-9774-49F4-9EC9-D26339C18DB2}" srcOrd="1" destOrd="0" parTransId="{F9AAE035-A09D-447B-9068-5B0BBF132617}" sibTransId="{72976FBF-D045-4D2B-8806-61F77C6AE2FF}"/>
    <dgm:cxn modelId="{578AC8DB-19BD-4C15-B8BB-06184709D1C2}" srcId="{CE4CA445-9774-49F4-9EC9-D26339C18DB2}" destId="{829AD531-CF55-48A2-859D-9CA870CA9086}" srcOrd="1" destOrd="0" parTransId="{A1D251FC-8069-4AA0-859A-3E92DEB987CD}" sibTransId="{4C24C907-43F6-4465-9EC0-821DED78092F}"/>
    <dgm:cxn modelId="{5AA4EADC-0DC5-4339-A9D8-B28689415ECA}" type="presOf" srcId="{7774B32B-662E-4890-977E-17CD292E1103}" destId="{C57ACB73-5A48-4E53-AD52-F095143181EB}" srcOrd="0" destOrd="1" presId="urn:microsoft.com/office/officeart/2005/8/layout/hList6"/>
    <dgm:cxn modelId="{8CEA4019-D34C-4278-8D43-D20A9AA12653}" type="presParOf" srcId="{B08C25FC-B8BE-404A-8E58-089751B5258B}" destId="{9379A3F1-F814-402E-9438-60CAE0E9ADF8}" srcOrd="0" destOrd="0" presId="urn:microsoft.com/office/officeart/2005/8/layout/hList6"/>
    <dgm:cxn modelId="{909E1CCD-B762-4956-882E-2110FB5DE4DA}" type="presParOf" srcId="{B08C25FC-B8BE-404A-8E58-089751B5258B}" destId="{F2008C5D-319E-481A-AF6F-AFA8E97FE197}" srcOrd="1" destOrd="0" presId="urn:microsoft.com/office/officeart/2005/8/layout/hList6"/>
    <dgm:cxn modelId="{F0CB7F8A-46E4-4D1A-AF04-3D307C7FE0B1}" type="presParOf" srcId="{B08C25FC-B8BE-404A-8E58-089751B5258B}" destId="{C57ACB73-5A48-4E53-AD52-F095143181EB}" srcOrd="2" destOrd="0" presId="urn:microsoft.com/office/officeart/2005/8/layout/hList6"/>
    <dgm:cxn modelId="{BB667BD9-69E2-4E38-B977-F53CBC91824C}" type="presParOf" srcId="{B08C25FC-B8BE-404A-8E58-089751B5258B}" destId="{D6A7408D-DD9F-4807-A710-962A274C7D0C}" srcOrd="3" destOrd="0" presId="urn:microsoft.com/office/officeart/2005/8/layout/hList6"/>
    <dgm:cxn modelId="{6237D66A-6068-43EA-AFCF-749820DB8C41}" type="presParOf" srcId="{B08C25FC-B8BE-404A-8E58-089751B5258B}" destId="{13912B73-21E9-451F-9D3F-4158BF7F3209}" srcOrd="4" destOrd="0" presId="urn:microsoft.com/office/officeart/2005/8/layout/hList6"/>
    <dgm:cxn modelId="{E6FD6105-ADAC-4F86-A85A-7F36DD8D0C94}" type="presParOf" srcId="{B08C25FC-B8BE-404A-8E58-089751B5258B}" destId="{9C928710-1E3F-40C9-9F8C-ED9B2FBE157E}" srcOrd="5" destOrd="0" presId="urn:microsoft.com/office/officeart/2005/8/layout/hList6"/>
    <dgm:cxn modelId="{49E2966E-9CEB-48B4-ABD3-7F25F8EBF8A0}" type="presParOf" srcId="{B08C25FC-B8BE-404A-8E58-089751B5258B}" destId="{F6CA9DE3-05F3-4F3F-9171-FF56A105D4FF}" srcOrd="6"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A2539FCB-C425-4555-AAFE-E05779B9357B}" type="doc">
      <dgm:prSet loTypeId="urn:microsoft.com/office/officeart/2005/8/layout/process4" loCatId="list" qsTypeId="urn:microsoft.com/office/officeart/2005/8/quickstyle/simple1#17" qsCatId="simple" csTypeId="urn:microsoft.com/office/officeart/2005/8/colors/accent1_2#17" csCatId="accent1" phldr="1"/>
      <dgm:spPr/>
      <dgm:t>
        <a:bodyPr/>
        <a:lstStyle/>
        <a:p>
          <a:endParaRPr lang="en-IN"/>
        </a:p>
      </dgm:t>
    </dgm:pt>
    <dgm:pt modelId="{8A56AF33-875F-4B9D-A4DB-BE6A98655059}">
      <dgm:prSet phldrT="[Text]"/>
      <dgm:spPr/>
      <dgm:t>
        <a:bodyPr/>
        <a:lstStyle/>
        <a:p>
          <a:r>
            <a:rPr lang="en-US"/>
            <a:t>The quality attribute goals are articulated in detail via a quality attribute utility tree. </a:t>
          </a:r>
          <a:endParaRPr lang="en-IN"/>
        </a:p>
      </dgm:t>
    </dgm:pt>
    <dgm:pt modelId="{9B8141C2-555A-4C8E-8EFF-448C3BA7A108}" type="parTrans" cxnId="{0C3D6057-9F6E-47CF-BB94-ABAC3728708D}">
      <dgm:prSet/>
      <dgm:spPr/>
      <dgm:t>
        <a:bodyPr/>
        <a:lstStyle/>
        <a:p>
          <a:endParaRPr lang="en-IN"/>
        </a:p>
      </dgm:t>
    </dgm:pt>
    <dgm:pt modelId="{1A0D3773-FEBF-46E3-A19A-09A9DD24B65D}" type="sibTrans" cxnId="{0C3D6057-9F6E-47CF-BB94-ABAC3728708D}">
      <dgm:prSet/>
      <dgm:spPr/>
      <dgm:t>
        <a:bodyPr/>
        <a:lstStyle/>
        <a:p>
          <a:endParaRPr lang="en-IN"/>
        </a:p>
      </dgm:t>
    </dgm:pt>
    <dgm:pt modelId="{1DD93582-9930-4D3F-BD84-72257F17B8F1}">
      <dgm:prSet/>
      <dgm:spPr/>
      <dgm:t>
        <a:bodyPr/>
        <a:lstStyle/>
        <a:p>
          <a:r>
            <a:rPr lang="en-US"/>
            <a:t>Utility trees serve to make the requirements concrete by defining precisely the relevant quality attribute requirements that the architects were working to provide. </a:t>
          </a:r>
          <a:endParaRPr lang="en-US" dirty="0"/>
        </a:p>
      </dgm:t>
    </dgm:pt>
    <dgm:pt modelId="{AD5E0605-F017-463C-B25D-7C1E2043B119}" type="parTrans" cxnId="{7749C4DC-B78C-414E-8A19-711EFEC92302}">
      <dgm:prSet/>
      <dgm:spPr/>
      <dgm:t>
        <a:bodyPr/>
        <a:lstStyle/>
        <a:p>
          <a:endParaRPr lang="en-IN"/>
        </a:p>
      </dgm:t>
    </dgm:pt>
    <dgm:pt modelId="{34F0433A-9826-4B8F-8A75-042323641019}" type="sibTrans" cxnId="{7749C4DC-B78C-414E-8A19-711EFEC92302}">
      <dgm:prSet/>
      <dgm:spPr/>
      <dgm:t>
        <a:bodyPr/>
        <a:lstStyle/>
        <a:p>
          <a:endParaRPr lang="en-IN"/>
        </a:p>
      </dgm:t>
    </dgm:pt>
    <dgm:pt modelId="{C63829B1-E2EE-4830-AD93-B13DDFBF1F9B}">
      <dgm:prSet/>
      <dgm:spPr/>
      <dgm:t>
        <a:bodyPr/>
        <a:lstStyle/>
        <a:p>
          <a:r>
            <a:rPr lang="en-US"/>
            <a:t>The important quality attribute goals for the architecture under consideration were named in step 2.</a:t>
          </a:r>
          <a:endParaRPr lang="en-US" dirty="0"/>
        </a:p>
      </dgm:t>
    </dgm:pt>
    <dgm:pt modelId="{83E38ECF-DD9C-4859-97DB-FC2392947B26}" type="parTrans" cxnId="{73C0F8E5-2A12-43A7-8FDD-EB9B7BF35490}">
      <dgm:prSet/>
      <dgm:spPr/>
      <dgm:t>
        <a:bodyPr/>
        <a:lstStyle/>
        <a:p>
          <a:endParaRPr lang="en-IN"/>
        </a:p>
      </dgm:t>
    </dgm:pt>
    <dgm:pt modelId="{01198682-4B9C-4969-A28E-CCA71045318D}" type="sibTrans" cxnId="{73C0F8E5-2A12-43A7-8FDD-EB9B7BF35490}">
      <dgm:prSet/>
      <dgm:spPr/>
      <dgm:t>
        <a:bodyPr/>
        <a:lstStyle/>
        <a:p>
          <a:endParaRPr lang="en-IN"/>
        </a:p>
      </dgm:t>
    </dgm:pt>
    <dgm:pt modelId="{84D23A02-DDC5-4C35-9537-2A3FD963DF1D}">
      <dgm:prSet/>
      <dgm:spPr/>
      <dgm:t>
        <a:bodyPr/>
        <a:lstStyle/>
        <a:p>
          <a:r>
            <a:rPr lang="en-US"/>
            <a:t>In this step, the evaluation team works with the project decision makers to identify, prioritize, and refine the system’s most important quality attribute goals. </a:t>
          </a:r>
          <a:endParaRPr lang="en-US" dirty="0"/>
        </a:p>
      </dgm:t>
    </dgm:pt>
    <dgm:pt modelId="{681D1200-EC0C-445C-85AD-EC36D2C09475}" type="parTrans" cxnId="{846598F8-86BF-4A6A-B405-BBC1D9061686}">
      <dgm:prSet/>
      <dgm:spPr/>
      <dgm:t>
        <a:bodyPr/>
        <a:lstStyle/>
        <a:p>
          <a:endParaRPr lang="en-IN"/>
        </a:p>
      </dgm:t>
    </dgm:pt>
    <dgm:pt modelId="{7F929DC6-ABBA-4E6F-9067-0D2F83CFCD93}" type="sibTrans" cxnId="{846598F8-86BF-4A6A-B405-BBC1D9061686}">
      <dgm:prSet/>
      <dgm:spPr/>
      <dgm:t>
        <a:bodyPr/>
        <a:lstStyle/>
        <a:p>
          <a:endParaRPr lang="en-IN"/>
        </a:p>
      </dgm:t>
    </dgm:pt>
    <dgm:pt modelId="{A09C1370-A94D-4BC5-B014-88BBF39E45AB}">
      <dgm:prSet/>
      <dgm:spPr/>
      <dgm:t>
        <a:bodyPr/>
        <a:lstStyle/>
        <a:p>
          <a:r>
            <a:rPr lang="en-US"/>
            <a:t>These are expressed as scenarios, which populate the leaves of the utility tree.  </a:t>
          </a:r>
          <a:endParaRPr lang="en-US" dirty="0"/>
        </a:p>
      </dgm:t>
    </dgm:pt>
    <dgm:pt modelId="{0B427D38-48D4-495F-B116-7B43D4407B96}" type="parTrans" cxnId="{9EE8B1C1-55F4-4E11-9DC7-AE6F2208E098}">
      <dgm:prSet/>
      <dgm:spPr/>
      <dgm:t>
        <a:bodyPr/>
        <a:lstStyle/>
        <a:p>
          <a:endParaRPr lang="en-IN"/>
        </a:p>
      </dgm:t>
    </dgm:pt>
    <dgm:pt modelId="{2D89C5E9-38CC-4860-A1D9-629A5286333C}" type="sibTrans" cxnId="{9EE8B1C1-55F4-4E11-9DC7-AE6F2208E098}">
      <dgm:prSet/>
      <dgm:spPr/>
      <dgm:t>
        <a:bodyPr/>
        <a:lstStyle/>
        <a:p>
          <a:endParaRPr lang="en-IN"/>
        </a:p>
      </dgm:t>
    </dgm:pt>
    <dgm:pt modelId="{29020611-2519-4640-BCA1-3A66E30182DB}">
      <dgm:prSet/>
      <dgm:spPr/>
      <dgm:t>
        <a:bodyPr/>
        <a:lstStyle/>
        <a:p>
          <a:r>
            <a:rPr lang="en-US" dirty="0"/>
            <a:t>The scenarios are assigned a rank of importance (High, Medium, Low).</a:t>
          </a:r>
        </a:p>
      </dgm:t>
    </dgm:pt>
    <dgm:pt modelId="{5B763A1D-05F0-42B8-B3F9-E10F139DB246}" type="parTrans" cxnId="{BFDCB3F8-2643-486B-BBD9-F3C6EE4E701C}">
      <dgm:prSet/>
      <dgm:spPr/>
      <dgm:t>
        <a:bodyPr/>
        <a:lstStyle/>
        <a:p>
          <a:endParaRPr lang="en-IN"/>
        </a:p>
      </dgm:t>
    </dgm:pt>
    <dgm:pt modelId="{B40D0BA7-8CB0-473A-B083-C50589BBEAAD}" type="sibTrans" cxnId="{BFDCB3F8-2643-486B-BBD9-F3C6EE4E701C}">
      <dgm:prSet/>
      <dgm:spPr/>
      <dgm:t>
        <a:bodyPr/>
        <a:lstStyle/>
        <a:p>
          <a:endParaRPr lang="en-IN"/>
        </a:p>
      </dgm:t>
    </dgm:pt>
    <dgm:pt modelId="{5062DC15-AD32-43D0-9A26-4412B0549334}" type="pres">
      <dgm:prSet presAssocID="{A2539FCB-C425-4555-AAFE-E05779B9357B}" presName="Name0" presStyleCnt="0">
        <dgm:presLayoutVars>
          <dgm:dir/>
          <dgm:animLvl val="lvl"/>
          <dgm:resizeHandles val="exact"/>
        </dgm:presLayoutVars>
      </dgm:prSet>
      <dgm:spPr/>
    </dgm:pt>
    <dgm:pt modelId="{32CF2B93-8FCB-4C34-8ADA-F102D7059615}" type="pres">
      <dgm:prSet presAssocID="{29020611-2519-4640-BCA1-3A66E30182DB}" presName="boxAndChildren" presStyleCnt="0"/>
      <dgm:spPr/>
    </dgm:pt>
    <dgm:pt modelId="{5A5BA998-74F5-433B-966E-08F5100369D5}" type="pres">
      <dgm:prSet presAssocID="{29020611-2519-4640-BCA1-3A66E30182DB}" presName="parentTextBox" presStyleLbl="node1" presStyleIdx="0" presStyleCnt="6"/>
      <dgm:spPr/>
    </dgm:pt>
    <dgm:pt modelId="{5C019F8E-DCFD-4D83-8B04-B0CE476242BA}" type="pres">
      <dgm:prSet presAssocID="{2D89C5E9-38CC-4860-A1D9-629A5286333C}" presName="sp" presStyleCnt="0"/>
      <dgm:spPr/>
    </dgm:pt>
    <dgm:pt modelId="{F1D4E018-163E-4A5D-96E3-230C5A5923F8}" type="pres">
      <dgm:prSet presAssocID="{A09C1370-A94D-4BC5-B014-88BBF39E45AB}" presName="arrowAndChildren" presStyleCnt="0"/>
      <dgm:spPr/>
    </dgm:pt>
    <dgm:pt modelId="{4BEEA3F4-7E29-46A8-9E6C-3A45BA8D4A7B}" type="pres">
      <dgm:prSet presAssocID="{A09C1370-A94D-4BC5-B014-88BBF39E45AB}" presName="parentTextArrow" presStyleLbl="node1" presStyleIdx="1" presStyleCnt="6"/>
      <dgm:spPr/>
    </dgm:pt>
    <dgm:pt modelId="{6C38DEE0-16C8-4CCF-869A-0340FBC6CCBF}" type="pres">
      <dgm:prSet presAssocID="{7F929DC6-ABBA-4E6F-9067-0D2F83CFCD93}" presName="sp" presStyleCnt="0"/>
      <dgm:spPr/>
    </dgm:pt>
    <dgm:pt modelId="{8E569D9C-0246-4A50-987E-8548DDF979C1}" type="pres">
      <dgm:prSet presAssocID="{84D23A02-DDC5-4C35-9537-2A3FD963DF1D}" presName="arrowAndChildren" presStyleCnt="0"/>
      <dgm:spPr/>
    </dgm:pt>
    <dgm:pt modelId="{81DF5F95-A8E7-4921-A3D6-46B7E27B02F2}" type="pres">
      <dgm:prSet presAssocID="{84D23A02-DDC5-4C35-9537-2A3FD963DF1D}" presName="parentTextArrow" presStyleLbl="node1" presStyleIdx="2" presStyleCnt="6"/>
      <dgm:spPr/>
    </dgm:pt>
    <dgm:pt modelId="{4C4A6BE4-F46F-4FCC-B36B-C514CACCA553}" type="pres">
      <dgm:prSet presAssocID="{01198682-4B9C-4969-A28E-CCA71045318D}" presName="sp" presStyleCnt="0"/>
      <dgm:spPr/>
    </dgm:pt>
    <dgm:pt modelId="{10931F63-60F9-46C9-9E24-FD0C2F4930F0}" type="pres">
      <dgm:prSet presAssocID="{C63829B1-E2EE-4830-AD93-B13DDFBF1F9B}" presName="arrowAndChildren" presStyleCnt="0"/>
      <dgm:spPr/>
    </dgm:pt>
    <dgm:pt modelId="{06D0ED41-9ECB-4EE2-B82D-645EA220C581}" type="pres">
      <dgm:prSet presAssocID="{C63829B1-E2EE-4830-AD93-B13DDFBF1F9B}" presName="parentTextArrow" presStyleLbl="node1" presStyleIdx="3" presStyleCnt="6"/>
      <dgm:spPr/>
    </dgm:pt>
    <dgm:pt modelId="{B64759FB-94DF-42BC-A25A-EB1BDF548963}" type="pres">
      <dgm:prSet presAssocID="{34F0433A-9826-4B8F-8A75-042323641019}" presName="sp" presStyleCnt="0"/>
      <dgm:spPr/>
    </dgm:pt>
    <dgm:pt modelId="{7A79648E-34BB-4C15-9CD8-77CE248D67C9}" type="pres">
      <dgm:prSet presAssocID="{1DD93582-9930-4D3F-BD84-72257F17B8F1}" presName="arrowAndChildren" presStyleCnt="0"/>
      <dgm:spPr/>
    </dgm:pt>
    <dgm:pt modelId="{F31B0BF0-9176-48F6-B9DA-1EBE296672B7}" type="pres">
      <dgm:prSet presAssocID="{1DD93582-9930-4D3F-BD84-72257F17B8F1}" presName="parentTextArrow" presStyleLbl="node1" presStyleIdx="4" presStyleCnt="6"/>
      <dgm:spPr/>
    </dgm:pt>
    <dgm:pt modelId="{3EF700FC-94F8-4E44-8180-23121094409E}" type="pres">
      <dgm:prSet presAssocID="{1A0D3773-FEBF-46E3-A19A-09A9DD24B65D}" presName="sp" presStyleCnt="0"/>
      <dgm:spPr/>
    </dgm:pt>
    <dgm:pt modelId="{616A34EB-6A9A-477E-AE64-7024399D39A7}" type="pres">
      <dgm:prSet presAssocID="{8A56AF33-875F-4B9D-A4DB-BE6A98655059}" presName="arrowAndChildren" presStyleCnt="0"/>
      <dgm:spPr/>
    </dgm:pt>
    <dgm:pt modelId="{5DEBDF10-08B2-4961-8484-197917DB8E25}" type="pres">
      <dgm:prSet presAssocID="{8A56AF33-875F-4B9D-A4DB-BE6A98655059}" presName="parentTextArrow" presStyleLbl="node1" presStyleIdx="5" presStyleCnt="6"/>
      <dgm:spPr/>
    </dgm:pt>
  </dgm:ptLst>
  <dgm:cxnLst>
    <dgm:cxn modelId="{B6934033-5FC9-4196-A07A-DA180774A40E}" type="presOf" srcId="{29020611-2519-4640-BCA1-3A66E30182DB}" destId="{5A5BA998-74F5-433B-966E-08F5100369D5}" srcOrd="0" destOrd="0" presId="urn:microsoft.com/office/officeart/2005/8/layout/process4"/>
    <dgm:cxn modelId="{1AA1F235-44DD-488A-924B-9497AB065C00}" type="presOf" srcId="{8A56AF33-875F-4B9D-A4DB-BE6A98655059}" destId="{5DEBDF10-08B2-4961-8484-197917DB8E25}" srcOrd="0" destOrd="0" presId="urn:microsoft.com/office/officeart/2005/8/layout/process4"/>
    <dgm:cxn modelId="{B5222C3A-F137-496F-A06B-2D22D6AF8432}" type="presOf" srcId="{A09C1370-A94D-4BC5-B014-88BBF39E45AB}" destId="{4BEEA3F4-7E29-46A8-9E6C-3A45BA8D4A7B}" srcOrd="0" destOrd="0" presId="urn:microsoft.com/office/officeart/2005/8/layout/process4"/>
    <dgm:cxn modelId="{19BB3C5E-87FA-4613-9A59-7F2D3E02B915}" type="presOf" srcId="{84D23A02-DDC5-4C35-9537-2A3FD963DF1D}" destId="{81DF5F95-A8E7-4921-A3D6-46B7E27B02F2}" srcOrd="0" destOrd="0" presId="urn:microsoft.com/office/officeart/2005/8/layout/process4"/>
    <dgm:cxn modelId="{D0804E4D-6F08-4424-B4CD-BA907B0DDB0E}" type="presOf" srcId="{1DD93582-9930-4D3F-BD84-72257F17B8F1}" destId="{F31B0BF0-9176-48F6-B9DA-1EBE296672B7}" srcOrd="0" destOrd="0" presId="urn:microsoft.com/office/officeart/2005/8/layout/process4"/>
    <dgm:cxn modelId="{0C3D6057-9F6E-47CF-BB94-ABAC3728708D}" srcId="{A2539FCB-C425-4555-AAFE-E05779B9357B}" destId="{8A56AF33-875F-4B9D-A4DB-BE6A98655059}" srcOrd="0" destOrd="0" parTransId="{9B8141C2-555A-4C8E-8EFF-448C3BA7A108}" sibTransId="{1A0D3773-FEBF-46E3-A19A-09A9DD24B65D}"/>
    <dgm:cxn modelId="{C34E7383-A50A-484B-BCBF-4C9D42FB87CA}" type="presOf" srcId="{A2539FCB-C425-4555-AAFE-E05779B9357B}" destId="{5062DC15-AD32-43D0-9A26-4412B0549334}" srcOrd="0" destOrd="0" presId="urn:microsoft.com/office/officeart/2005/8/layout/process4"/>
    <dgm:cxn modelId="{7E9E2EBC-3802-4D8C-8190-A2FB1D2A49CE}" type="presOf" srcId="{C63829B1-E2EE-4830-AD93-B13DDFBF1F9B}" destId="{06D0ED41-9ECB-4EE2-B82D-645EA220C581}" srcOrd="0" destOrd="0" presId="urn:microsoft.com/office/officeart/2005/8/layout/process4"/>
    <dgm:cxn modelId="{9EE8B1C1-55F4-4E11-9DC7-AE6F2208E098}" srcId="{A2539FCB-C425-4555-AAFE-E05779B9357B}" destId="{A09C1370-A94D-4BC5-B014-88BBF39E45AB}" srcOrd="4" destOrd="0" parTransId="{0B427D38-48D4-495F-B116-7B43D4407B96}" sibTransId="{2D89C5E9-38CC-4860-A1D9-629A5286333C}"/>
    <dgm:cxn modelId="{7749C4DC-B78C-414E-8A19-711EFEC92302}" srcId="{A2539FCB-C425-4555-AAFE-E05779B9357B}" destId="{1DD93582-9930-4D3F-BD84-72257F17B8F1}" srcOrd="1" destOrd="0" parTransId="{AD5E0605-F017-463C-B25D-7C1E2043B119}" sibTransId="{34F0433A-9826-4B8F-8A75-042323641019}"/>
    <dgm:cxn modelId="{73C0F8E5-2A12-43A7-8FDD-EB9B7BF35490}" srcId="{A2539FCB-C425-4555-AAFE-E05779B9357B}" destId="{C63829B1-E2EE-4830-AD93-B13DDFBF1F9B}" srcOrd="2" destOrd="0" parTransId="{83E38ECF-DD9C-4859-97DB-FC2392947B26}" sibTransId="{01198682-4B9C-4969-A28E-CCA71045318D}"/>
    <dgm:cxn modelId="{846598F8-86BF-4A6A-B405-BBC1D9061686}" srcId="{A2539FCB-C425-4555-AAFE-E05779B9357B}" destId="{84D23A02-DDC5-4C35-9537-2A3FD963DF1D}" srcOrd="3" destOrd="0" parTransId="{681D1200-EC0C-445C-85AD-EC36D2C09475}" sibTransId="{7F929DC6-ABBA-4E6F-9067-0D2F83CFCD93}"/>
    <dgm:cxn modelId="{BFDCB3F8-2643-486B-BBD9-F3C6EE4E701C}" srcId="{A2539FCB-C425-4555-AAFE-E05779B9357B}" destId="{29020611-2519-4640-BCA1-3A66E30182DB}" srcOrd="5" destOrd="0" parTransId="{5B763A1D-05F0-42B8-B3F9-E10F139DB246}" sibTransId="{B40D0BA7-8CB0-473A-B083-C50589BBEAAD}"/>
    <dgm:cxn modelId="{1347A806-C3A8-48A6-9079-B0706E4D8713}" type="presParOf" srcId="{5062DC15-AD32-43D0-9A26-4412B0549334}" destId="{32CF2B93-8FCB-4C34-8ADA-F102D7059615}" srcOrd="0" destOrd="0" presId="urn:microsoft.com/office/officeart/2005/8/layout/process4"/>
    <dgm:cxn modelId="{97F61DCD-C47F-4AF9-9EC9-F6DB4E1019CB}" type="presParOf" srcId="{32CF2B93-8FCB-4C34-8ADA-F102D7059615}" destId="{5A5BA998-74F5-433B-966E-08F5100369D5}" srcOrd="0" destOrd="0" presId="urn:microsoft.com/office/officeart/2005/8/layout/process4"/>
    <dgm:cxn modelId="{1D8F0D53-829B-47ED-AE6B-8FFAB8BFC987}" type="presParOf" srcId="{5062DC15-AD32-43D0-9A26-4412B0549334}" destId="{5C019F8E-DCFD-4D83-8B04-B0CE476242BA}" srcOrd="1" destOrd="0" presId="urn:microsoft.com/office/officeart/2005/8/layout/process4"/>
    <dgm:cxn modelId="{AC6D650A-F559-4888-AB71-409FDD6C176A}" type="presParOf" srcId="{5062DC15-AD32-43D0-9A26-4412B0549334}" destId="{F1D4E018-163E-4A5D-96E3-230C5A5923F8}" srcOrd="2" destOrd="0" presId="urn:microsoft.com/office/officeart/2005/8/layout/process4"/>
    <dgm:cxn modelId="{CD190B0D-16A9-435A-B5E3-FA7E7227E383}" type="presParOf" srcId="{F1D4E018-163E-4A5D-96E3-230C5A5923F8}" destId="{4BEEA3F4-7E29-46A8-9E6C-3A45BA8D4A7B}" srcOrd="0" destOrd="0" presId="urn:microsoft.com/office/officeart/2005/8/layout/process4"/>
    <dgm:cxn modelId="{80B28407-4452-4E64-A18C-66AA33F287F2}" type="presParOf" srcId="{5062DC15-AD32-43D0-9A26-4412B0549334}" destId="{6C38DEE0-16C8-4CCF-869A-0340FBC6CCBF}" srcOrd="3" destOrd="0" presId="urn:microsoft.com/office/officeart/2005/8/layout/process4"/>
    <dgm:cxn modelId="{B1C9687D-F2AA-4025-B906-35A127243E63}" type="presParOf" srcId="{5062DC15-AD32-43D0-9A26-4412B0549334}" destId="{8E569D9C-0246-4A50-987E-8548DDF979C1}" srcOrd="4" destOrd="0" presId="urn:microsoft.com/office/officeart/2005/8/layout/process4"/>
    <dgm:cxn modelId="{64465F11-A481-4705-9086-2B9AA0D73DD6}" type="presParOf" srcId="{8E569D9C-0246-4A50-987E-8548DDF979C1}" destId="{81DF5F95-A8E7-4921-A3D6-46B7E27B02F2}" srcOrd="0" destOrd="0" presId="urn:microsoft.com/office/officeart/2005/8/layout/process4"/>
    <dgm:cxn modelId="{3ECC3664-EF9C-4919-83FD-0AAAC4F41D15}" type="presParOf" srcId="{5062DC15-AD32-43D0-9A26-4412B0549334}" destId="{4C4A6BE4-F46F-4FCC-B36B-C514CACCA553}" srcOrd="5" destOrd="0" presId="urn:microsoft.com/office/officeart/2005/8/layout/process4"/>
    <dgm:cxn modelId="{81DE3501-D30A-4CBD-A935-2A2FB09C03AE}" type="presParOf" srcId="{5062DC15-AD32-43D0-9A26-4412B0549334}" destId="{10931F63-60F9-46C9-9E24-FD0C2F4930F0}" srcOrd="6" destOrd="0" presId="urn:microsoft.com/office/officeart/2005/8/layout/process4"/>
    <dgm:cxn modelId="{B6ACEF1F-1C74-4F62-9FE7-B3DCB715D8CB}" type="presParOf" srcId="{10931F63-60F9-46C9-9E24-FD0C2F4930F0}" destId="{06D0ED41-9ECB-4EE2-B82D-645EA220C581}" srcOrd="0" destOrd="0" presId="urn:microsoft.com/office/officeart/2005/8/layout/process4"/>
    <dgm:cxn modelId="{A08FF72B-BEC3-4A49-B9A9-6C3EDCBF2178}" type="presParOf" srcId="{5062DC15-AD32-43D0-9A26-4412B0549334}" destId="{B64759FB-94DF-42BC-A25A-EB1BDF548963}" srcOrd="7" destOrd="0" presId="urn:microsoft.com/office/officeart/2005/8/layout/process4"/>
    <dgm:cxn modelId="{39E4278D-52CF-4183-A98F-8FE43007205D}" type="presParOf" srcId="{5062DC15-AD32-43D0-9A26-4412B0549334}" destId="{7A79648E-34BB-4C15-9CD8-77CE248D67C9}" srcOrd="8" destOrd="0" presId="urn:microsoft.com/office/officeart/2005/8/layout/process4"/>
    <dgm:cxn modelId="{EB9AED33-48C0-4A07-8F4C-E41D4A458BE3}" type="presParOf" srcId="{7A79648E-34BB-4C15-9CD8-77CE248D67C9}" destId="{F31B0BF0-9176-48F6-B9DA-1EBE296672B7}" srcOrd="0" destOrd="0" presId="urn:microsoft.com/office/officeart/2005/8/layout/process4"/>
    <dgm:cxn modelId="{E1526FB1-3B60-408F-A9A3-362E697CE717}" type="presParOf" srcId="{5062DC15-AD32-43D0-9A26-4412B0549334}" destId="{3EF700FC-94F8-4E44-8180-23121094409E}" srcOrd="9" destOrd="0" presId="urn:microsoft.com/office/officeart/2005/8/layout/process4"/>
    <dgm:cxn modelId="{0FCEF7D4-0CCD-41EA-9DAB-34BC21A028F2}" type="presParOf" srcId="{5062DC15-AD32-43D0-9A26-4412B0549334}" destId="{616A34EB-6A9A-477E-AE64-7024399D39A7}" srcOrd="10" destOrd="0" presId="urn:microsoft.com/office/officeart/2005/8/layout/process4"/>
    <dgm:cxn modelId="{1F47C665-9D8F-4E6C-9F72-E7C8D510F316}" type="presParOf" srcId="{616A34EB-6A9A-477E-AE64-7024399D39A7}" destId="{5DEBDF10-08B2-4961-8484-197917DB8E25}"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6B44CFD9-39BC-485E-821B-9B9371014BFE}" type="doc">
      <dgm:prSet loTypeId="urn:microsoft.com/office/officeart/2005/8/layout/vList2" loCatId="list" qsTypeId="urn:microsoft.com/office/officeart/2005/8/quickstyle/simple1#18" qsCatId="simple" csTypeId="urn:microsoft.com/office/officeart/2005/8/colors/accent1_2#18" csCatId="accent1" phldr="1"/>
      <dgm:spPr/>
      <dgm:t>
        <a:bodyPr/>
        <a:lstStyle/>
        <a:p>
          <a:endParaRPr lang="en-IN"/>
        </a:p>
      </dgm:t>
    </dgm:pt>
    <dgm:pt modelId="{73689446-CCCF-45BC-BA45-57AB1218F185}">
      <dgm:prSet phldrT="[Text]" custT="1"/>
      <dgm:spPr/>
      <dgm:t>
        <a:bodyPr/>
        <a:lstStyle/>
        <a:p>
          <a:r>
            <a:rPr lang="en-US" sz="1600"/>
            <a:t>The evaluation team examines the highest-ranked scenarios one at a time; the architect is asked to explain how the architecture supports each one. </a:t>
          </a:r>
          <a:endParaRPr lang="en-IN" sz="1600"/>
        </a:p>
      </dgm:t>
    </dgm:pt>
    <dgm:pt modelId="{D24BA667-FDD9-4A98-B295-36302AA5C286}" type="parTrans" cxnId="{3AE3FCE5-C061-41A5-BCE4-86DF09472FA1}">
      <dgm:prSet/>
      <dgm:spPr/>
      <dgm:t>
        <a:bodyPr/>
        <a:lstStyle/>
        <a:p>
          <a:endParaRPr lang="en-IN"/>
        </a:p>
      </dgm:t>
    </dgm:pt>
    <dgm:pt modelId="{B9D0A6AC-8F93-4B2A-A235-86FD1A21361F}" type="sibTrans" cxnId="{3AE3FCE5-C061-41A5-BCE4-86DF09472FA1}">
      <dgm:prSet/>
      <dgm:spPr/>
      <dgm:t>
        <a:bodyPr/>
        <a:lstStyle/>
        <a:p>
          <a:endParaRPr lang="en-IN"/>
        </a:p>
      </dgm:t>
    </dgm:pt>
    <dgm:pt modelId="{596828CF-C286-4E67-9AA9-37CE02A91451}">
      <dgm:prSet custT="1"/>
      <dgm:spPr/>
      <dgm:t>
        <a:bodyPr/>
        <a:lstStyle/>
        <a:p>
          <a:r>
            <a:rPr lang="en-US" sz="1600" dirty="0"/>
            <a:t>Evaluation team members—especially the questioners—probe for the architectural approaches that the architect used to carry out the scenario. </a:t>
          </a:r>
        </a:p>
      </dgm:t>
    </dgm:pt>
    <dgm:pt modelId="{E345B866-763D-46AC-B84F-677DE5137513}" type="parTrans" cxnId="{AB092441-AC9E-420C-850F-DE313C36C195}">
      <dgm:prSet/>
      <dgm:spPr/>
      <dgm:t>
        <a:bodyPr/>
        <a:lstStyle/>
        <a:p>
          <a:endParaRPr lang="en-IN"/>
        </a:p>
      </dgm:t>
    </dgm:pt>
    <dgm:pt modelId="{8E1501F8-AA03-4082-8789-47B5ABA18325}" type="sibTrans" cxnId="{AB092441-AC9E-420C-850F-DE313C36C195}">
      <dgm:prSet/>
      <dgm:spPr/>
      <dgm:t>
        <a:bodyPr/>
        <a:lstStyle/>
        <a:p>
          <a:endParaRPr lang="en-IN"/>
        </a:p>
      </dgm:t>
    </dgm:pt>
    <dgm:pt modelId="{0D67032B-1004-4F20-A6AC-B5CD85B22065}">
      <dgm:prSet custT="1"/>
      <dgm:spPr/>
      <dgm:t>
        <a:bodyPr/>
        <a:lstStyle/>
        <a:p>
          <a:r>
            <a:rPr lang="en-US" sz="1600" dirty="0"/>
            <a:t>Along the way, the evaluation team documents the relevant architectural decisions and identifies and catalogs their risks, </a:t>
          </a:r>
          <a:r>
            <a:rPr lang="en-US" sz="1600" dirty="0" err="1"/>
            <a:t>nonrisks</a:t>
          </a:r>
          <a:r>
            <a:rPr lang="en-US" sz="1600" dirty="0"/>
            <a:t>, sensitivity points, and tradeoffs.   Examples:</a:t>
          </a:r>
        </a:p>
      </dgm:t>
    </dgm:pt>
    <dgm:pt modelId="{97EFE94E-D760-4883-B111-757B94F1F90E}" type="parTrans" cxnId="{ADD981DB-F85E-4F69-B006-4B397D80C4EA}">
      <dgm:prSet/>
      <dgm:spPr/>
      <dgm:t>
        <a:bodyPr/>
        <a:lstStyle/>
        <a:p>
          <a:endParaRPr lang="en-IN"/>
        </a:p>
      </dgm:t>
    </dgm:pt>
    <dgm:pt modelId="{6222888A-D126-4F15-807E-2E75DD3F657B}" type="sibTrans" cxnId="{ADD981DB-F85E-4F69-B006-4B397D80C4EA}">
      <dgm:prSet/>
      <dgm:spPr/>
      <dgm:t>
        <a:bodyPr/>
        <a:lstStyle/>
        <a:p>
          <a:endParaRPr lang="en-IN"/>
        </a:p>
      </dgm:t>
    </dgm:pt>
    <dgm:pt modelId="{2CB213B5-4725-423E-A7B2-00CAE0737B64}">
      <dgm:prSet custT="1"/>
      <dgm:spPr/>
      <dgm:t>
        <a:bodyPr/>
        <a:lstStyle/>
        <a:p>
          <a:r>
            <a:rPr lang="en-US" sz="1600"/>
            <a:t>Risk:  The frequency of heartbeats affects the time in which the system can detect a failed component. Some assignments will result in unacceptable values of this response. </a:t>
          </a:r>
          <a:endParaRPr lang="en-US" sz="1600" dirty="0"/>
        </a:p>
      </dgm:t>
    </dgm:pt>
    <dgm:pt modelId="{F81F7AEB-D945-4D6E-B759-3D9D4241A3EE}" type="parTrans" cxnId="{8325B81F-A0DF-4560-9A6A-F2AFC01A666D}">
      <dgm:prSet/>
      <dgm:spPr/>
      <dgm:t>
        <a:bodyPr/>
        <a:lstStyle/>
        <a:p>
          <a:endParaRPr lang="en-IN"/>
        </a:p>
      </dgm:t>
    </dgm:pt>
    <dgm:pt modelId="{6E761257-4688-4C74-BF62-2C34770A3DF4}" type="sibTrans" cxnId="{8325B81F-A0DF-4560-9A6A-F2AFC01A666D}">
      <dgm:prSet/>
      <dgm:spPr/>
      <dgm:t>
        <a:bodyPr/>
        <a:lstStyle/>
        <a:p>
          <a:endParaRPr lang="en-IN"/>
        </a:p>
      </dgm:t>
    </dgm:pt>
    <dgm:pt modelId="{6F1395CF-A7B7-40BD-A995-3CC5B196B72F}">
      <dgm:prSet custT="1"/>
      <dgm:spPr/>
      <dgm:t>
        <a:bodyPr/>
        <a:lstStyle/>
        <a:p>
          <a:r>
            <a:rPr lang="en-US" sz="1600"/>
            <a:t>Sensitivity point: The number of simultaneous database clients will affect the number of transactions that a database can process per second. </a:t>
          </a:r>
          <a:endParaRPr lang="en-US" sz="1600" dirty="0"/>
        </a:p>
      </dgm:t>
    </dgm:pt>
    <dgm:pt modelId="{7431DD50-9579-4F5D-A2C7-8EA15254FF0A}" type="parTrans" cxnId="{DF8003CB-4674-4601-8BC4-622253CDCE0D}">
      <dgm:prSet/>
      <dgm:spPr/>
      <dgm:t>
        <a:bodyPr/>
        <a:lstStyle/>
        <a:p>
          <a:endParaRPr lang="en-IN"/>
        </a:p>
      </dgm:t>
    </dgm:pt>
    <dgm:pt modelId="{5BDCE104-A985-4BF7-899C-D2C84440168D}" type="sibTrans" cxnId="{DF8003CB-4674-4601-8BC4-622253CDCE0D}">
      <dgm:prSet/>
      <dgm:spPr/>
      <dgm:t>
        <a:bodyPr/>
        <a:lstStyle/>
        <a:p>
          <a:endParaRPr lang="en-IN"/>
        </a:p>
      </dgm:t>
    </dgm:pt>
    <dgm:pt modelId="{96C2D6F5-C3E3-45F5-811D-665CAD3B0F59}">
      <dgm:prSet custT="1"/>
      <dgm:spPr/>
      <dgm:t>
        <a:bodyPr/>
        <a:lstStyle/>
        <a:p>
          <a:r>
            <a:rPr lang="en-US" sz="1600" dirty="0"/>
            <a:t>Tradeoff: The heartbeat frequency determines the time for detecting a fault. Higher frequency leads to better availability but consumes more processing time and communication bandwidth (potentially reducing performance). </a:t>
          </a:r>
        </a:p>
      </dgm:t>
    </dgm:pt>
    <dgm:pt modelId="{9489572D-FE82-4D8C-ACCD-2D6318A5FD47}" type="parTrans" cxnId="{83CA18CD-82F7-4883-9228-CFBA29F382C2}">
      <dgm:prSet/>
      <dgm:spPr/>
      <dgm:t>
        <a:bodyPr/>
        <a:lstStyle/>
        <a:p>
          <a:endParaRPr lang="en-IN"/>
        </a:p>
      </dgm:t>
    </dgm:pt>
    <dgm:pt modelId="{DBA13831-CCDB-44EE-A9AC-60E9E992CE32}" type="sibTrans" cxnId="{83CA18CD-82F7-4883-9228-CFBA29F382C2}">
      <dgm:prSet/>
      <dgm:spPr/>
      <dgm:t>
        <a:bodyPr/>
        <a:lstStyle/>
        <a:p>
          <a:endParaRPr lang="en-IN"/>
        </a:p>
      </dgm:t>
    </dgm:pt>
    <dgm:pt modelId="{C609A959-CF10-4FDA-AF3E-59E9E5761A5A}">
      <dgm:prSet custT="1"/>
      <dgm:spPr/>
      <dgm:t>
        <a:bodyPr/>
        <a:lstStyle/>
        <a:p>
          <a:r>
            <a:rPr lang="en-US" sz="1600"/>
            <a:t>These, in turn, may catalyze a deeper analysis.</a:t>
          </a:r>
          <a:endParaRPr lang="en-US" sz="1600" dirty="0"/>
        </a:p>
      </dgm:t>
    </dgm:pt>
    <dgm:pt modelId="{D8521BF2-762F-4151-A785-C8F5A64CDEFE}" type="parTrans" cxnId="{A82D42DC-4414-404B-860D-F3E4D1C19728}">
      <dgm:prSet/>
      <dgm:spPr/>
      <dgm:t>
        <a:bodyPr/>
        <a:lstStyle/>
        <a:p>
          <a:endParaRPr lang="en-IN"/>
        </a:p>
      </dgm:t>
    </dgm:pt>
    <dgm:pt modelId="{4F96C625-292B-47DA-AA34-76E4A7440259}" type="sibTrans" cxnId="{A82D42DC-4414-404B-860D-F3E4D1C19728}">
      <dgm:prSet/>
      <dgm:spPr/>
      <dgm:t>
        <a:bodyPr/>
        <a:lstStyle/>
        <a:p>
          <a:endParaRPr lang="en-IN"/>
        </a:p>
      </dgm:t>
    </dgm:pt>
    <dgm:pt modelId="{831B4986-D32A-4E6B-B0AD-FCA9116347D8}">
      <dgm:prSet custT="1"/>
      <dgm:spPr/>
      <dgm:t>
        <a:bodyPr/>
        <a:lstStyle/>
        <a:p>
          <a:r>
            <a:rPr lang="en-US" sz="1600" dirty="0"/>
            <a:t>The analysis is not meant to be comprehensive. The key is to elicit sufficient architectural information to establish a link between the architectural decisions made and the quality attribute requirements that need to be satisfied. </a:t>
          </a:r>
        </a:p>
      </dgm:t>
    </dgm:pt>
    <dgm:pt modelId="{AAB063C0-B152-42D2-B5DE-B6B2BF2ABCC0}" type="parTrans" cxnId="{9C992FE1-9695-4EA5-9233-17B30DB73C1C}">
      <dgm:prSet/>
      <dgm:spPr/>
      <dgm:t>
        <a:bodyPr/>
        <a:lstStyle/>
        <a:p>
          <a:endParaRPr lang="en-IN"/>
        </a:p>
      </dgm:t>
    </dgm:pt>
    <dgm:pt modelId="{816AF1AF-A1D5-4DA8-8E21-81AA2BBB57B2}" type="sibTrans" cxnId="{9C992FE1-9695-4EA5-9233-17B30DB73C1C}">
      <dgm:prSet/>
      <dgm:spPr/>
      <dgm:t>
        <a:bodyPr/>
        <a:lstStyle/>
        <a:p>
          <a:endParaRPr lang="en-IN"/>
        </a:p>
      </dgm:t>
    </dgm:pt>
    <dgm:pt modelId="{251E812C-076D-4D76-AA90-B919908FBCE1}" type="pres">
      <dgm:prSet presAssocID="{6B44CFD9-39BC-485E-821B-9B9371014BFE}" presName="linear" presStyleCnt="0">
        <dgm:presLayoutVars>
          <dgm:animLvl val="lvl"/>
          <dgm:resizeHandles val="exact"/>
        </dgm:presLayoutVars>
      </dgm:prSet>
      <dgm:spPr/>
    </dgm:pt>
    <dgm:pt modelId="{E1F0BF2C-84E5-4BF6-A9E1-5EB151066314}" type="pres">
      <dgm:prSet presAssocID="{73689446-CCCF-45BC-BA45-57AB1218F185}" presName="parentText" presStyleLbl="node1" presStyleIdx="0" presStyleCnt="5" custLinFactNeighborX="5556" custLinFactNeighborY="-6489">
        <dgm:presLayoutVars>
          <dgm:chMax val="0"/>
          <dgm:bulletEnabled val="1"/>
        </dgm:presLayoutVars>
      </dgm:prSet>
      <dgm:spPr/>
    </dgm:pt>
    <dgm:pt modelId="{F6F78436-8157-414A-BECF-FB3C4292FEF3}" type="pres">
      <dgm:prSet presAssocID="{B9D0A6AC-8F93-4B2A-A235-86FD1A21361F}" presName="spacer" presStyleCnt="0"/>
      <dgm:spPr/>
    </dgm:pt>
    <dgm:pt modelId="{795E1BD7-34F2-44CC-9E00-E2974BE3BEC2}" type="pres">
      <dgm:prSet presAssocID="{596828CF-C286-4E67-9AA9-37CE02A91451}" presName="parentText" presStyleLbl="node1" presStyleIdx="1" presStyleCnt="5">
        <dgm:presLayoutVars>
          <dgm:chMax val="0"/>
          <dgm:bulletEnabled val="1"/>
        </dgm:presLayoutVars>
      </dgm:prSet>
      <dgm:spPr/>
    </dgm:pt>
    <dgm:pt modelId="{1A5AC52E-C56B-4827-A571-D723472A086D}" type="pres">
      <dgm:prSet presAssocID="{8E1501F8-AA03-4082-8789-47B5ABA18325}" presName="spacer" presStyleCnt="0"/>
      <dgm:spPr/>
    </dgm:pt>
    <dgm:pt modelId="{3F6EB3B3-C03D-4488-9E69-7B2151C6D9FA}" type="pres">
      <dgm:prSet presAssocID="{0D67032B-1004-4F20-A6AC-B5CD85B22065}" presName="parentText" presStyleLbl="node1" presStyleIdx="2" presStyleCnt="5">
        <dgm:presLayoutVars>
          <dgm:chMax val="0"/>
          <dgm:bulletEnabled val="1"/>
        </dgm:presLayoutVars>
      </dgm:prSet>
      <dgm:spPr/>
    </dgm:pt>
    <dgm:pt modelId="{66C7DC3E-2560-49EA-8361-60434A0765A0}" type="pres">
      <dgm:prSet presAssocID="{0D67032B-1004-4F20-A6AC-B5CD85B22065}" presName="childText" presStyleLbl="revTx" presStyleIdx="0" presStyleCnt="1" custScaleY="137874">
        <dgm:presLayoutVars>
          <dgm:bulletEnabled val="1"/>
        </dgm:presLayoutVars>
      </dgm:prSet>
      <dgm:spPr/>
    </dgm:pt>
    <dgm:pt modelId="{F91F530E-9E60-437B-826B-C8185A666A69}" type="pres">
      <dgm:prSet presAssocID="{C609A959-CF10-4FDA-AF3E-59E9E5761A5A}" presName="parentText" presStyleLbl="node1" presStyleIdx="3" presStyleCnt="5">
        <dgm:presLayoutVars>
          <dgm:chMax val="0"/>
          <dgm:bulletEnabled val="1"/>
        </dgm:presLayoutVars>
      </dgm:prSet>
      <dgm:spPr/>
    </dgm:pt>
    <dgm:pt modelId="{B3A4F283-1E4E-4BF1-96DC-E0FDB08D1C39}" type="pres">
      <dgm:prSet presAssocID="{4F96C625-292B-47DA-AA34-76E4A7440259}" presName="spacer" presStyleCnt="0"/>
      <dgm:spPr/>
    </dgm:pt>
    <dgm:pt modelId="{E8FCAE8F-F492-412C-8954-5DBBA7263ADD}" type="pres">
      <dgm:prSet presAssocID="{831B4986-D32A-4E6B-B0AD-FCA9116347D8}" presName="parentText" presStyleLbl="node1" presStyleIdx="4" presStyleCnt="5">
        <dgm:presLayoutVars>
          <dgm:chMax val="0"/>
          <dgm:bulletEnabled val="1"/>
        </dgm:presLayoutVars>
      </dgm:prSet>
      <dgm:spPr/>
    </dgm:pt>
  </dgm:ptLst>
  <dgm:cxnLst>
    <dgm:cxn modelId="{F4787A11-46DD-4864-BC3E-C41F6F97F75B}" type="presOf" srcId="{2CB213B5-4725-423E-A7B2-00CAE0737B64}" destId="{66C7DC3E-2560-49EA-8361-60434A0765A0}" srcOrd="0" destOrd="0" presId="urn:microsoft.com/office/officeart/2005/8/layout/vList2"/>
    <dgm:cxn modelId="{8325B81F-A0DF-4560-9A6A-F2AFC01A666D}" srcId="{0D67032B-1004-4F20-A6AC-B5CD85B22065}" destId="{2CB213B5-4725-423E-A7B2-00CAE0737B64}" srcOrd="0" destOrd="0" parTransId="{F81F7AEB-D945-4D6E-B759-3D9D4241A3EE}" sibTransId="{6E761257-4688-4C74-BF62-2C34770A3DF4}"/>
    <dgm:cxn modelId="{12C01B26-C9CC-4B0F-B07C-6694CE4D7948}" type="presOf" srcId="{C609A959-CF10-4FDA-AF3E-59E9E5761A5A}" destId="{F91F530E-9E60-437B-826B-C8185A666A69}" srcOrd="0" destOrd="0" presId="urn:microsoft.com/office/officeart/2005/8/layout/vList2"/>
    <dgm:cxn modelId="{97934D32-CF3F-4BC0-8F99-DF3519BA2307}" type="presOf" srcId="{6B44CFD9-39BC-485E-821B-9B9371014BFE}" destId="{251E812C-076D-4D76-AA90-B919908FBCE1}" srcOrd="0" destOrd="0" presId="urn:microsoft.com/office/officeart/2005/8/layout/vList2"/>
    <dgm:cxn modelId="{E2E64E3F-B3BC-4632-B5FC-58C67F0D9D16}" type="presOf" srcId="{6F1395CF-A7B7-40BD-A995-3CC5B196B72F}" destId="{66C7DC3E-2560-49EA-8361-60434A0765A0}" srcOrd="0" destOrd="1" presId="urn:microsoft.com/office/officeart/2005/8/layout/vList2"/>
    <dgm:cxn modelId="{AB092441-AC9E-420C-850F-DE313C36C195}" srcId="{6B44CFD9-39BC-485E-821B-9B9371014BFE}" destId="{596828CF-C286-4E67-9AA9-37CE02A91451}" srcOrd="1" destOrd="0" parTransId="{E345B866-763D-46AC-B84F-677DE5137513}" sibTransId="{8E1501F8-AA03-4082-8789-47B5ABA18325}"/>
    <dgm:cxn modelId="{134D0D72-B166-4B33-AE04-1A9085BE62C3}" type="presOf" srcId="{831B4986-D32A-4E6B-B0AD-FCA9116347D8}" destId="{E8FCAE8F-F492-412C-8954-5DBBA7263ADD}" srcOrd="0" destOrd="0" presId="urn:microsoft.com/office/officeart/2005/8/layout/vList2"/>
    <dgm:cxn modelId="{5763A396-93BA-439A-ADEB-D6D6F76C83F6}" type="presOf" srcId="{596828CF-C286-4E67-9AA9-37CE02A91451}" destId="{795E1BD7-34F2-44CC-9E00-E2974BE3BEC2}" srcOrd="0" destOrd="0" presId="urn:microsoft.com/office/officeart/2005/8/layout/vList2"/>
    <dgm:cxn modelId="{B775C897-7A7E-4709-9FB8-50D58DA8A16B}" type="presOf" srcId="{73689446-CCCF-45BC-BA45-57AB1218F185}" destId="{E1F0BF2C-84E5-4BF6-A9E1-5EB151066314}" srcOrd="0" destOrd="0" presId="urn:microsoft.com/office/officeart/2005/8/layout/vList2"/>
    <dgm:cxn modelId="{F5E2BFC8-F07F-4346-9738-2734B36B1202}" type="presOf" srcId="{96C2D6F5-C3E3-45F5-811D-665CAD3B0F59}" destId="{66C7DC3E-2560-49EA-8361-60434A0765A0}" srcOrd="0" destOrd="2" presId="urn:microsoft.com/office/officeart/2005/8/layout/vList2"/>
    <dgm:cxn modelId="{E13624CA-6CDC-4500-954B-AD9A81CCEF5E}" type="presOf" srcId="{0D67032B-1004-4F20-A6AC-B5CD85B22065}" destId="{3F6EB3B3-C03D-4488-9E69-7B2151C6D9FA}" srcOrd="0" destOrd="0" presId="urn:microsoft.com/office/officeart/2005/8/layout/vList2"/>
    <dgm:cxn modelId="{DF8003CB-4674-4601-8BC4-622253CDCE0D}" srcId="{0D67032B-1004-4F20-A6AC-B5CD85B22065}" destId="{6F1395CF-A7B7-40BD-A995-3CC5B196B72F}" srcOrd="1" destOrd="0" parTransId="{7431DD50-9579-4F5D-A2C7-8EA15254FF0A}" sibTransId="{5BDCE104-A985-4BF7-899C-D2C84440168D}"/>
    <dgm:cxn modelId="{83CA18CD-82F7-4883-9228-CFBA29F382C2}" srcId="{0D67032B-1004-4F20-A6AC-B5CD85B22065}" destId="{96C2D6F5-C3E3-45F5-811D-665CAD3B0F59}" srcOrd="2" destOrd="0" parTransId="{9489572D-FE82-4D8C-ACCD-2D6318A5FD47}" sibTransId="{DBA13831-CCDB-44EE-A9AC-60E9E992CE32}"/>
    <dgm:cxn modelId="{ADD981DB-F85E-4F69-B006-4B397D80C4EA}" srcId="{6B44CFD9-39BC-485E-821B-9B9371014BFE}" destId="{0D67032B-1004-4F20-A6AC-B5CD85B22065}" srcOrd="2" destOrd="0" parTransId="{97EFE94E-D760-4883-B111-757B94F1F90E}" sibTransId="{6222888A-D126-4F15-807E-2E75DD3F657B}"/>
    <dgm:cxn modelId="{A82D42DC-4414-404B-860D-F3E4D1C19728}" srcId="{6B44CFD9-39BC-485E-821B-9B9371014BFE}" destId="{C609A959-CF10-4FDA-AF3E-59E9E5761A5A}" srcOrd="3" destOrd="0" parTransId="{D8521BF2-762F-4151-A785-C8F5A64CDEFE}" sibTransId="{4F96C625-292B-47DA-AA34-76E4A7440259}"/>
    <dgm:cxn modelId="{9C992FE1-9695-4EA5-9233-17B30DB73C1C}" srcId="{6B44CFD9-39BC-485E-821B-9B9371014BFE}" destId="{831B4986-D32A-4E6B-B0AD-FCA9116347D8}" srcOrd="4" destOrd="0" parTransId="{AAB063C0-B152-42D2-B5DE-B6B2BF2ABCC0}" sibTransId="{816AF1AF-A1D5-4DA8-8E21-81AA2BBB57B2}"/>
    <dgm:cxn modelId="{3AE3FCE5-C061-41A5-BCE4-86DF09472FA1}" srcId="{6B44CFD9-39BC-485E-821B-9B9371014BFE}" destId="{73689446-CCCF-45BC-BA45-57AB1218F185}" srcOrd="0" destOrd="0" parTransId="{D24BA667-FDD9-4A98-B295-36302AA5C286}" sibTransId="{B9D0A6AC-8F93-4B2A-A235-86FD1A21361F}"/>
    <dgm:cxn modelId="{70CDC77C-BBE8-4414-A022-FBDB38D9F58C}" type="presParOf" srcId="{251E812C-076D-4D76-AA90-B919908FBCE1}" destId="{E1F0BF2C-84E5-4BF6-A9E1-5EB151066314}" srcOrd="0" destOrd="0" presId="urn:microsoft.com/office/officeart/2005/8/layout/vList2"/>
    <dgm:cxn modelId="{E4BE9097-63D5-4578-BEF4-B27FD68475A9}" type="presParOf" srcId="{251E812C-076D-4D76-AA90-B919908FBCE1}" destId="{F6F78436-8157-414A-BECF-FB3C4292FEF3}" srcOrd="1" destOrd="0" presId="urn:microsoft.com/office/officeart/2005/8/layout/vList2"/>
    <dgm:cxn modelId="{14D18306-D372-44F8-8E95-CF90FDF8CE61}" type="presParOf" srcId="{251E812C-076D-4D76-AA90-B919908FBCE1}" destId="{795E1BD7-34F2-44CC-9E00-E2974BE3BEC2}" srcOrd="2" destOrd="0" presId="urn:microsoft.com/office/officeart/2005/8/layout/vList2"/>
    <dgm:cxn modelId="{883C06A5-7287-4F8F-8BAF-6A6461407055}" type="presParOf" srcId="{251E812C-076D-4D76-AA90-B919908FBCE1}" destId="{1A5AC52E-C56B-4827-A571-D723472A086D}" srcOrd="3" destOrd="0" presId="urn:microsoft.com/office/officeart/2005/8/layout/vList2"/>
    <dgm:cxn modelId="{A34D81EE-D7E1-41D8-B14D-415D40295CD9}" type="presParOf" srcId="{251E812C-076D-4D76-AA90-B919908FBCE1}" destId="{3F6EB3B3-C03D-4488-9E69-7B2151C6D9FA}" srcOrd="4" destOrd="0" presId="urn:microsoft.com/office/officeart/2005/8/layout/vList2"/>
    <dgm:cxn modelId="{734D651B-F63D-4A4D-A9F9-35A4CC34ACFE}" type="presParOf" srcId="{251E812C-076D-4D76-AA90-B919908FBCE1}" destId="{66C7DC3E-2560-49EA-8361-60434A0765A0}" srcOrd="5" destOrd="0" presId="urn:microsoft.com/office/officeart/2005/8/layout/vList2"/>
    <dgm:cxn modelId="{09D2F984-0C68-4DC4-8B5C-2C79E9BFC4D9}" type="presParOf" srcId="{251E812C-076D-4D76-AA90-B919908FBCE1}" destId="{F91F530E-9E60-437B-826B-C8185A666A69}" srcOrd="6" destOrd="0" presId="urn:microsoft.com/office/officeart/2005/8/layout/vList2"/>
    <dgm:cxn modelId="{A73B2E16-C41D-4E72-AFEC-66F1CDCEB396}" type="presParOf" srcId="{251E812C-076D-4D76-AA90-B919908FBCE1}" destId="{B3A4F283-1E4E-4BF1-96DC-E0FDB08D1C39}" srcOrd="7" destOrd="0" presId="urn:microsoft.com/office/officeart/2005/8/layout/vList2"/>
    <dgm:cxn modelId="{A0E6B304-6DA2-4386-8797-C687D2A07047}" type="presParOf" srcId="{251E812C-076D-4D76-AA90-B919908FBCE1}" destId="{E8FCAE8F-F492-412C-8954-5DBBA7263ADD}"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D44FDCB2-AA94-41A3-B476-223DF78F076F}" type="doc">
      <dgm:prSet loTypeId="urn:microsoft.com/office/officeart/2005/8/layout/vList2" loCatId="list" qsTypeId="urn:microsoft.com/office/officeart/2005/8/quickstyle/simple1#19" qsCatId="simple" csTypeId="urn:microsoft.com/office/officeart/2005/8/colors/accent1_2#19" csCatId="accent1" phldr="1"/>
      <dgm:spPr/>
      <dgm:t>
        <a:bodyPr/>
        <a:lstStyle/>
        <a:p>
          <a:endParaRPr lang="en-IN"/>
        </a:p>
      </dgm:t>
    </dgm:pt>
    <dgm:pt modelId="{3F989189-90D9-4C4B-980C-F5DE039A7358}">
      <dgm:prSet phldrT="[Text]"/>
      <dgm:spPr/>
      <dgm:t>
        <a:bodyPr/>
        <a:lstStyle/>
        <a:p>
          <a:r>
            <a:rPr lang="en-US" dirty="0"/>
            <a:t>The stakeholders brainstorm scenarios that are operationally meaningful with respect to the stakeholders’ individual roles. </a:t>
          </a:r>
          <a:endParaRPr lang="en-IN" dirty="0"/>
        </a:p>
      </dgm:t>
    </dgm:pt>
    <dgm:pt modelId="{BBD07C01-4F37-4CF9-88D2-FD5C305353D9}" type="parTrans" cxnId="{82F7D463-9130-42C2-9F49-2B3CF7BEE703}">
      <dgm:prSet/>
      <dgm:spPr/>
      <dgm:t>
        <a:bodyPr/>
        <a:lstStyle/>
        <a:p>
          <a:endParaRPr lang="en-IN"/>
        </a:p>
      </dgm:t>
    </dgm:pt>
    <dgm:pt modelId="{824705D7-5CC8-46F9-8AC9-D608104F7518}" type="sibTrans" cxnId="{82F7D463-9130-42C2-9F49-2B3CF7BEE703}">
      <dgm:prSet/>
      <dgm:spPr/>
      <dgm:t>
        <a:bodyPr/>
        <a:lstStyle/>
        <a:p>
          <a:endParaRPr lang="en-IN"/>
        </a:p>
      </dgm:t>
    </dgm:pt>
    <dgm:pt modelId="{06C3EF6F-A667-49D3-9313-BEB083F97373}">
      <dgm:prSet/>
      <dgm:spPr/>
      <dgm:t>
        <a:bodyPr/>
        <a:lstStyle/>
        <a:p>
          <a:r>
            <a:rPr lang="en-US"/>
            <a:t>A maintainer will likely propose a modifiability scenario</a:t>
          </a:r>
          <a:endParaRPr lang="en-US" dirty="0"/>
        </a:p>
      </dgm:t>
    </dgm:pt>
    <dgm:pt modelId="{0E011F75-8011-44E7-8224-18344FCFF9A9}" type="parTrans" cxnId="{CE956C5C-CDE0-4EE3-A810-57F7C64A36A9}">
      <dgm:prSet/>
      <dgm:spPr/>
      <dgm:t>
        <a:bodyPr/>
        <a:lstStyle/>
        <a:p>
          <a:endParaRPr lang="en-IN"/>
        </a:p>
      </dgm:t>
    </dgm:pt>
    <dgm:pt modelId="{EBF19D91-B157-472A-AA3C-6A9216EDBFB2}" type="sibTrans" cxnId="{CE956C5C-CDE0-4EE3-A810-57F7C64A36A9}">
      <dgm:prSet/>
      <dgm:spPr/>
      <dgm:t>
        <a:bodyPr/>
        <a:lstStyle/>
        <a:p>
          <a:endParaRPr lang="en-IN"/>
        </a:p>
      </dgm:t>
    </dgm:pt>
    <dgm:pt modelId="{1822627A-0163-4445-BBA7-25B4C0F1790F}">
      <dgm:prSet/>
      <dgm:spPr/>
      <dgm:t>
        <a:bodyPr/>
        <a:lstStyle/>
        <a:p>
          <a:r>
            <a:rPr lang="en-US"/>
            <a:t>A user will probably come up with a scenario that expresses useful functionality or ease of operation</a:t>
          </a:r>
          <a:endParaRPr lang="en-US" dirty="0"/>
        </a:p>
      </dgm:t>
    </dgm:pt>
    <dgm:pt modelId="{9DF29962-B2A6-4FD7-BC2C-ABDC42799889}" type="parTrans" cxnId="{220A846E-8406-4C1F-8402-EB4D9BEA084D}">
      <dgm:prSet/>
      <dgm:spPr/>
      <dgm:t>
        <a:bodyPr/>
        <a:lstStyle/>
        <a:p>
          <a:endParaRPr lang="en-IN"/>
        </a:p>
      </dgm:t>
    </dgm:pt>
    <dgm:pt modelId="{59DEEAB5-4F86-49C2-A41B-BBD048332DFD}" type="sibTrans" cxnId="{220A846E-8406-4C1F-8402-EB4D9BEA084D}">
      <dgm:prSet/>
      <dgm:spPr/>
      <dgm:t>
        <a:bodyPr/>
        <a:lstStyle/>
        <a:p>
          <a:endParaRPr lang="en-IN"/>
        </a:p>
      </dgm:t>
    </dgm:pt>
    <dgm:pt modelId="{3A5121A7-3509-4DBB-82EB-0927E7550ED0}">
      <dgm:prSet/>
      <dgm:spPr/>
      <dgm:t>
        <a:bodyPr/>
        <a:lstStyle/>
        <a:p>
          <a:r>
            <a:rPr lang="en-US"/>
            <a:t>A quality assurance person will propose a scenario about testing the system or being able to replicate the state of the system leading up to a fault. </a:t>
          </a:r>
          <a:endParaRPr lang="en-US" dirty="0"/>
        </a:p>
      </dgm:t>
    </dgm:pt>
    <dgm:pt modelId="{391438BC-B75B-437F-8B90-81BD09DC0087}" type="parTrans" cxnId="{5C87DA0C-5DD1-4F99-B6E6-0B56F20AE629}">
      <dgm:prSet/>
      <dgm:spPr/>
      <dgm:t>
        <a:bodyPr/>
        <a:lstStyle/>
        <a:p>
          <a:endParaRPr lang="en-IN"/>
        </a:p>
      </dgm:t>
    </dgm:pt>
    <dgm:pt modelId="{571E87C4-8F61-4EDB-8B05-896AB6FFA654}" type="sibTrans" cxnId="{5C87DA0C-5DD1-4F99-B6E6-0B56F20AE629}">
      <dgm:prSet/>
      <dgm:spPr/>
      <dgm:t>
        <a:bodyPr/>
        <a:lstStyle/>
        <a:p>
          <a:endParaRPr lang="en-IN"/>
        </a:p>
      </dgm:t>
    </dgm:pt>
    <dgm:pt modelId="{B68C9D96-F903-4390-A876-DBB73FC9E041}">
      <dgm:prSet/>
      <dgm:spPr/>
      <dgm:t>
        <a:bodyPr/>
        <a:lstStyle/>
        <a:p>
          <a:r>
            <a:rPr lang="en-US"/>
            <a:t>The purpose of scenario brainstorming is to take the pulse of the larger stakeholder community: to understand what system success means for them. </a:t>
          </a:r>
          <a:endParaRPr lang="en-US" dirty="0"/>
        </a:p>
      </dgm:t>
    </dgm:pt>
    <dgm:pt modelId="{2A4B9879-C883-44EC-9EB7-24E4B6C1C55A}" type="parTrans" cxnId="{7CBCC159-9B45-4959-8282-2289A94EBCC7}">
      <dgm:prSet/>
      <dgm:spPr/>
      <dgm:t>
        <a:bodyPr/>
        <a:lstStyle/>
        <a:p>
          <a:endParaRPr lang="en-IN"/>
        </a:p>
      </dgm:t>
    </dgm:pt>
    <dgm:pt modelId="{9D23F8B5-86E8-4E38-916D-34330E9E65C2}" type="sibTrans" cxnId="{7CBCC159-9B45-4959-8282-2289A94EBCC7}">
      <dgm:prSet/>
      <dgm:spPr/>
      <dgm:t>
        <a:bodyPr/>
        <a:lstStyle/>
        <a:p>
          <a:endParaRPr lang="en-IN"/>
        </a:p>
      </dgm:t>
    </dgm:pt>
    <dgm:pt modelId="{CD3FD358-F82B-4122-905D-835BF3131D97}">
      <dgm:prSet/>
      <dgm:spPr/>
      <dgm:t>
        <a:bodyPr/>
        <a:lstStyle/>
        <a:p>
          <a:r>
            <a:rPr lang="en-US"/>
            <a:t>Once the scenarios have been collected, they are prioritized by voting.</a:t>
          </a:r>
          <a:endParaRPr lang="en-US" dirty="0"/>
        </a:p>
      </dgm:t>
    </dgm:pt>
    <dgm:pt modelId="{4CFD53DC-3747-40AB-8EFF-BC1566B62B4E}" type="parTrans" cxnId="{5895F249-79BE-4BA5-8B8E-9E56FF817E40}">
      <dgm:prSet/>
      <dgm:spPr/>
      <dgm:t>
        <a:bodyPr/>
        <a:lstStyle/>
        <a:p>
          <a:endParaRPr lang="en-IN"/>
        </a:p>
      </dgm:t>
    </dgm:pt>
    <dgm:pt modelId="{FB953331-1B2B-4D39-B809-D30367F8C5B4}" type="sibTrans" cxnId="{5895F249-79BE-4BA5-8B8E-9E56FF817E40}">
      <dgm:prSet/>
      <dgm:spPr/>
      <dgm:t>
        <a:bodyPr/>
        <a:lstStyle/>
        <a:p>
          <a:endParaRPr lang="en-IN"/>
        </a:p>
      </dgm:t>
    </dgm:pt>
    <dgm:pt modelId="{F68E885B-04C0-46F4-B796-7798307C7ACE}">
      <dgm:prSet/>
      <dgm:spPr/>
      <dgm:t>
        <a:bodyPr/>
        <a:lstStyle/>
        <a:p>
          <a:r>
            <a:rPr lang="en-US"/>
            <a:t>The list of prioritized scenarios is compared with those from the utility tree exercise. </a:t>
          </a:r>
          <a:endParaRPr lang="en-US" dirty="0"/>
        </a:p>
      </dgm:t>
    </dgm:pt>
    <dgm:pt modelId="{CB5D3AA1-38AD-4DD7-B428-54E941733F9E}" type="parTrans" cxnId="{794AF1A7-DD4C-4028-9B45-DE4E1F7E4804}">
      <dgm:prSet/>
      <dgm:spPr/>
      <dgm:t>
        <a:bodyPr/>
        <a:lstStyle/>
        <a:p>
          <a:endParaRPr lang="en-IN"/>
        </a:p>
      </dgm:t>
    </dgm:pt>
    <dgm:pt modelId="{5DD81936-77F2-48E1-8719-EAA529439A29}" type="sibTrans" cxnId="{794AF1A7-DD4C-4028-9B45-DE4E1F7E4804}">
      <dgm:prSet/>
      <dgm:spPr/>
      <dgm:t>
        <a:bodyPr/>
        <a:lstStyle/>
        <a:p>
          <a:endParaRPr lang="en-IN"/>
        </a:p>
      </dgm:t>
    </dgm:pt>
    <dgm:pt modelId="{4B2C75AE-BC35-47B5-B3B6-EA1CE75662A4}">
      <dgm:prSet/>
      <dgm:spPr/>
      <dgm:t>
        <a:bodyPr/>
        <a:lstStyle/>
        <a:p>
          <a:r>
            <a:rPr lang="en-US"/>
            <a:t>If they agree, it indicates good alignment between what the architect had in mind and what the stakeholders actually wanted. </a:t>
          </a:r>
          <a:endParaRPr lang="en-US" dirty="0"/>
        </a:p>
      </dgm:t>
    </dgm:pt>
    <dgm:pt modelId="{D417D300-5099-4ED9-92F1-D43A957C9574}" type="parTrans" cxnId="{A78D49A5-7835-4AD4-802B-4FA52FA9DE99}">
      <dgm:prSet/>
      <dgm:spPr/>
      <dgm:t>
        <a:bodyPr/>
        <a:lstStyle/>
        <a:p>
          <a:endParaRPr lang="en-IN"/>
        </a:p>
      </dgm:t>
    </dgm:pt>
    <dgm:pt modelId="{0DBFB9D3-1CE8-4323-87AF-4CE5EBE412A7}" type="sibTrans" cxnId="{A78D49A5-7835-4AD4-802B-4FA52FA9DE99}">
      <dgm:prSet/>
      <dgm:spPr/>
      <dgm:t>
        <a:bodyPr/>
        <a:lstStyle/>
        <a:p>
          <a:endParaRPr lang="en-IN"/>
        </a:p>
      </dgm:t>
    </dgm:pt>
    <dgm:pt modelId="{0396B24D-EB88-49AB-B7FF-FEA4BB9F5DF3}">
      <dgm:prSet/>
      <dgm:spPr/>
      <dgm:t>
        <a:bodyPr/>
        <a:lstStyle/>
        <a:p>
          <a:r>
            <a:rPr lang="en-US" dirty="0"/>
            <a:t>If additional driving scenarios are discovered—and they usually are—this may itself be a risk, if the discrepancy is large. This would indicate that there was some disagreement in the system’s important goals between the stakeholders and the architect. </a:t>
          </a:r>
        </a:p>
      </dgm:t>
    </dgm:pt>
    <dgm:pt modelId="{887BD3D1-E6F4-4342-B86E-55AECA09DB16}" type="parTrans" cxnId="{76D720B9-7964-4179-AD32-3D71C880F7F5}">
      <dgm:prSet/>
      <dgm:spPr/>
      <dgm:t>
        <a:bodyPr/>
        <a:lstStyle/>
        <a:p>
          <a:endParaRPr lang="en-IN"/>
        </a:p>
      </dgm:t>
    </dgm:pt>
    <dgm:pt modelId="{7C8FD59E-93D2-40F8-9CCB-CC1AA9936976}" type="sibTrans" cxnId="{76D720B9-7964-4179-AD32-3D71C880F7F5}">
      <dgm:prSet/>
      <dgm:spPr/>
      <dgm:t>
        <a:bodyPr/>
        <a:lstStyle/>
        <a:p>
          <a:endParaRPr lang="en-IN"/>
        </a:p>
      </dgm:t>
    </dgm:pt>
    <dgm:pt modelId="{62D42D80-CAD3-4B23-B6D7-DFD130B5E84B}" type="pres">
      <dgm:prSet presAssocID="{D44FDCB2-AA94-41A3-B476-223DF78F076F}" presName="linear" presStyleCnt="0">
        <dgm:presLayoutVars>
          <dgm:animLvl val="lvl"/>
          <dgm:resizeHandles val="exact"/>
        </dgm:presLayoutVars>
      </dgm:prSet>
      <dgm:spPr/>
    </dgm:pt>
    <dgm:pt modelId="{BB1AD52C-E695-449E-A5DC-3A33DEAC1F56}" type="pres">
      <dgm:prSet presAssocID="{3F989189-90D9-4C4B-980C-F5DE039A7358}" presName="parentText" presStyleLbl="node1" presStyleIdx="0" presStyleCnt="4">
        <dgm:presLayoutVars>
          <dgm:chMax val="0"/>
          <dgm:bulletEnabled val="1"/>
        </dgm:presLayoutVars>
      </dgm:prSet>
      <dgm:spPr/>
    </dgm:pt>
    <dgm:pt modelId="{0E748571-2E4B-4A29-9F06-E4EC7ECE93BD}" type="pres">
      <dgm:prSet presAssocID="{3F989189-90D9-4C4B-980C-F5DE039A7358}" presName="childText" presStyleLbl="revTx" presStyleIdx="0" presStyleCnt="2">
        <dgm:presLayoutVars>
          <dgm:bulletEnabled val="1"/>
        </dgm:presLayoutVars>
      </dgm:prSet>
      <dgm:spPr/>
    </dgm:pt>
    <dgm:pt modelId="{30514546-C30E-49B7-AF26-8B6BFEE0F0AD}" type="pres">
      <dgm:prSet presAssocID="{B68C9D96-F903-4390-A876-DBB73FC9E041}" presName="parentText" presStyleLbl="node1" presStyleIdx="1" presStyleCnt="4">
        <dgm:presLayoutVars>
          <dgm:chMax val="0"/>
          <dgm:bulletEnabled val="1"/>
        </dgm:presLayoutVars>
      </dgm:prSet>
      <dgm:spPr/>
    </dgm:pt>
    <dgm:pt modelId="{332BF3B9-F77E-482D-BA82-B975EB30E0EA}" type="pres">
      <dgm:prSet presAssocID="{9D23F8B5-86E8-4E38-916D-34330E9E65C2}" presName="spacer" presStyleCnt="0"/>
      <dgm:spPr/>
    </dgm:pt>
    <dgm:pt modelId="{23D0795D-F49A-41A4-A3EC-A4C1D0986284}" type="pres">
      <dgm:prSet presAssocID="{CD3FD358-F82B-4122-905D-835BF3131D97}" presName="parentText" presStyleLbl="node1" presStyleIdx="2" presStyleCnt="4">
        <dgm:presLayoutVars>
          <dgm:chMax val="0"/>
          <dgm:bulletEnabled val="1"/>
        </dgm:presLayoutVars>
      </dgm:prSet>
      <dgm:spPr/>
    </dgm:pt>
    <dgm:pt modelId="{633C6643-6112-415C-8EB6-7610509856A3}" type="pres">
      <dgm:prSet presAssocID="{FB953331-1B2B-4D39-B809-D30367F8C5B4}" presName="spacer" presStyleCnt="0"/>
      <dgm:spPr/>
    </dgm:pt>
    <dgm:pt modelId="{D299CC9C-8D9B-4DBF-BEB5-155B91F1E6ED}" type="pres">
      <dgm:prSet presAssocID="{F68E885B-04C0-46F4-B796-7798307C7ACE}" presName="parentText" presStyleLbl="node1" presStyleIdx="3" presStyleCnt="4">
        <dgm:presLayoutVars>
          <dgm:chMax val="0"/>
          <dgm:bulletEnabled val="1"/>
        </dgm:presLayoutVars>
      </dgm:prSet>
      <dgm:spPr/>
    </dgm:pt>
    <dgm:pt modelId="{A3855460-E7F1-4A27-88CC-A988B1FDB617}" type="pres">
      <dgm:prSet presAssocID="{F68E885B-04C0-46F4-B796-7798307C7ACE}" presName="childText" presStyleLbl="revTx" presStyleIdx="1" presStyleCnt="2">
        <dgm:presLayoutVars>
          <dgm:bulletEnabled val="1"/>
        </dgm:presLayoutVars>
      </dgm:prSet>
      <dgm:spPr/>
    </dgm:pt>
  </dgm:ptLst>
  <dgm:cxnLst>
    <dgm:cxn modelId="{5C87DA0C-5DD1-4F99-B6E6-0B56F20AE629}" srcId="{3F989189-90D9-4C4B-980C-F5DE039A7358}" destId="{3A5121A7-3509-4DBB-82EB-0927E7550ED0}" srcOrd="2" destOrd="0" parTransId="{391438BC-B75B-437F-8B90-81BD09DC0087}" sibTransId="{571E87C4-8F61-4EDB-8B05-896AB6FFA654}"/>
    <dgm:cxn modelId="{CBF7A714-191E-4E82-B8A0-359BAF23FDC1}" type="presOf" srcId="{06C3EF6F-A667-49D3-9313-BEB083F97373}" destId="{0E748571-2E4B-4A29-9F06-E4EC7ECE93BD}" srcOrd="0" destOrd="0" presId="urn:microsoft.com/office/officeart/2005/8/layout/vList2"/>
    <dgm:cxn modelId="{65023D3F-DCA9-45EF-8EE8-75815C9B005D}" type="presOf" srcId="{3A5121A7-3509-4DBB-82EB-0927E7550ED0}" destId="{0E748571-2E4B-4A29-9F06-E4EC7ECE93BD}" srcOrd="0" destOrd="2" presId="urn:microsoft.com/office/officeart/2005/8/layout/vList2"/>
    <dgm:cxn modelId="{CE956C5C-CDE0-4EE3-A810-57F7C64A36A9}" srcId="{3F989189-90D9-4C4B-980C-F5DE039A7358}" destId="{06C3EF6F-A667-49D3-9313-BEB083F97373}" srcOrd="0" destOrd="0" parTransId="{0E011F75-8011-44E7-8224-18344FCFF9A9}" sibTransId="{EBF19D91-B157-472A-AA3C-6A9216EDBFB2}"/>
    <dgm:cxn modelId="{55F30462-CAB7-48CF-ACAA-6F2CF94D7D95}" type="presOf" srcId="{1822627A-0163-4445-BBA7-25B4C0F1790F}" destId="{0E748571-2E4B-4A29-9F06-E4EC7ECE93BD}" srcOrd="0" destOrd="1" presId="urn:microsoft.com/office/officeart/2005/8/layout/vList2"/>
    <dgm:cxn modelId="{82F7D463-9130-42C2-9F49-2B3CF7BEE703}" srcId="{D44FDCB2-AA94-41A3-B476-223DF78F076F}" destId="{3F989189-90D9-4C4B-980C-F5DE039A7358}" srcOrd="0" destOrd="0" parTransId="{BBD07C01-4F37-4CF9-88D2-FD5C305353D9}" sibTransId="{824705D7-5CC8-46F9-8AC9-D608104F7518}"/>
    <dgm:cxn modelId="{6C7FB845-1701-404E-B329-2980D49982A9}" type="presOf" srcId="{D44FDCB2-AA94-41A3-B476-223DF78F076F}" destId="{62D42D80-CAD3-4B23-B6D7-DFD130B5E84B}" srcOrd="0" destOrd="0" presId="urn:microsoft.com/office/officeart/2005/8/layout/vList2"/>
    <dgm:cxn modelId="{5895F249-79BE-4BA5-8B8E-9E56FF817E40}" srcId="{D44FDCB2-AA94-41A3-B476-223DF78F076F}" destId="{CD3FD358-F82B-4122-905D-835BF3131D97}" srcOrd="2" destOrd="0" parTransId="{4CFD53DC-3747-40AB-8EFF-BC1566B62B4E}" sibTransId="{FB953331-1B2B-4D39-B809-D30367F8C5B4}"/>
    <dgm:cxn modelId="{220A846E-8406-4C1F-8402-EB4D9BEA084D}" srcId="{3F989189-90D9-4C4B-980C-F5DE039A7358}" destId="{1822627A-0163-4445-BBA7-25B4C0F1790F}" srcOrd="1" destOrd="0" parTransId="{9DF29962-B2A6-4FD7-BC2C-ABDC42799889}" sibTransId="{59DEEAB5-4F86-49C2-A41B-BBD048332DFD}"/>
    <dgm:cxn modelId="{7CBCC159-9B45-4959-8282-2289A94EBCC7}" srcId="{D44FDCB2-AA94-41A3-B476-223DF78F076F}" destId="{B68C9D96-F903-4390-A876-DBB73FC9E041}" srcOrd="1" destOrd="0" parTransId="{2A4B9879-C883-44EC-9EB7-24E4B6C1C55A}" sibTransId="{9D23F8B5-86E8-4E38-916D-34330E9E65C2}"/>
    <dgm:cxn modelId="{266E837D-B6B1-41E2-A497-5D9B0CD0E470}" type="presOf" srcId="{4B2C75AE-BC35-47B5-B3B6-EA1CE75662A4}" destId="{A3855460-E7F1-4A27-88CC-A988B1FDB617}" srcOrd="0" destOrd="0" presId="urn:microsoft.com/office/officeart/2005/8/layout/vList2"/>
    <dgm:cxn modelId="{891F6E83-E77D-47D3-82C3-355D58115810}" type="presOf" srcId="{0396B24D-EB88-49AB-B7FF-FEA4BB9F5DF3}" destId="{A3855460-E7F1-4A27-88CC-A988B1FDB617}" srcOrd="0" destOrd="1" presId="urn:microsoft.com/office/officeart/2005/8/layout/vList2"/>
    <dgm:cxn modelId="{E8E67187-AB1C-4E6C-90B5-23BC74100B03}" type="presOf" srcId="{B68C9D96-F903-4390-A876-DBB73FC9E041}" destId="{30514546-C30E-49B7-AF26-8B6BFEE0F0AD}" srcOrd="0" destOrd="0" presId="urn:microsoft.com/office/officeart/2005/8/layout/vList2"/>
    <dgm:cxn modelId="{004BEC99-8D02-4216-8809-5DA483A17D16}" type="presOf" srcId="{CD3FD358-F82B-4122-905D-835BF3131D97}" destId="{23D0795D-F49A-41A4-A3EC-A4C1D0986284}" srcOrd="0" destOrd="0" presId="urn:microsoft.com/office/officeart/2005/8/layout/vList2"/>
    <dgm:cxn modelId="{A78D49A5-7835-4AD4-802B-4FA52FA9DE99}" srcId="{F68E885B-04C0-46F4-B796-7798307C7ACE}" destId="{4B2C75AE-BC35-47B5-B3B6-EA1CE75662A4}" srcOrd="0" destOrd="0" parTransId="{D417D300-5099-4ED9-92F1-D43A957C9574}" sibTransId="{0DBFB9D3-1CE8-4323-87AF-4CE5EBE412A7}"/>
    <dgm:cxn modelId="{794AF1A7-DD4C-4028-9B45-DE4E1F7E4804}" srcId="{D44FDCB2-AA94-41A3-B476-223DF78F076F}" destId="{F68E885B-04C0-46F4-B796-7798307C7ACE}" srcOrd="3" destOrd="0" parTransId="{CB5D3AA1-38AD-4DD7-B428-54E941733F9E}" sibTransId="{5DD81936-77F2-48E1-8719-EAA529439A29}"/>
    <dgm:cxn modelId="{08C4C3B8-7DAF-4674-BDFA-C237D26A4B00}" type="presOf" srcId="{3F989189-90D9-4C4B-980C-F5DE039A7358}" destId="{BB1AD52C-E695-449E-A5DC-3A33DEAC1F56}" srcOrd="0" destOrd="0" presId="urn:microsoft.com/office/officeart/2005/8/layout/vList2"/>
    <dgm:cxn modelId="{76D720B9-7964-4179-AD32-3D71C880F7F5}" srcId="{F68E885B-04C0-46F4-B796-7798307C7ACE}" destId="{0396B24D-EB88-49AB-B7FF-FEA4BB9F5DF3}" srcOrd="1" destOrd="0" parTransId="{887BD3D1-E6F4-4342-B86E-55AECA09DB16}" sibTransId="{7C8FD59E-93D2-40F8-9CCB-CC1AA9936976}"/>
    <dgm:cxn modelId="{EC13B3E9-14FE-4BA3-99A8-4CC845591B64}" type="presOf" srcId="{F68E885B-04C0-46F4-B796-7798307C7ACE}" destId="{D299CC9C-8D9B-4DBF-BEB5-155B91F1E6ED}" srcOrd="0" destOrd="0" presId="urn:microsoft.com/office/officeart/2005/8/layout/vList2"/>
    <dgm:cxn modelId="{FE230652-87B1-40CB-A4F4-6E517F665786}" type="presParOf" srcId="{62D42D80-CAD3-4B23-B6D7-DFD130B5E84B}" destId="{BB1AD52C-E695-449E-A5DC-3A33DEAC1F56}" srcOrd="0" destOrd="0" presId="urn:microsoft.com/office/officeart/2005/8/layout/vList2"/>
    <dgm:cxn modelId="{BAE89E97-37A0-4F81-A3D6-2C2E70DF7ACD}" type="presParOf" srcId="{62D42D80-CAD3-4B23-B6D7-DFD130B5E84B}" destId="{0E748571-2E4B-4A29-9F06-E4EC7ECE93BD}" srcOrd="1" destOrd="0" presId="urn:microsoft.com/office/officeart/2005/8/layout/vList2"/>
    <dgm:cxn modelId="{46F90A30-C418-42B8-A22D-DC674A82961B}" type="presParOf" srcId="{62D42D80-CAD3-4B23-B6D7-DFD130B5E84B}" destId="{30514546-C30E-49B7-AF26-8B6BFEE0F0AD}" srcOrd="2" destOrd="0" presId="urn:microsoft.com/office/officeart/2005/8/layout/vList2"/>
    <dgm:cxn modelId="{E4387A4A-E574-4E35-8ACD-A3076173D2C6}" type="presParOf" srcId="{62D42D80-CAD3-4B23-B6D7-DFD130B5E84B}" destId="{332BF3B9-F77E-482D-BA82-B975EB30E0EA}" srcOrd="3" destOrd="0" presId="urn:microsoft.com/office/officeart/2005/8/layout/vList2"/>
    <dgm:cxn modelId="{BE4A5F1F-D71D-49C7-A1F3-2BA83844DD77}" type="presParOf" srcId="{62D42D80-CAD3-4B23-B6D7-DFD130B5E84B}" destId="{23D0795D-F49A-41A4-A3EC-A4C1D0986284}" srcOrd="4" destOrd="0" presId="urn:microsoft.com/office/officeart/2005/8/layout/vList2"/>
    <dgm:cxn modelId="{127C545A-F883-400E-9B7C-413184E3F161}" type="presParOf" srcId="{62D42D80-CAD3-4B23-B6D7-DFD130B5E84B}" destId="{633C6643-6112-415C-8EB6-7610509856A3}" srcOrd="5" destOrd="0" presId="urn:microsoft.com/office/officeart/2005/8/layout/vList2"/>
    <dgm:cxn modelId="{EAFB5EDF-4D04-478A-A0CD-C667448B85AD}" type="presParOf" srcId="{62D42D80-CAD3-4B23-B6D7-DFD130B5E84B}" destId="{D299CC9C-8D9B-4DBF-BEB5-155B91F1E6ED}" srcOrd="6" destOrd="0" presId="urn:microsoft.com/office/officeart/2005/8/layout/vList2"/>
    <dgm:cxn modelId="{7F4EBDBB-0CE8-4065-A72A-38D42B5A1E1C}" type="presParOf" srcId="{62D42D80-CAD3-4B23-B6D7-DFD130B5E84B}" destId="{A3855460-E7F1-4A27-88CC-A988B1FDB617}"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6FBE6DE9-E612-412C-8080-5311350FE313}" type="doc">
      <dgm:prSet loTypeId="urn:microsoft.com/office/officeart/2005/8/layout/vList2" loCatId="list" qsTypeId="urn:microsoft.com/office/officeart/2005/8/quickstyle/simple1#20" qsCatId="simple" csTypeId="urn:microsoft.com/office/officeart/2005/8/colors/accent1_2#20" csCatId="accent1" phldr="1"/>
      <dgm:spPr/>
      <dgm:t>
        <a:bodyPr/>
        <a:lstStyle/>
        <a:p>
          <a:endParaRPr lang="en-IN"/>
        </a:p>
      </dgm:t>
    </dgm:pt>
    <dgm:pt modelId="{BCDC6D58-7DD0-4807-9C58-779F291D2E0B}">
      <dgm:prSet phldrT="[Text]"/>
      <dgm:spPr/>
      <dgm:t>
        <a:bodyPr/>
        <a:lstStyle/>
        <a:p>
          <a:r>
            <a:rPr lang="en-US"/>
            <a:t>In this step the evaluation team performs the same activities as in step 6, using the highest-ranked, newly generated scenarios. </a:t>
          </a:r>
          <a:endParaRPr lang="en-IN"/>
        </a:p>
      </dgm:t>
    </dgm:pt>
    <dgm:pt modelId="{F48FF90D-AB47-4EDD-97AB-E7938C86EEFE}" type="parTrans" cxnId="{C41BCEC3-A96A-4185-902A-92AF57B6642B}">
      <dgm:prSet/>
      <dgm:spPr/>
      <dgm:t>
        <a:bodyPr/>
        <a:lstStyle/>
        <a:p>
          <a:endParaRPr lang="en-IN"/>
        </a:p>
      </dgm:t>
    </dgm:pt>
    <dgm:pt modelId="{440D482C-A699-44AE-8533-D60B44025887}" type="sibTrans" cxnId="{C41BCEC3-A96A-4185-902A-92AF57B6642B}">
      <dgm:prSet/>
      <dgm:spPr/>
      <dgm:t>
        <a:bodyPr/>
        <a:lstStyle/>
        <a:p>
          <a:endParaRPr lang="en-IN"/>
        </a:p>
      </dgm:t>
    </dgm:pt>
    <dgm:pt modelId="{EA86D3F7-68D8-4E72-AAD4-285B4CC4E77F}">
      <dgm:prSet/>
      <dgm:spPr/>
      <dgm:t>
        <a:bodyPr/>
        <a:lstStyle/>
        <a:p>
          <a:r>
            <a:rPr lang="en-US"/>
            <a:t>The evaluation team guides the architect in the process of carrying out the highest ranked new scenarios. </a:t>
          </a:r>
          <a:endParaRPr lang="en-US" dirty="0"/>
        </a:p>
      </dgm:t>
    </dgm:pt>
    <dgm:pt modelId="{39863DF1-DEA9-4498-BDA3-AF36818741DB}" type="parTrans" cxnId="{44DD5018-2FEC-4F73-898F-6B7397FC05D7}">
      <dgm:prSet/>
      <dgm:spPr/>
      <dgm:t>
        <a:bodyPr/>
        <a:lstStyle/>
        <a:p>
          <a:endParaRPr lang="en-IN"/>
        </a:p>
      </dgm:t>
    </dgm:pt>
    <dgm:pt modelId="{4F63F6FC-9E00-4EE0-9364-ACD383D44CE5}" type="sibTrans" cxnId="{44DD5018-2FEC-4F73-898F-6B7397FC05D7}">
      <dgm:prSet/>
      <dgm:spPr/>
      <dgm:t>
        <a:bodyPr/>
        <a:lstStyle/>
        <a:p>
          <a:endParaRPr lang="en-IN"/>
        </a:p>
      </dgm:t>
    </dgm:pt>
    <dgm:pt modelId="{5B51F2E4-A605-45C3-AD1B-3C105AE354D4}">
      <dgm:prSet/>
      <dgm:spPr/>
      <dgm:t>
        <a:bodyPr/>
        <a:lstStyle/>
        <a:p>
          <a:r>
            <a:rPr lang="en-US" dirty="0"/>
            <a:t>The architect explains how relevant architectural decisions contribute to realizing each one. </a:t>
          </a:r>
        </a:p>
      </dgm:t>
    </dgm:pt>
    <dgm:pt modelId="{20556564-519F-475A-9377-2DB37AA12457}" type="parTrans" cxnId="{FEEED27B-96C9-4074-BD63-F136EE050B72}">
      <dgm:prSet/>
      <dgm:spPr/>
      <dgm:t>
        <a:bodyPr/>
        <a:lstStyle/>
        <a:p>
          <a:endParaRPr lang="en-IN"/>
        </a:p>
      </dgm:t>
    </dgm:pt>
    <dgm:pt modelId="{5A668098-CC86-4499-BC97-6500D0937114}" type="sibTrans" cxnId="{FEEED27B-96C9-4074-BD63-F136EE050B72}">
      <dgm:prSet/>
      <dgm:spPr/>
      <dgm:t>
        <a:bodyPr/>
        <a:lstStyle/>
        <a:p>
          <a:endParaRPr lang="en-IN"/>
        </a:p>
      </dgm:t>
    </dgm:pt>
    <dgm:pt modelId="{58426FE0-69FA-470D-B8FE-9C13A4928BCC}">
      <dgm:prSet/>
      <dgm:spPr/>
      <dgm:t>
        <a:bodyPr/>
        <a:lstStyle/>
        <a:p>
          <a:r>
            <a:rPr lang="en-US" dirty="0"/>
            <a:t>This step might cover the top 5-10 scenarios, as time permits.</a:t>
          </a:r>
        </a:p>
      </dgm:t>
    </dgm:pt>
    <dgm:pt modelId="{C565ED52-A1A3-43D4-84C0-FEA7CB3B8222}" type="parTrans" cxnId="{D6120CC3-F744-4DF2-B2ED-A0A98991294D}">
      <dgm:prSet/>
      <dgm:spPr/>
      <dgm:t>
        <a:bodyPr/>
        <a:lstStyle/>
        <a:p>
          <a:endParaRPr lang="en-IN"/>
        </a:p>
      </dgm:t>
    </dgm:pt>
    <dgm:pt modelId="{16431EAF-03C2-4C5D-B68B-8F1F8C6DC62D}" type="sibTrans" cxnId="{D6120CC3-F744-4DF2-B2ED-A0A98991294D}">
      <dgm:prSet/>
      <dgm:spPr/>
      <dgm:t>
        <a:bodyPr/>
        <a:lstStyle/>
        <a:p>
          <a:endParaRPr lang="en-IN"/>
        </a:p>
      </dgm:t>
    </dgm:pt>
    <dgm:pt modelId="{4C148D03-511C-4787-AAEF-3069AC6C956B}" type="pres">
      <dgm:prSet presAssocID="{6FBE6DE9-E612-412C-8080-5311350FE313}" presName="linear" presStyleCnt="0">
        <dgm:presLayoutVars>
          <dgm:animLvl val="lvl"/>
          <dgm:resizeHandles val="exact"/>
        </dgm:presLayoutVars>
      </dgm:prSet>
      <dgm:spPr/>
    </dgm:pt>
    <dgm:pt modelId="{1D196AC7-B212-4A59-8967-642F4A1CDC95}" type="pres">
      <dgm:prSet presAssocID="{BCDC6D58-7DD0-4807-9C58-779F291D2E0B}" presName="parentText" presStyleLbl="node1" presStyleIdx="0" presStyleCnt="4">
        <dgm:presLayoutVars>
          <dgm:chMax val="0"/>
          <dgm:bulletEnabled val="1"/>
        </dgm:presLayoutVars>
      </dgm:prSet>
      <dgm:spPr/>
    </dgm:pt>
    <dgm:pt modelId="{EEBA063C-6E8D-4160-BD4F-3DAB45F61B6F}" type="pres">
      <dgm:prSet presAssocID="{440D482C-A699-44AE-8533-D60B44025887}" presName="spacer" presStyleCnt="0"/>
      <dgm:spPr/>
    </dgm:pt>
    <dgm:pt modelId="{AF436BA7-2AB1-4470-9FE4-39270000A8C9}" type="pres">
      <dgm:prSet presAssocID="{EA86D3F7-68D8-4E72-AAD4-285B4CC4E77F}" presName="parentText" presStyleLbl="node1" presStyleIdx="1" presStyleCnt="4">
        <dgm:presLayoutVars>
          <dgm:chMax val="0"/>
          <dgm:bulletEnabled val="1"/>
        </dgm:presLayoutVars>
      </dgm:prSet>
      <dgm:spPr/>
    </dgm:pt>
    <dgm:pt modelId="{3553F740-7302-4FEC-85A0-76197D9B1D79}" type="pres">
      <dgm:prSet presAssocID="{4F63F6FC-9E00-4EE0-9364-ACD383D44CE5}" presName="spacer" presStyleCnt="0"/>
      <dgm:spPr/>
    </dgm:pt>
    <dgm:pt modelId="{A70C50A6-4146-4BDA-B951-032030DEB67E}" type="pres">
      <dgm:prSet presAssocID="{5B51F2E4-A605-45C3-AD1B-3C105AE354D4}" presName="parentText" presStyleLbl="node1" presStyleIdx="2" presStyleCnt="4">
        <dgm:presLayoutVars>
          <dgm:chMax val="0"/>
          <dgm:bulletEnabled val="1"/>
        </dgm:presLayoutVars>
      </dgm:prSet>
      <dgm:spPr/>
    </dgm:pt>
    <dgm:pt modelId="{BFFCD163-1AE4-4BE4-99DE-85F97E3B21C0}" type="pres">
      <dgm:prSet presAssocID="{5A668098-CC86-4499-BC97-6500D0937114}" presName="spacer" presStyleCnt="0"/>
      <dgm:spPr/>
    </dgm:pt>
    <dgm:pt modelId="{775C8B34-86D9-4396-A346-5A274C63E323}" type="pres">
      <dgm:prSet presAssocID="{58426FE0-69FA-470D-B8FE-9C13A4928BCC}" presName="parentText" presStyleLbl="node1" presStyleIdx="3" presStyleCnt="4">
        <dgm:presLayoutVars>
          <dgm:chMax val="0"/>
          <dgm:bulletEnabled val="1"/>
        </dgm:presLayoutVars>
      </dgm:prSet>
      <dgm:spPr/>
    </dgm:pt>
  </dgm:ptLst>
  <dgm:cxnLst>
    <dgm:cxn modelId="{44DD5018-2FEC-4F73-898F-6B7397FC05D7}" srcId="{6FBE6DE9-E612-412C-8080-5311350FE313}" destId="{EA86D3F7-68D8-4E72-AAD4-285B4CC4E77F}" srcOrd="1" destOrd="0" parTransId="{39863DF1-DEA9-4498-BDA3-AF36818741DB}" sibTransId="{4F63F6FC-9E00-4EE0-9364-ACD383D44CE5}"/>
    <dgm:cxn modelId="{A06A0842-FC79-48D4-BEE1-E03FA1108116}" type="presOf" srcId="{5B51F2E4-A605-45C3-AD1B-3C105AE354D4}" destId="{A70C50A6-4146-4BDA-B951-032030DEB67E}" srcOrd="0" destOrd="0" presId="urn:microsoft.com/office/officeart/2005/8/layout/vList2"/>
    <dgm:cxn modelId="{FEEED27B-96C9-4074-BD63-F136EE050B72}" srcId="{6FBE6DE9-E612-412C-8080-5311350FE313}" destId="{5B51F2E4-A605-45C3-AD1B-3C105AE354D4}" srcOrd="2" destOrd="0" parTransId="{20556564-519F-475A-9377-2DB37AA12457}" sibTransId="{5A668098-CC86-4499-BC97-6500D0937114}"/>
    <dgm:cxn modelId="{D6120CC3-F744-4DF2-B2ED-A0A98991294D}" srcId="{6FBE6DE9-E612-412C-8080-5311350FE313}" destId="{58426FE0-69FA-470D-B8FE-9C13A4928BCC}" srcOrd="3" destOrd="0" parTransId="{C565ED52-A1A3-43D4-84C0-FEA7CB3B8222}" sibTransId="{16431EAF-03C2-4C5D-B68B-8F1F8C6DC62D}"/>
    <dgm:cxn modelId="{C41BCEC3-A96A-4185-902A-92AF57B6642B}" srcId="{6FBE6DE9-E612-412C-8080-5311350FE313}" destId="{BCDC6D58-7DD0-4807-9C58-779F291D2E0B}" srcOrd="0" destOrd="0" parTransId="{F48FF90D-AB47-4EDD-97AB-E7938C86EEFE}" sibTransId="{440D482C-A699-44AE-8533-D60B44025887}"/>
    <dgm:cxn modelId="{82286ED1-1112-4E81-AEB4-169013873BA0}" type="presOf" srcId="{EA86D3F7-68D8-4E72-AAD4-285B4CC4E77F}" destId="{AF436BA7-2AB1-4470-9FE4-39270000A8C9}" srcOrd="0" destOrd="0" presId="urn:microsoft.com/office/officeart/2005/8/layout/vList2"/>
    <dgm:cxn modelId="{5384A9E8-C307-4682-9B51-D00FB875233C}" type="presOf" srcId="{BCDC6D58-7DD0-4807-9C58-779F291D2E0B}" destId="{1D196AC7-B212-4A59-8967-642F4A1CDC95}" srcOrd="0" destOrd="0" presId="urn:microsoft.com/office/officeart/2005/8/layout/vList2"/>
    <dgm:cxn modelId="{14D854E9-065D-4B55-A37E-1FB3A66BDC3C}" type="presOf" srcId="{58426FE0-69FA-470D-B8FE-9C13A4928BCC}" destId="{775C8B34-86D9-4396-A346-5A274C63E323}" srcOrd="0" destOrd="0" presId="urn:microsoft.com/office/officeart/2005/8/layout/vList2"/>
    <dgm:cxn modelId="{06673CF9-FE77-4905-B5D7-D17E52664F27}" type="presOf" srcId="{6FBE6DE9-E612-412C-8080-5311350FE313}" destId="{4C148D03-511C-4787-AAEF-3069AC6C956B}" srcOrd="0" destOrd="0" presId="urn:microsoft.com/office/officeart/2005/8/layout/vList2"/>
    <dgm:cxn modelId="{BBFFA416-977A-473F-BC2F-C9407207E05C}" type="presParOf" srcId="{4C148D03-511C-4787-AAEF-3069AC6C956B}" destId="{1D196AC7-B212-4A59-8967-642F4A1CDC95}" srcOrd="0" destOrd="0" presId="urn:microsoft.com/office/officeart/2005/8/layout/vList2"/>
    <dgm:cxn modelId="{E3398390-92C1-493C-A851-D62E1FD82ABC}" type="presParOf" srcId="{4C148D03-511C-4787-AAEF-3069AC6C956B}" destId="{EEBA063C-6E8D-4160-BD4F-3DAB45F61B6F}" srcOrd="1" destOrd="0" presId="urn:microsoft.com/office/officeart/2005/8/layout/vList2"/>
    <dgm:cxn modelId="{8DE9D1BB-541E-40D6-B9F7-268420F7C7D6}" type="presParOf" srcId="{4C148D03-511C-4787-AAEF-3069AC6C956B}" destId="{AF436BA7-2AB1-4470-9FE4-39270000A8C9}" srcOrd="2" destOrd="0" presId="urn:microsoft.com/office/officeart/2005/8/layout/vList2"/>
    <dgm:cxn modelId="{20307256-71BC-4466-90D4-389C40CF04DD}" type="presParOf" srcId="{4C148D03-511C-4787-AAEF-3069AC6C956B}" destId="{3553F740-7302-4FEC-85A0-76197D9B1D79}" srcOrd="3" destOrd="0" presId="urn:microsoft.com/office/officeart/2005/8/layout/vList2"/>
    <dgm:cxn modelId="{D0A361BF-BF9A-4BDE-8C1D-1B59BBF33C55}" type="presParOf" srcId="{4C148D03-511C-4787-AAEF-3069AC6C956B}" destId="{A70C50A6-4146-4BDA-B951-032030DEB67E}" srcOrd="4" destOrd="0" presId="urn:microsoft.com/office/officeart/2005/8/layout/vList2"/>
    <dgm:cxn modelId="{E0AAE73B-DF1C-448E-B1BF-D495DF7A23B8}" type="presParOf" srcId="{4C148D03-511C-4787-AAEF-3069AC6C956B}" destId="{BFFCD163-1AE4-4BE4-99DE-85F97E3B21C0}" srcOrd="5" destOrd="0" presId="urn:microsoft.com/office/officeart/2005/8/layout/vList2"/>
    <dgm:cxn modelId="{87287039-EF4A-472E-9D15-6784BC6ECBB8}" type="presParOf" srcId="{4C148D03-511C-4787-AAEF-3069AC6C956B}" destId="{775C8B34-86D9-4396-A346-5A274C63E323}"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093C3902-F1D0-4FD3-A609-BDC948DF60CA}" type="doc">
      <dgm:prSet loTypeId="urn:microsoft.com/office/officeart/2005/8/layout/vList2" loCatId="list" qsTypeId="urn:microsoft.com/office/officeart/2005/8/quickstyle/simple1#21" qsCatId="simple" csTypeId="urn:microsoft.com/office/officeart/2005/8/colors/accent1_2#21" csCatId="accent1" phldr="1"/>
      <dgm:spPr/>
      <dgm:t>
        <a:bodyPr/>
        <a:lstStyle/>
        <a:p>
          <a:endParaRPr lang="en-IN"/>
        </a:p>
      </dgm:t>
    </dgm:pt>
    <dgm:pt modelId="{35687E9D-E1CF-4852-82BC-FC26F79E4632}">
      <dgm:prSet phldrT="[Text]"/>
      <dgm:spPr/>
      <dgm:t>
        <a:bodyPr/>
        <a:lstStyle/>
        <a:p>
          <a:r>
            <a:rPr lang="en-US"/>
            <a:t>The evaluation team confers privately to group risks into risk themes, based on some common underlying concern or systemic deficiency. </a:t>
          </a:r>
          <a:endParaRPr lang="en-IN"/>
        </a:p>
      </dgm:t>
    </dgm:pt>
    <dgm:pt modelId="{F0D6AD2C-3848-4FA2-98E5-B73B8E620C94}" type="parTrans" cxnId="{2D0AD84B-B822-415D-AF90-355E42A01427}">
      <dgm:prSet/>
      <dgm:spPr/>
      <dgm:t>
        <a:bodyPr/>
        <a:lstStyle/>
        <a:p>
          <a:endParaRPr lang="en-IN"/>
        </a:p>
      </dgm:t>
    </dgm:pt>
    <dgm:pt modelId="{D3B021EE-792B-4DEA-9882-4056DE8801DD}" type="sibTrans" cxnId="{2D0AD84B-B822-415D-AF90-355E42A01427}">
      <dgm:prSet/>
      <dgm:spPr/>
      <dgm:t>
        <a:bodyPr/>
        <a:lstStyle/>
        <a:p>
          <a:endParaRPr lang="en-IN"/>
        </a:p>
      </dgm:t>
    </dgm:pt>
    <dgm:pt modelId="{82556EA7-FAB3-4BE8-A8CF-8BBC15CCC849}">
      <dgm:prSet/>
      <dgm:spPr/>
      <dgm:t>
        <a:bodyPr/>
        <a:lstStyle/>
        <a:p>
          <a:r>
            <a:rPr lang="en-US" dirty="0"/>
            <a:t>For example, a group of risks about inadequate or out-of-date documentation might be grouped into a risk theme stating that documentation is given insufficient consideration. </a:t>
          </a:r>
        </a:p>
      </dgm:t>
    </dgm:pt>
    <dgm:pt modelId="{BA49E9BC-81AA-42B4-BA71-EE601557DB45}" type="parTrans" cxnId="{C06EC027-EC97-42B2-96E9-59980D95E23A}">
      <dgm:prSet/>
      <dgm:spPr/>
      <dgm:t>
        <a:bodyPr/>
        <a:lstStyle/>
        <a:p>
          <a:endParaRPr lang="en-IN"/>
        </a:p>
      </dgm:t>
    </dgm:pt>
    <dgm:pt modelId="{877CCDB9-9D08-4FAE-A808-FA17E737ACED}" type="sibTrans" cxnId="{C06EC027-EC97-42B2-96E9-59980D95E23A}">
      <dgm:prSet/>
      <dgm:spPr/>
      <dgm:t>
        <a:bodyPr/>
        <a:lstStyle/>
        <a:p>
          <a:endParaRPr lang="en-IN"/>
        </a:p>
      </dgm:t>
    </dgm:pt>
    <dgm:pt modelId="{11F7F2E0-77C8-42F5-8B75-887CE7C7E387}">
      <dgm:prSet/>
      <dgm:spPr/>
      <dgm:t>
        <a:bodyPr/>
        <a:lstStyle/>
        <a:p>
          <a:r>
            <a:rPr lang="en-US"/>
            <a:t>A group of risks about the system’s inability to function in the face of various hardware and/or software failures might lead to a risk theme about insufficient attention to backup capability or providing high availability. </a:t>
          </a:r>
          <a:endParaRPr lang="en-US" dirty="0"/>
        </a:p>
      </dgm:t>
    </dgm:pt>
    <dgm:pt modelId="{1DA0B70F-8E3F-4763-92F1-3EF322B12E86}" type="parTrans" cxnId="{DBC3F32A-F198-46DE-AE57-010DF6BF6AD6}">
      <dgm:prSet/>
      <dgm:spPr/>
      <dgm:t>
        <a:bodyPr/>
        <a:lstStyle/>
        <a:p>
          <a:endParaRPr lang="en-IN"/>
        </a:p>
      </dgm:t>
    </dgm:pt>
    <dgm:pt modelId="{D51F5593-E9F1-4448-8D5F-D73DDB8D2D50}" type="sibTrans" cxnId="{DBC3F32A-F198-46DE-AE57-010DF6BF6AD6}">
      <dgm:prSet/>
      <dgm:spPr/>
      <dgm:t>
        <a:bodyPr/>
        <a:lstStyle/>
        <a:p>
          <a:endParaRPr lang="en-IN"/>
        </a:p>
      </dgm:t>
    </dgm:pt>
    <dgm:pt modelId="{E77FA0D5-5451-4D4A-ABD9-74AC6FCCC06C}">
      <dgm:prSet/>
      <dgm:spPr/>
      <dgm:t>
        <a:bodyPr/>
        <a:lstStyle/>
        <a:p>
          <a:r>
            <a:rPr lang="en-US"/>
            <a:t>For each risk theme, the evaluation team identifies which of the business drivers listed in step 2 are affected. </a:t>
          </a:r>
          <a:endParaRPr lang="en-US" dirty="0"/>
        </a:p>
      </dgm:t>
    </dgm:pt>
    <dgm:pt modelId="{C0CA3358-BF10-4D31-87EE-3B205663005F}" type="parTrans" cxnId="{06B5F477-F66D-4404-85EF-56AAA5EA04EB}">
      <dgm:prSet/>
      <dgm:spPr/>
      <dgm:t>
        <a:bodyPr/>
        <a:lstStyle/>
        <a:p>
          <a:endParaRPr lang="en-IN"/>
        </a:p>
      </dgm:t>
    </dgm:pt>
    <dgm:pt modelId="{F8774E7F-F1F7-47B5-8C4A-EF3092B42194}" type="sibTrans" cxnId="{06B5F477-F66D-4404-85EF-56AAA5EA04EB}">
      <dgm:prSet/>
      <dgm:spPr/>
      <dgm:t>
        <a:bodyPr/>
        <a:lstStyle/>
        <a:p>
          <a:endParaRPr lang="en-IN"/>
        </a:p>
      </dgm:t>
    </dgm:pt>
    <dgm:pt modelId="{295D9B91-6A67-4938-9BE0-D4C7BA8C9E81}">
      <dgm:prSet/>
      <dgm:spPr/>
      <dgm:t>
        <a:bodyPr/>
        <a:lstStyle/>
        <a:p>
          <a:r>
            <a:rPr lang="en-US"/>
            <a:t>This elevates the risks that were uncovered to the attention of management, who cares about the business drivers.</a:t>
          </a:r>
          <a:endParaRPr lang="en-US" dirty="0"/>
        </a:p>
      </dgm:t>
    </dgm:pt>
    <dgm:pt modelId="{433EC2F1-DCF6-47A3-83E1-0A53F10D1635}" type="parTrans" cxnId="{9A0AFBB1-1D3E-4876-B447-14C9AA6473CB}">
      <dgm:prSet/>
      <dgm:spPr/>
      <dgm:t>
        <a:bodyPr/>
        <a:lstStyle/>
        <a:p>
          <a:endParaRPr lang="en-IN"/>
        </a:p>
      </dgm:t>
    </dgm:pt>
    <dgm:pt modelId="{DCBE221B-856E-4949-A9E5-D0D9D7B163AD}" type="sibTrans" cxnId="{9A0AFBB1-1D3E-4876-B447-14C9AA6473CB}">
      <dgm:prSet/>
      <dgm:spPr/>
      <dgm:t>
        <a:bodyPr/>
        <a:lstStyle/>
        <a:p>
          <a:endParaRPr lang="en-IN"/>
        </a:p>
      </dgm:t>
    </dgm:pt>
    <dgm:pt modelId="{19A55191-B127-46AC-91B2-B68256B6838C}" type="pres">
      <dgm:prSet presAssocID="{093C3902-F1D0-4FD3-A609-BDC948DF60CA}" presName="linear" presStyleCnt="0">
        <dgm:presLayoutVars>
          <dgm:animLvl val="lvl"/>
          <dgm:resizeHandles val="exact"/>
        </dgm:presLayoutVars>
      </dgm:prSet>
      <dgm:spPr/>
    </dgm:pt>
    <dgm:pt modelId="{ECE3FE0B-949F-44AE-8CA0-E1025E32B796}" type="pres">
      <dgm:prSet presAssocID="{35687E9D-E1CF-4852-82BC-FC26F79E4632}" presName="parentText" presStyleLbl="node1" presStyleIdx="0" presStyleCnt="2">
        <dgm:presLayoutVars>
          <dgm:chMax val="0"/>
          <dgm:bulletEnabled val="1"/>
        </dgm:presLayoutVars>
      </dgm:prSet>
      <dgm:spPr/>
    </dgm:pt>
    <dgm:pt modelId="{46AD83BA-15A7-470B-9C53-BE779A4FC961}" type="pres">
      <dgm:prSet presAssocID="{35687E9D-E1CF-4852-82BC-FC26F79E4632}" presName="childText" presStyleLbl="revTx" presStyleIdx="0" presStyleCnt="2">
        <dgm:presLayoutVars>
          <dgm:bulletEnabled val="1"/>
        </dgm:presLayoutVars>
      </dgm:prSet>
      <dgm:spPr/>
    </dgm:pt>
    <dgm:pt modelId="{CBB8FF60-D16E-41BA-B28E-682AAB32D702}" type="pres">
      <dgm:prSet presAssocID="{E77FA0D5-5451-4D4A-ABD9-74AC6FCCC06C}" presName="parentText" presStyleLbl="node1" presStyleIdx="1" presStyleCnt="2">
        <dgm:presLayoutVars>
          <dgm:chMax val="0"/>
          <dgm:bulletEnabled val="1"/>
        </dgm:presLayoutVars>
      </dgm:prSet>
      <dgm:spPr/>
    </dgm:pt>
    <dgm:pt modelId="{49D28A77-6A6B-4636-8D53-877D63BAD140}" type="pres">
      <dgm:prSet presAssocID="{E77FA0D5-5451-4D4A-ABD9-74AC6FCCC06C}" presName="childText" presStyleLbl="revTx" presStyleIdx="1" presStyleCnt="2">
        <dgm:presLayoutVars>
          <dgm:bulletEnabled val="1"/>
        </dgm:presLayoutVars>
      </dgm:prSet>
      <dgm:spPr/>
    </dgm:pt>
  </dgm:ptLst>
  <dgm:cxnLst>
    <dgm:cxn modelId="{C06EC027-EC97-42B2-96E9-59980D95E23A}" srcId="{35687E9D-E1CF-4852-82BC-FC26F79E4632}" destId="{82556EA7-FAB3-4BE8-A8CF-8BBC15CCC849}" srcOrd="0" destOrd="0" parTransId="{BA49E9BC-81AA-42B4-BA71-EE601557DB45}" sibTransId="{877CCDB9-9D08-4FAE-A808-FA17E737ACED}"/>
    <dgm:cxn modelId="{DBC3F32A-F198-46DE-AE57-010DF6BF6AD6}" srcId="{35687E9D-E1CF-4852-82BC-FC26F79E4632}" destId="{11F7F2E0-77C8-42F5-8B75-887CE7C7E387}" srcOrd="1" destOrd="0" parTransId="{1DA0B70F-8E3F-4763-92F1-3EF322B12E86}" sibTransId="{D51F5593-E9F1-4448-8D5F-D73DDB8D2D50}"/>
    <dgm:cxn modelId="{2D0AD84B-B822-415D-AF90-355E42A01427}" srcId="{093C3902-F1D0-4FD3-A609-BDC948DF60CA}" destId="{35687E9D-E1CF-4852-82BC-FC26F79E4632}" srcOrd="0" destOrd="0" parTransId="{F0D6AD2C-3848-4FA2-98E5-B73B8E620C94}" sibTransId="{D3B021EE-792B-4DEA-9882-4056DE8801DD}"/>
    <dgm:cxn modelId="{846F3F6C-970A-4632-8490-14FCEC9E14AC}" type="presOf" srcId="{11F7F2E0-77C8-42F5-8B75-887CE7C7E387}" destId="{46AD83BA-15A7-470B-9C53-BE779A4FC961}" srcOrd="0" destOrd="1" presId="urn:microsoft.com/office/officeart/2005/8/layout/vList2"/>
    <dgm:cxn modelId="{06B5F477-F66D-4404-85EF-56AAA5EA04EB}" srcId="{093C3902-F1D0-4FD3-A609-BDC948DF60CA}" destId="{E77FA0D5-5451-4D4A-ABD9-74AC6FCCC06C}" srcOrd="1" destOrd="0" parTransId="{C0CA3358-BF10-4D31-87EE-3B205663005F}" sibTransId="{F8774E7F-F1F7-47B5-8C4A-EF3092B42194}"/>
    <dgm:cxn modelId="{230CDC7B-30D4-4FF6-B6A8-2F3E832A2821}" type="presOf" srcId="{82556EA7-FAB3-4BE8-A8CF-8BBC15CCC849}" destId="{46AD83BA-15A7-470B-9C53-BE779A4FC961}" srcOrd="0" destOrd="0" presId="urn:microsoft.com/office/officeart/2005/8/layout/vList2"/>
    <dgm:cxn modelId="{CF411C84-CBAE-42EC-A956-4088A013581A}" type="presOf" srcId="{35687E9D-E1CF-4852-82BC-FC26F79E4632}" destId="{ECE3FE0B-949F-44AE-8CA0-E1025E32B796}" srcOrd="0" destOrd="0" presId="urn:microsoft.com/office/officeart/2005/8/layout/vList2"/>
    <dgm:cxn modelId="{9A0AFBB1-1D3E-4876-B447-14C9AA6473CB}" srcId="{E77FA0D5-5451-4D4A-ABD9-74AC6FCCC06C}" destId="{295D9B91-6A67-4938-9BE0-D4C7BA8C9E81}" srcOrd="0" destOrd="0" parTransId="{433EC2F1-DCF6-47A3-83E1-0A53F10D1635}" sibTransId="{DCBE221B-856E-4949-A9E5-D0D9D7B163AD}"/>
    <dgm:cxn modelId="{9158EAB6-A618-4D76-977E-6467062A8315}" type="presOf" srcId="{093C3902-F1D0-4FD3-A609-BDC948DF60CA}" destId="{19A55191-B127-46AC-91B2-B68256B6838C}" srcOrd="0" destOrd="0" presId="urn:microsoft.com/office/officeart/2005/8/layout/vList2"/>
    <dgm:cxn modelId="{9B59ADBF-865C-4D42-B2AC-70722D642735}" type="presOf" srcId="{E77FA0D5-5451-4D4A-ABD9-74AC6FCCC06C}" destId="{CBB8FF60-D16E-41BA-B28E-682AAB32D702}" srcOrd="0" destOrd="0" presId="urn:microsoft.com/office/officeart/2005/8/layout/vList2"/>
    <dgm:cxn modelId="{27A5DBD4-FFF1-421A-BF30-019F0D618467}" type="presOf" srcId="{295D9B91-6A67-4938-9BE0-D4C7BA8C9E81}" destId="{49D28A77-6A6B-4636-8D53-877D63BAD140}" srcOrd="0" destOrd="0" presId="urn:microsoft.com/office/officeart/2005/8/layout/vList2"/>
    <dgm:cxn modelId="{EFD07432-3116-44DD-B009-392E05F8437D}" type="presParOf" srcId="{19A55191-B127-46AC-91B2-B68256B6838C}" destId="{ECE3FE0B-949F-44AE-8CA0-E1025E32B796}" srcOrd="0" destOrd="0" presId="urn:microsoft.com/office/officeart/2005/8/layout/vList2"/>
    <dgm:cxn modelId="{90E419D7-5C27-479D-A749-5A1059FBAEE9}" type="presParOf" srcId="{19A55191-B127-46AC-91B2-B68256B6838C}" destId="{46AD83BA-15A7-470B-9C53-BE779A4FC961}" srcOrd="1" destOrd="0" presId="urn:microsoft.com/office/officeart/2005/8/layout/vList2"/>
    <dgm:cxn modelId="{701D70D1-44DA-4A8A-B5C1-36DBFF7547AF}" type="presParOf" srcId="{19A55191-B127-46AC-91B2-B68256B6838C}" destId="{CBB8FF60-D16E-41BA-B28E-682AAB32D702}" srcOrd="2" destOrd="0" presId="urn:microsoft.com/office/officeart/2005/8/layout/vList2"/>
    <dgm:cxn modelId="{1895D34A-CF8C-41B8-9F5A-26C22AE47673}" type="presParOf" srcId="{19A55191-B127-46AC-91B2-B68256B6838C}" destId="{49D28A77-6A6B-4636-8D53-877D63BAD140}"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27A19CC4-3B97-473C-9B34-B412250FB3F6}" type="doc">
      <dgm:prSet loTypeId="urn:microsoft.com/office/officeart/2005/8/layout/vList2" loCatId="list" qsTypeId="urn:microsoft.com/office/officeart/2005/8/quickstyle/simple1#22" qsCatId="simple" csTypeId="urn:microsoft.com/office/officeart/2005/8/colors/accent1_2#22" csCatId="accent1" phldr="1"/>
      <dgm:spPr/>
      <dgm:t>
        <a:bodyPr/>
        <a:lstStyle/>
        <a:p>
          <a:endParaRPr lang="en-IN"/>
        </a:p>
      </dgm:t>
    </dgm:pt>
    <dgm:pt modelId="{2BC54F7D-FCA8-4FF5-84B9-048900FD318E}">
      <dgm:prSet phldrT="[Text]"/>
      <dgm:spPr/>
      <dgm:t>
        <a:bodyPr/>
        <a:lstStyle/>
        <a:p>
          <a:r>
            <a:rPr lang="en-US"/>
            <a:t>The collected information from the evaluation is summarized and presented to stakeholders. </a:t>
          </a:r>
          <a:endParaRPr lang="en-IN"/>
        </a:p>
      </dgm:t>
    </dgm:pt>
    <dgm:pt modelId="{C9E8A27A-EFC1-4950-AF2F-6625FBAFA0A0}" type="parTrans" cxnId="{422979A1-931E-4438-B50B-7BC7187BAA0B}">
      <dgm:prSet/>
      <dgm:spPr/>
      <dgm:t>
        <a:bodyPr/>
        <a:lstStyle/>
        <a:p>
          <a:endParaRPr lang="en-IN"/>
        </a:p>
      </dgm:t>
    </dgm:pt>
    <dgm:pt modelId="{21B4824C-EFF2-40E7-B967-D5D9B7CB3974}" type="sibTrans" cxnId="{422979A1-931E-4438-B50B-7BC7187BAA0B}">
      <dgm:prSet/>
      <dgm:spPr/>
      <dgm:t>
        <a:bodyPr/>
        <a:lstStyle/>
        <a:p>
          <a:endParaRPr lang="en-IN"/>
        </a:p>
      </dgm:t>
    </dgm:pt>
    <dgm:pt modelId="{42ECDC3E-FACB-470F-906D-207733EF6669}">
      <dgm:prSet/>
      <dgm:spPr/>
      <dgm:t>
        <a:bodyPr/>
        <a:lstStyle/>
        <a:p>
          <a:r>
            <a:rPr lang="en-US"/>
            <a:t>The following outputs are presented:</a:t>
          </a:r>
          <a:endParaRPr lang="en-US" dirty="0"/>
        </a:p>
      </dgm:t>
    </dgm:pt>
    <dgm:pt modelId="{1A1ED69E-C043-462A-BB71-22B7E5D391B8}" type="parTrans" cxnId="{BB122DB6-54CF-4B01-B3D4-B1CBC25AFEAB}">
      <dgm:prSet/>
      <dgm:spPr/>
      <dgm:t>
        <a:bodyPr/>
        <a:lstStyle/>
        <a:p>
          <a:endParaRPr lang="en-IN"/>
        </a:p>
      </dgm:t>
    </dgm:pt>
    <dgm:pt modelId="{F6ADD9DF-95BC-4997-8CD5-9432D7119348}" type="sibTrans" cxnId="{BB122DB6-54CF-4B01-B3D4-B1CBC25AFEAB}">
      <dgm:prSet/>
      <dgm:spPr/>
      <dgm:t>
        <a:bodyPr/>
        <a:lstStyle/>
        <a:p>
          <a:endParaRPr lang="en-IN"/>
        </a:p>
      </dgm:t>
    </dgm:pt>
    <dgm:pt modelId="{E00BE737-3A69-4A8E-832C-CB7F2D9E3E41}">
      <dgm:prSet/>
      <dgm:spPr/>
      <dgm:t>
        <a:bodyPr/>
        <a:lstStyle/>
        <a:p>
          <a:r>
            <a:rPr lang="en-US"/>
            <a:t>The architectural approaches documented</a:t>
          </a:r>
          <a:endParaRPr lang="en-US" dirty="0"/>
        </a:p>
      </dgm:t>
    </dgm:pt>
    <dgm:pt modelId="{0D27F461-1CBD-4BE9-AE0C-FF1B23DFB56E}" type="parTrans" cxnId="{1E412004-BC8A-491B-9A85-4247136F337A}">
      <dgm:prSet/>
      <dgm:spPr/>
      <dgm:t>
        <a:bodyPr/>
        <a:lstStyle/>
        <a:p>
          <a:endParaRPr lang="en-IN"/>
        </a:p>
      </dgm:t>
    </dgm:pt>
    <dgm:pt modelId="{739BFEEB-71A3-4C45-8166-255534B2CB6E}" type="sibTrans" cxnId="{1E412004-BC8A-491B-9A85-4247136F337A}">
      <dgm:prSet/>
      <dgm:spPr/>
      <dgm:t>
        <a:bodyPr/>
        <a:lstStyle/>
        <a:p>
          <a:endParaRPr lang="en-IN"/>
        </a:p>
      </dgm:t>
    </dgm:pt>
    <dgm:pt modelId="{A98BF937-012C-4132-96DF-84D988BC61F1}">
      <dgm:prSet/>
      <dgm:spPr/>
      <dgm:t>
        <a:bodyPr/>
        <a:lstStyle/>
        <a:p>
          <a:r>
            <a:rPr lang="en-US"/>
            <a:t>The set of scenarios and their prioritization from the brainstorming</a:t>
          </a:r>
          <a:endParaRPr lang="en-US" dirty="0"/>
        </a:p>
      </dgm:t>
    </dgm:pt>
    <dgm:pt modelId="{013DC6B8-3081-49F0-9EA5-78AC6F2F4CBE}" type="parTrans" cxnId="{ED8005DD-97A1-490E-B1BB-D6FB07775390}">
      <dgm:prSet/>
      <dgm:spPr/>
      <dgm:t>
        <a:bodyPr/>
        <a:lstStyle/>
        <a:p>
          <a:endParaRPr lang="en-IN"/>
        </a:p>
      </dgm:t>
    </dgm:pt>
    <dgm:pt modelId="{82D434FC-A0CF-45D8-8DFB-6CFC975057A2}" type="sibTrans" cxnId="{ED8005DD-97A1-490E-B1BB-D6FB07775390}">
      <dgm:prSet/>
      <dgm:spPr/>
      <dgm:t>
        <a:bodyPr/>
        <a:lstStyle/>
        <a:p>
          <a:endParaRPr lang="en-IN"/>
        </a:p>
      </dgm:t>
    </dgm:pt>
    <dgm:pt modelId="{F4C41AAF-A861-47A4-9DD9-5F4BAEBE4E2F}">
      <dgm:prSet/>
      <dgm:spPr/>
      <dgm:t>
        <a:bodyPr/>
        <a:lstStyle/>
        <a:p>
          <a:r>
            <a:rPr lang="en-US"/>
            <a:t>The utility tree </a:t>
          </a:r>
          <a:endParaRPr lang="en-US" dirty="0"/>
        </a:p>
      </dgm:t>
    </dgm:pt>
    <dgm:pt modelId="{959F7F5C-8B66-4B58-A11A-A58B77289524}" type="parTrans" cxnId="{A1840915-7782-454E-A0CB-F363CBAB5C93}">
      <dgm:prSet/>
      <dgm:spPr/>
      <dgm:t>
        <a:bodyPr/>
        <a:lstStyle/>
        <a:p>
          <a:endParaRPr lang="en-IN"/>
        </a:p>
      </dgm:t>
    </dgm:pt>
    <dgm:pt modelId="{9FC906D7-ED6A-46FA-93A1-76CC7CE9CF62}" type="sibTrans" cxnId="{A1840915-7782-454E-A0CB-F363CBAB5C93}">
      <dgm:prSet/>
      <dgm:spPr/>
      <dgm:t>
        <a:bodyPr/>
        <a:lstStyle/>
        <a:p>
          <a:endParaRPr lang="en-IN"/>
        </a:p>
      </dgm:t>
    </dgm:pt>
    <dgm:pt modelId="{FA18C1B2-DBA9-408B-91AB-B04E519C3313}">
      <dgm:prSet/>
      <dgm:spPr/>
      <dgm:t>
        <a:bodyPr/>
        <a:lstStyle/>
        <a:p>
          <a:r>
            <a:rPr lang="en-US"/>
            <a:t>The risks discovered</a:t>
          </a:r>
          <a:endParaRPr lang="en-US" dirty="0"/>
        </a:p>
      </dgm:t>
    </dgm:pt>
    <dgm:pt modelId="{63FE8137-6366-4704-BD33-5E847A8D0FD9}" type="parTrans" cxnId="{8E817630-6FFD-4302-B2A8-1A49061A4F6C}">
      <dgm:prSet/>
      <dgm:spPr/>
      <dgm:t>
        <a:bodyPr/>
        <a:lstStyle/>
        <a:p>
          <a:endParaRPr lang="en-IN"/>
        </a:p>
      </dgm:t>
    </dgm:pt>
    <dgm:pt modelId="{58CB6DE4-8FCE-476E-A573-BC0AE1C09C26}" type="sibTrans" cxnId="{8E817630-6FFD-4302-B2A8-1A49061A4F6C}">
      <dgm:prSet/>
      <dgm:spPr/>
      <dgm:t>
        <a:bodyPr/>
        <a:lstStyle/>
        <a:p>
          <a:endParaRPr lang="en-IN"/>
        </a:p>
      </dgm:t>
    </dgm:pt>
    <dgm:pt modelId="{68637051-C76C-44EB-81A7-5FB357701B2D}">
      <dgm:prSet/>
      <dgm:spPr/>
      <dgm:t>
        <a:bodyPr/>
        <a:lstStyle/>
        <a:p>
          <a:r>
            <a:rPr lang="en-US"/>
            <a:t>The nonrisks documented</a:t>
          </a:r>
          <a:endParaRPr lang="en-US" dirty="0"/>
        </a:p>
      </dgm:t>
    </dgm:pt>
    <dgm:pt modelId="{FE09D12F-0083-4C5A-B8D7-92C4BF7FCFDE}" type="parTrans" cxnId="{43EB2D3D-CF4E-4CA4-8C2F-2517818069E3}">
      <dgm:prSet/>
      <dgm:spPr/>
      <dgm:t>
        <a:bodyPr/>
        <a:lstStyle/>
        <a:p>
          <a:endParaRPr lang="en-IN"/>
        </a:p>
      </dgm:t>
    </dgm:pt>
    <dgm:pt modelId="{9D1454BA-FBAE-4341-AB94-A77CCA421B0A}" type="sibTrans" cxnId="{43EB2D3D-CF4E-4CA4-8C2F-2517818069E3}">
      <dgm:prSet/>
      <dgm:spPr/>
      <dgm:t>
        <a:bodyPr/>
        <a:lstStyle/>
        <a:p>
          <a:endParaRPr lang="en-IN"/>
        </a:p>
      </dgm:t>
    </dgm:pt>
    <dgm:pt modelId="{A286BF79-7F68-44C6-B90E-113AFA07E96C}">
      <dgm:prSet/>
      <dgm:spPr/>
      <dgm:t>
        <a:bodyPr/>
        <a:lstStyle/>
        <a:p>
          <a:r>
            <a:rPr lang="en-US"/>
            <a:t>The sensitivity points and tradeoff points found</a:t>
          </a:r>
          <a:endParaRPr lang="en-US" dirty="0"/>
        </a:p>
      </dgm:t>
    </dgm:pt>
    <dgm:pt modelId="{071C979B-1980-47DB-9F89-35BF3E103095}" type="parTrans" cxnId="{617EFDB9-B11F-4DBE-805A-5A84376B14F5}">
      <dgm:prSet/>
      <dgm:spPr/>
      <dgm:t>
        <a:bodyPr/>
        <a:lstStyle/>
        <a:p>
          <a:endParaRPr lang="en-IN"/>
        </a:p>
      </dgm:t>
    </dgm:pt>
    <dgm:pt modelId="{B72A558E-6747-416A-91AF-FE94DEBD5D84}" type="sibTrans" cxnId="{617EFDB9-B11F-4DBE-805A-5A84376B14F5}">
      <dgm:prSet/>
      <dgm:spPr/>
      <dgm:t>
        <a:bodyPr/>
        <a:lstStyle/>
        <a:p>
          <a:endParaRPr lang="en-IN"/>
        </a:p>
      </dgm:t>
    </dgm:pt>
    <dgm:pt modelId="{B4A68519-CA66-4880-977B-3EC7B6CA5872}">
      <dgm:prSet/>
      <dgm:spPr/>
      <dgm:t>
        <a:bodyPr/>
        <a:lstStyle/>
        <a:p>
          <a:r>
            <a:rPr lang="en-US"/>
            <a:t>Risk themes and the business drivers threatened by each one</a:t>
          </a:r>
          <a:endParaRPr lang="en-US" dirty="0"/>
        </a:p>
      </dgm:t>
    </dgm:pt>
    <dgm:pt modelId="{9778CFAC-83AA-4FD6-B0B8-E0709DA59012}" type="parTrans" cxnId="{CD967AA3-9DD1-418A-8456-C874FF9DD673}">
      <dgm:prSet/>
      <dgm:spPr/>
      <dgm:t>
        <a:bodyPr/>
        <a:lstStyle/>
        <a:p>
          <a:endParaRPr lang="en-IN"/>
        </a:p>
      </dgm:t>
    </dgm:pt>
    <dgm:pt modelId="{48526648-AC40-4767-B1EA-C904C8A6DD5C}" type="sibTrans" cxnId="{CD967AA3-9DD1-418A-8456-C874FF9DD673}">
      <dgm:prSet/>
      <dgm:spPr/>
      <dgm:t>
        <a:bodyPr/>
        <a:lstStyle/>
        <a:p>
          <a:endParaRPr lang="en-IN"/>
        </a:p>
      </dgm:t>
    </dgm:pt>
    <dgm:pt modelId="{296B4662-CAAA-4D9A-8FE7-34148A71683E}" type="pres">
      <dgm:prSet presAssocID="{27A19CC4-3B97-473C-9B34-B412250FB3F6}" presName="linear" presStyleCnt="0">
        <dgm:presLayoutVars>
          <dgm:animLvl val="lvl"/>
          <dgm:resizeHandles val="exact"/>
        </dgm:presLayoutVars>
      </dgm:prSet>
      <dgm:spPr/>
    </dgm:pt>
    <dgm:pt modelId="{E3A72BF4-E657-4C48-80DA-5FDA8467AA21}" type="pres">
      <dgm:prSet presAssocID="{2BC54F7D-FCA8-4FF5-84B9-048900FD318E}" presName="parentText" presStyleLbl="node1" presStyleIdx="0" presStyleCnt="2">
        <dgm:presLayoutVars>
          <dgm:chMax val="0"/>
          <dgm:bulletEnabled val="1"/>
        </dgm:presLayoutVars>
      </dgm:prSet>
      <dgm:spPr/>
    </dgm:pt>
    <dgm:pt modelId="{5E6E5EE4-6EB4-4B8C-82C3-C43055104B02}" type="pres">
      <dgm:prSet presAssocID="{21B4824C-EFF2-40E7-B967-D5D9B7CB3974}" presName="spacer" presStyleCnt="0"/>
      <dgm:spPr/>
    </dgm:pt>
    <dgm:pt modelId="{D0B08783-BDF7-429F-9D6A-6571D83E4BC1}" type="pres">
      <dgm:prSet presAssocID="{42ECDC3E-FACB-470F-906D-207733EF6669}" presName="parentText" presStyleLbl="node1" presStyleIdx="1" presStyleCnt="2">
        <dgm:presLayoutVars>
          <dgm:chMax val="0"/>
          <dgm:bulletEnabled val="1"/>
        </dgm:presLayoutVars>
      </dgm:prSet>
      <dgm:spPr/>
    </dgm:pt>
    <dgm:pt modelId="{6A6E30DC-349E-4C4C-AB8F-B868D11EAFE6}" type="pres">
      <dgm:prSet presAssocID="{42ECDC3E-FACB-470F-906D-207733EF6669}" presName="childText" presStyleLbl="revTx" presStyleIdx="0" presStyleCnt="1">
        <dgm:presLayoutVars>
          <dgm:bulletEnabled val="1"/>
        </dgm:presLayoutVars>
      </dgm:prSet>
      <dgm:spPr/>
    </dgm:pt>
  </dgm:ptLst>
  <dgm:cxnLst>
    <dgm:cxn modelId="{1E412004-BC8A-491B-9A85-4247136F337A}" srcId="{42ECDC3E-FACB-470F-906D-207733EF6669}" destId="{E00BE737-3A69-4A8E-832C-CB7F2D9E3E41}" srcOrd="0" destOrd="0" parTransId="{0D27F461-1CBD-4BE9-AE0C-FF1B23DFB56E}" sibTransId="{739BFEEB-71A3-4C45-8166-255534B2CB6E}"/>
    <dgm:cxn modelId="{A500DD12-F4D9-47A1-A6C8-47DDCA0A9325}" type="presOf" srcId="{2BC54F7D-FCA8-4FF5-84B9-048900FD318E}" destId="{E3A72BF4-E657-4C48-80DA-5FDA8467AA21}" srcOrd="0" destOrd="0" presId="urn:microsoft.com/office/officeart/2005/8/layout/vList2"/>
    <dgm:cxn modelId="{A1840915-7782-454E-A0CB-F363CBAB5C93}" srcId="{42ECDC3E-FACB-470F-906D-207733EF6669}" destId="{F4C41AAF-A861-47A4-9DD9-5F4BAEBE4E2F}" srcOrd="2" destOrd="0" parTransId="{959F7F5C-8B66-4B58-A11A-A58B77289524}" sibTransId="{9FC906D7-ED6A-46FA-93A1-76CC7CE9CF62}"/>
    <dgm:cxn modelId="{8E817630-6FFD-4302-B2A8-1A49061A4F6C}" srcId="{42ECDC3E-FACB-470F-906D-207733EF6669}" destId="{FA18C1B2-DBA9-408B-91AB-B04E519C3313}" srcOrd="3" destOrd="0" parTransId="{63FE8137-6366-4704-BD33-5E847A8D0FD9}" sibTransId="{58CB6DE4-8FCE-476E-A573-BC0AE1C09C26}"/>
    <dgm:cxn modelId="{D1E4B334-0E60-4874-A647-A9C6759632E2}" type="presOf" srcId="{F4C41AAF-A861-47A4-9DD9-5F4BAEBE4E2F}" destId="{6A6E30DC-349E-4C4C-AB8F-B868D11EAFE6}" srcOrd="0" destOrd="2" presId="urn:microsoft.com/office/officeart/2005/8/layout/vList2"/>
    <dgm:cxn modelId="{AB94E639-9583-4C96-A033-67AD9D730369}" type="presOf" srcId="{68637051-C76C-44EB-81A7-5FB357701B2D}" destId="{6A6E30DC-349E-4C4C-AB8F-B868D11EAFE6}" srcOrd="0" destOrd="4" presId="urn:microsoft.com/office/officeart/2005/8/layout/vList2"/>
    <dgm:cxn modelId="{43EB2D3D-CF4E-4CA4-8C2F-2517818069E3}" srcId="{42ECDC3E-FACB-470F-906D-207733EF6669}" destId="{68637051-C76C-44EB-81A7-5FB357701B2D}" srcOrd="4" destOrd="0" parTransId="{FE09D12F-0083-4C5A-B8D7-92C4BF7FCFDE}" sibTransId="{9D1454BA-FBAE-4341-AB94-A77CCA421B0A}"/>
    <dgm:cxn modelId="{AE045056-F9B5-46D7-8F5C-7A2EA7671FED}" type="presOf" srcId="{A286BF79-7F68-44C6-B90E-113AFA07E96C}" destId="{6A6E30DC-349E-4C4C-AB8F-B868D11EAFE6}" srcOrd="0" destOrd="5" presId="urn:microsoft.com/office/officeart/2005/8/layout/vList2"/>
    <dgm:cxn modelId="{5DFB8356-0CC8-4415-A3FB-258FA402D89A}" type="presOf" srcId="{E00BE737-3A69-4A8E-832C-CB7F2D9E3E41}" destId="{6A6E30DC-349E-4C4C-AB8F-B868D11EAFE6}" srcOrd="0" destOrd="0" presId="urn:microsoft.com/office/officeart/2005/8/layout/vList2"/>
    <dgm:cxn modelId="{E073037A-BC01-48F8-9A45-7C3FEA1D018F}" type="presOf" srcId="{42ECDC3E-FACB-470F-906D-207733EF6669}" destId="{D0B08783-BDF7-429F-9D6A-6571D83E4BC1}" srcOrd="0" destOrd="0" presId="urn:microsoft.com/office/officeart/2005/8/layout/vList2"/>
    <dgm:cxn modelId="{03792983-634A-4DDC-BCED-B1D39D5A8B4E}" type="presOf" srcId="{B4A68519-CA66-4880-977B-3EC7B6CA5872}" destId="{6A6E30DC-349E-4C4C-AB8F-B868D11EAFE6}" srcOrd="0" destOrd="6" presId="urn:microsoft.com/office/officeart/2005/8/layout/vList2"/>
    <dgm:cxn modelId="{BD098A99-F4DD-47FD-A509-1C5388AAB024}" type="presOf" srcId="{FA18C1B2-DBA9-408B-91AB-B04E519C3313}" destId="{6A6E30DC-349E-4C4C-AB8F-B868D11EAFE6}" srcOrd="0" destOrd="3" presId="urn:microsoft.com/office/officeart/2005/8/layout/vList2"/>
    <dgm:cxn modelId="{422979A1-931E-4438-B50B-7BC7187BAA0B}" srcId="{27A19CC4-3B97-473C-9B34-B412250FB3F6}" destId="{2BC54F7D-FCA8-4FF5-84B9-048900FD318E}" srcOrd="0" destOrd="0" parTransId="{C9E8A27A-EFC1-4950-AF2F-6625FBAFA0A0}" sibTransId="{21B4824C-EFF2-40E7-B967-D5D9B7CB3974}"/>
    <dgm:cxn modelId="{CD967AA3-9DD1-418A-8456-C874FF9DD673}" srcId="{42ECDC3E-FACB-470F-906D-207733EF6669}" destId="{B4A68519-CA66-4880-977B-3EC7B6CA5872}" srcOrd="6" destOrd="0" parTransId="{9778CFAC-83AA-4FD6-B0B8-E0709DA59012}" sibTransId="{48526648-AC40-4767-B1EA-C904C8A6DD5C}"/>
    <dgm:cxn modelId="{BB122DB6-54CF-4B01-B3D4-B1CBC25AFEAB}" srcId="{27A19CC4-3B97-473C-9B34-B412250FB3F6}" destId="{42ECDC3E-FACB-470F-906D-207733EF6669}" srcOrd="1" destOrd="0" parTransId="{1A1ED69E-C043-462A-BB71-22B7E5D391B8}" sibTransId="{F6ADD9DF-95BC-4997-8CD5-9432D7119348}"/>
    <dgm:cxn modelId="{617EFDB9-B11F-4DBE-805A-5A84376B14F5}" srcId="{42ECDC3E-FACB-470F-906D-207733EF6669}" destId="{A286BF79-7F68-44C6-B90E-113AFA07E96C}" srcOrd="5" destOrd="0" parTransId="{071C979B-1980-47DB-9F89-35BF3E103095}" sibTransId="{B72A558E-6747-416A-91AF-FE94DEBD5D84}"/>
    <dgm:cxn modelId="{135E82D5-6356-47AF-B6B8-F7EF97B593C8}" type="presOf" srcId="{27A19CC4-3B97-473C-9B34-B412250FB3F6}" destId="{296B4662-CAAA-4D9A-8FE7-34148A71683E}" srcOrd="0" destOrd="0" presId="urn:microsoft.com/office/officeart/2005/8/layout/vList2"/>
    <dgm:cxn modelId="{ED8005DD-97A1-490E-B1BB-D6FB07775390}" srcId="{42ECDC3E-FACB-470F-906D-207733EF6669}" destId="{A98BF937-012C-4132-96DF-84D988BC61F1}" srcOrd="1" destOrd="0" parTransId="{013DC6B8-3081-49F0-9EA5-78AC6F2F4CBE}" sibTransId="{82D434FC-A0CF-45D8-8DFB-6CFC975057A2}"/>
    <dgm:cxn modelId="{9263B8ED-3184-4E3A-ACD2-ACE690BAE334}" type="presOf" srcId="{A98BF937-012C-4132-96DF-84D988BC61F1}" destId="{6A6E30DC-349E-4C4C-AB8F-B868D11EAFE6}" srcOrd="0" destOrd="1" presId="urn:microsoft.com/office/officeart/2005/8/layout/vList2"/>
    <dgm:cxn modelId="{0183F3D6-1A6E-4762-A022-E848931FC989}" type="presParOf" srcId="{296B4662-CAAA-4D9A-8FE7-34148A71683E}" destId="{E3A72BF4-E657-4C48-80DA-5FDA8467AA21}" srcOrd="0" destOrd="0" presId="urn:microsoft.com/office/officeart/2005/8/layout/vList2"/>
    <dgm:cxn modelId="{B231A2C2-41AB-470E-AD58-90BE103A53F8}" type="presParOf" srcId="{296B4662-CAAA-4D9A-8FE7-34148A71683E}" destId="{5E6E5EE4-6EB4-4B8C-82C3-C43055104B02}" srcOrd="1" destOrd="0" presId="urn:microsoft.com/office/officeart/2005/8/layout/vList2"/>
    <dgm:cxn modelId="{A33CFB6A-9B49-4324-8A3F-D29ED212240E}" type="presParOf" srcId="{296B4662-CAAA-4D9A-8FE7-34148A71683E}" destId="{D0B08783-BDF7-429F-9D6A-6571D83E4BC1}" srcOrd="2" destOrd="0" presId="urn:microsoft.com/office/officeart/2005/8/layout/vList2"/>
    <dgm:cxn modelId="{1D533B0F-865A-4600-838D-E9552592AB97}" type="presParOf" srcId="{296B4662-CAAA-4D9A-8FE7-34148A71683E}" destId="{6A6E30DC-349E-4C4C-AB8F-B868D11EAFE6}"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2FB1CB64-0A70-408C-8756-03E06323DEAF}" type="doc">
      <dgm:prSet loTypeId="urn:microsoft.com/office/officeart/2005/8/layout/vList2" loCatId="list" qsTypeId="urn:microsoft.com/office/officeart/2005/8/quickstyle/simple1#23" qsCatId="simple" csTypeId="urn:microsoft.com/office/officeart/2005/8/colors/accent1_2#23" csCatId="accent1" phldr="1"/>
      <dgm:spPr/>
      <dgm:t>
        <a:bodyPr/>
        <a:lstStyle/>
        <a:p>
          <a:endParaRPr lang="en-IN"/>
        </a:p>
      </dgm:t>
    </dgm:pt>
    <dgm:pt modelId="{7EEDA070-1F46-4043-8700-F82EA9D6F6EC}">
      <dgm:prSet phldrT="[Text]"/>
      <dgm:spPr/>
      <dgm:t>
        <a:bodyPr/>
        <a:lstStyle/>
        <a:p>
          <a:r>
            <a:rPr lang="en-US"/>
            <a:t>An ATAM is a substantial undertaking. </a:t>
          </a:r>
          <a:endParaRPr lang="en-IN"/>
        </a:p>
      </dgm:t>
    </dgm:pt>
    <dgm:pt modelId="{C4618A93-1EB9-4460-87EC-11E208CDD3A2}" type="parTrans" cxnId="{E28D8D6B-96BC-4BC0-9952-B1B5842172AA}">
      <dgm:prSet/>
      <dgm:spPr/>
      <dgm:t>
        <a:bodyPr/>
        <a:lstStyle/>
        <a:p>
          <a:endParaRPr lang="en-IN"/>
        </a:p>
      </dgm:t>
    </dgm:pt>
    <dgm:pt modelId="{E48CD12A-0DB0-4C99-9E96-04E6DFB6726E}" type="sibTrans" cxnId="{E28D8D6B-96BC-4BC0-9952-B1B5842172AA}">
      <dgm:prSet/>
      <dgm:spPr/>
      <dgm:t>
        <a:bodyPr/>
        <a:lstStyle/>
        <a:p>
          <a:endParaRPr lang="en-IN"/>
        </a:p>
      </dgm:t>
    </dgm:pt>
    <dgm:pt modelId="{7EF9CF08-DA96-49CA-869E-9935FCC6EA6A}">
      <dgm:prSet/>
      <dgm:spPr/>
      <dgm:t>
        <a:bodyPr/>
        <a:lstStyle/>
        <a:p>
          <a:r>
            <a:rPr lang="en-US"/>
            <a:t>It requires some 20 to 30 person-days of effort from an evaluation team, plus even more for the architect and stakeholders. </a:t>
          </a:r>
          <a:endParaRPr lang="en-US" dirty="0"/>
        </a:p>
      </dgm:t>
    </dgm:pt>
    <dgm:pt modelId="{2D1426C9-2599-484F-817F-B4657AF58FC4}" type="parTrans" cxnId="{9816F158-E5EA-4BBF-A8D1-BE4B62A03F3E}">
      <dgm:prSet/>
      <dgm:spPr/>
      <dgm:t>
        <a:bodyPr/>
        <a:lstStyle/>
        <a:p>
          <a:endParaRPr lang="en-IN"/>
        </a:p>
      </dgm:t>
    </dgm:pt>
    <dgm:pt modelId="{2FB78CBF-71CC-4684-8590-1936D812CF77}" type="sibTrans" cxnId="{9816F158-E5EA-4BBF-A8D1-BE4B62A03F3E}">
      <dgm:prSet/>
      <dgm:spPr/>
      <dgm:t>
        <a:bodyPr/>
        <a:lstStyle/>
        <a:p>
          <a:endParaRPr lang="en-IN"/>
        </a:p>
      </dgm:t>
    </dgm:pt>
    <dgm:pt modelId="{B971397C-A532-4CC4-A5C8-9513A23BC502}">
      <dgm:prSet/>
      <dgm:spPr/>
      <dgm:t>
        <a:bodyPr/>
        <a:lstStyle/>
        <a:p>
          <a:r>
            <a:rPr lang="en-US"/>
            <a:t>Investing this amount of time makes sense on a large and costly project, where the risks of making a major mistake in the architecture are unacceptable. </a:t>
          </a:r>
          <a:endParaRPr lang="en-US" dirty="0"/>
        </a:p>
      </dgm:t>
    </dgm:pt>
    <dgm:pt modelId="{C486B623-340E-4525-A42B-093D2C205D4B}" type="parTrans" cxnId="{C817D5E3-00DD-4A2A-85FC-54EDA0AB0071}">
      <dgm:prSet/>
      <dgm:spPr/>
      <dgm:t>
        <a:bodyPr/>
        <a:lstStyle/>
        <a:p>
          <a:endParaRPr lang="en-IN"/>
        </a:p>
      </dgm:t>
    </dgm:pt>
    <dgm:pt modelId="{E5049F74-A247-48EB-90D3-1FF7185416D5}" type="sibTrans" cxnId="{C817D5E3-00DD-4A2A-85FC-54EDA0AB0071}">
      <dgm:prSet/>
      <dgm:spPr/>
      <dgm:t>
        <a:bodyPr/>
        <a:lstStyle/>
        <a:p>
          <a:endParaRPr lang="en-IN"/>
        </a:p>
      </dgm:t>
    </dgm:pt>
    <dgm:pt modelId="{CF437407-6320-4C64-ACE3-8051C243E345}">
      <dgm:prSet/>
      <dgm:spPr/>
      <dgm:t>
        <a:bodyPr/>
        <a:lstStyle/>
        <a:p>
          <a:r>
            <a:rPr lang="en-US"/>
            <a:t>We have developed a Lightweight Architecture Evaluation method, based on the ATAM, for smaller, less risky projects. </a:t>
          </a:r>
          <a:endParaRPr lang="en-US" dirty="0"/>
        </a:p>
      </dgm:t>
    </dgm:pt>
    <dgm:pt modelId="{0DA3CC2B-9888-4392-865B-69E2B88E3B76}" type="parTrans" cxnId="{95718D81-390B-41D0-8A5B-49FDAF0D7E83}">
      <dgm:prSet/>
      <dgm:spPr/>
      <dgm:t>
        <a:bodyPr/>
        <a:lstStyle/>
        <a:p>
          <a:endParaRPr lang="en-IN"/>
        </a:p>
      </dgm:t>
    </dgm:pt>
    <dgm:pt modelId="{8378740E-8B1B-4E23-B88D-0A41CB7F53E5}" type="sibTrans" cxnId="{95718D81-390B-41D0-8A5B-49FDAF0D7E83}">
      <dgm:prSet/>
      <dgm:spPr/>
      <dgm:t>
        <a:bodyPr/>
        <a:lstStyle/>
        <a:p>
          <a:endParaRPr lang="en-IN"/>
        </a:p>
      </dgm:t>
    </dgm:pt>
    <dgm:pt modelId="{DAAE770F-4AC3-4675-970C-0BC80F7E68FC}">
      <dgm:prSet/>
      <dgm:spPr/>
      <dgm:t>
        <a:bodyPr/>
        <a:lstStyle/>
        <a:p>
          <a:r>
            <a:rPr lang="en-US"/>
            <a:t>May take place in a single day, or even a half-day meeting. </a:t>
          </a:r>
          <a:endParaRPr lang="en-US" dirty="0"/>
        </a:p>
      </dgm:t>
    </dgm:pt>
    <dgm:pt modelId="{97C4A14E-ECE6-43D5-B18E-55DFFC72E3A2}" type="parTrans" cxnId="{00FA29D6-9DDD-4C15-AAAF-1079D7EC6918}">
      <dgm:prSet/>
      <dgm:spPr/>
      <dgm:t>
        <a:bodyPr/>
        <a:lstStyle/>
        <a:p>
          <a:endParaRPr lang="en-IN"/>
        </a:p>
      </dgm:t>
    </dgm:pt>
    <dgm:pt modelId="{A0D0DE64-13D6-4D38-8907-1AAF5ADD258C}" type="sibTrans" cxnId="{00FA29D6-9DDD-4C15-AAAF-1079D7EC6918}">
      <dgm:prSet/>
      <dgm:spPr/>
      <dgm:t>
        <a:bodyPr/>
        <a:lstStyle/>
        <a:p>
          <a:endParaRPr lang="en-IN"/>
        </a:p>
      </dgm:t>
    </dgm:pt>
    <dgm:pt modelId="{296A30ED-06B5-4FBF-9161-3AD9E14BA16D}">
      <dgm:prSet/>
      <dgm:spPr/>
      <dgm:t>
        <a:bodyPr/>
        <a:lstStyle/>
        <a:p>
          <a:r>
            <a:rPr lang="en-US"/>
            <a:t>May be carried out entirely by members internal to the organization. </a:t>
          </a:r>
          <a:endParaRPr lang="en-US" dirty="0"/>
        </a:p>
      </dgm:t>
    </dgm:pt>
    <dgm:pt modelId="{33D6F763-B4C0-4F00-AEDA-A43794913F09}" type="parTrans" cxnId="{3B822ED9-41DD-409C-BEC0-EE1FC4F2A276}">
      <dgm:prSet/>
      <dgm:spPr/>
      <dgm:t>
        <a:bodyPr/>
        <a:lstStyle/>
        <a:p>
          <a:endParaRPr lang="en-IN"/>
        </a:p>
      </dgm:t>
    </dgm:pt>
    <dgm:pt modelId="{F6056C21-7154-41E9-94CB-ACFE8415856A}" type="sibTrans" cxnId="{3B822ED9-41DD-409C-BEC0-EE1FC4F2A276}">
      <dgm:prSet/>
      <dgm:spPr/>
      <dgm:t>
        <a:bodyPr/>
        <a:lstStyle/>
        <a:p>
          <a:endParaRPr lang="en-IN"/>
        </a:p>
      </dgm:t>
    </dgm:pt>
    <dgm:pt modelId="{7DFFB133-F6FD-4A2E-A4EF-896B3AD26A85}">
      <dgm:prSet/>
      <dgm:spPr/>
      <dgm:t>
        <a:bodyPr/>
        <a:lstStyle/>
        <a:p>
          <a:r>
            <a:rPr lang="en-US"/>
            <a:t>Of course this lower level of scrutiny and objectivity may not probe the architecture as deeply.</a:t>
          </a:r>
          <a:endParaRPr lang="en-US" dirty="0"/>
        </a:p>
      </dgm:t>
    </dgm:pt>
    <dgm:pt modelId="{3DF1E87A-67B6-4EAA-BB12-588CE5EAC17B}" type="parTrans" cxnId="{2F62A5A4-2D40-4026-8230-A740E52A2842}">
      <dgm:prSet/>
      <dgm:spPr/>
      <dgm:t>
        <a:bodyPr/>
        <a:lstStyle/>
        <a:p>
          <a:endParaRPr lang="en-IN"/>
        </a:p>
      </dgm:t>
    </dgm:pt>
    <dgm:pt modelId="{A443FE37-A2EF-41A4-AE0C-D2A9E69B6E67}" type="sibTrans" cxnId="{2F62A5A4-2D40-4026-8230-A740E52A2842}">
      <dgm:prSet/>
      <dgm:spPr/>
      <dgm:t>
        <a:bodyPr/>
        <a:lstStyle/>
        <a:p>
          <a:endParaRPr lang="en-IN"/>
        </a:p>
      </dgm:t>
    </dgm:pt>
    <dgm:pt modelId="{CAEC23CC-3008-4855-A42F-602DB6AD4D7D}">
      <dgm:prSet/>
      <dgm:spPr/>
      <dgm:t>
        <a:bodyPr/>
        <a:lstStyle/>
        <a:p>
          <a:r>
            <a:rPr lang="en-US" dirty="0"/>
            <a:t>Because the participants are all internal to the organization and fewer in number than for the ATAM, giving everyone their say and achieving a shared understanding takes much less time. </a:t>
          </a:r>
        </a:p>
      </dgm:t>
    </dgm:pt>
    <dgm:pt modelId="{2E5F900A-B3FB-472A-8729-922F5D09306C}" type="parTrans" cxnId="{B87639DF-C7E7-4EE5-A203-0FF96ED39069}">
      <dgm:prSet/>
      <dgm:spPr/>
      <dgm:t>
        <a:bodyPr/>
        <a:lstStyle/>
        <a:p>
          <a:endParaRPr lang="en-IN"/>
        </a:p>
      </dgm:t>
    </dgm:pt>
    <dgm:pt modelId="{B4E9CB4D-4523-47F5-9566-D5E7238C2AB4}" type="sibTrans" cxnId="{B87639DF-C7E7-4EE5-A203-0FF96ED39069}">
      <dgm:prSet/>
      <dgm:spPr/>
      <dgm:t>
        <a:bodyPr/>
        <a:lstStyle/>
        <a:p>
          <a:endParaRPr lang="en-IN"/>
        </a:p>
      </dgm:t>
    </dgm:pt>
    <dgm:pt modelId="{ACCF69A3-3915-44D3-8FA2-EADE525C4AFE}">
      <dgm:prSet/>
      <dgm:spPr/>
      <dgm:t>
        <a:bodyPr/>
        <a:lstStyle/>
        <a:p>
          <a:r>
            <a:rPr lang="en-US"/>
            <a:t>The steps and phases of a Lightweight Architecture Evaluation can be carried out more quickly. </a:t>
          </a:r>
          <a:endParaRPr lang="en-US" dirty="0"/>
        </a:p>
      </dgm:t>
    </dgm:pt>
    <dgm:pt modelId="{3F62A800-D5E5-4A5D-9254-15B66F7907F7}" type="parTrans" cxnId="{9CC8A116-582E-496D-8FB1-BB2767D7393C}">
      <dgm:prSet/>
      <dgm:spPr/>
      <dgm:t>
        <a:bodyPr/>
        <a:lstStyle/>
        <a:p>
          <a:endParaRPr lang="en-IN"/>
        </a:p>
      </dgm:t>
    </dgm:pt>
    <dgm:pt modelId="{E72F4307-0480-4D68-BED8-BDB4D7BF87E7}" type="sibTrans" cxnId="{9CC8A116-582E-496D-8FB1-BB2767D7393C}">
      <dgm:prSet/>
      <dgm:spPr/>
      <dgm:t>
        <a:bodyPr/>
        <a:lstStyle/>
        <a:p>
          <a:endParaRPr lang="en-IN"/>
        </a:p>
      </dgm:t>
    </dgm:pt>
    <dgm:pt modelId="{87BE2B05-5EC4-4CF7-B829-83A31879CA29}" type="pres">
      <dgm:prSet presAssocID="{2FB1CB64-0A70-408C-8756-03E06323DEAF}" presName="linear" presStyleCnt="0">
        <dgm:presLayoutVars>
          <dgm:animLvl val="lvl"/>
          <dgm:resizeHandles val="exact"/>
        </dgm:presLayoutVars>
      </dgm:prSet>
      <dgm:spPr/>
    </dgm:pt>
    <dgm:pt modelId="{70AFA902-CFA5-4506-966A-87833BD776E3}" type="pres">
      <dgm:prSet presAssocID="{7EEDA070-1F46-4043-8700-F82EA9D6F6EC}" presName="parentText" presStyleLbl="node1" presStyleIdx="0" presStyleCnt="4">
        <dgm:presLayoutVars>
          <dgm:chMax val="0"/>
          <dgm:bulletEnabled val="1"/>
        </dgm:presLayoutVars>
      </dgm:prSet>
      <dgm:spPr/>
    </dgm:pt>
    <dgm:pt modelId="{DFF1BE26-9D81-413E-9119-5E1584CCBCBE}" type="pres">
      <dgm:prSet presAssocID="{7EEDA070-1F46-4043-8700-F82EA9D6F6EC}" presName="childText" presStyleLbl="revTx" presStyleIdx="0" presStyleCnt="2">
        <dgm:presLayoutVars>
          <dgm:bulletEnabled val="1"/>
        </dgm:presLayoutVars>
      </dgm:prSet>
      <dgm:spPr/>
    </dgm:pt>
    <dgm:pt modelId="{8A55CE9F-905D-4593-AA77-7C31CC75AC0D}" type="pres">
      <dgm:prSet presAssocID="{CF437407-6320-4C64-ACE3-8051C243E345}" presName="parentText" presStyleLbl="node1" presStyleIdx="1" presStyleCnt="4">
        <dgm:presLayoutVars>
          <dgm:chMax val="0"/>
          <dgm:bulletEnabled val="1"/>
        </dgm:presLayoutVars>
      </dgm:prSet>
      <dgm:spPr/>
    </dgm:pt>
    <dgm:pt modelId="{C9981CAF-E3D8-4FEB-A321-FF997DB9C358}" type="pres">
      <dgm:prSet presAssocID="{CF437407-6320-4C64-ACE3-8051C243E345}" presName="childText" presStyleLbl="revTx" presStyleIdx="1" presStyleCnt="2">
        <dgm:presLayoutVars>
          <dgm:bulletEnabled val="1"/>
        </dgm:presLayoutVars>
      </dgm:prSet>
      <dgm:spPr/>
    </dgm:pt>
    <dgm:pt modelId="{9298C438-E2DF-4007-9C3C-AF3399266993}" type="pres">
      <dgm:prSet presAssocID="{CAEC23CC-3008-4855-A42F-602DB6AD4D7D}" presName="parentText" presStyleLbl="node1" presStyleIdx="2" presStyleCnt="4">
        <dgm:presLayoutVars>
          <dgm:chMax val="0"/>
          <dgm:bulletEnabled val="1"/>
        </dgm:presLayoutVars>
      </dgm:prSet>
      <dgm:spPr/>
    </dgm:pt>
    <dgm:pt modelId="{17607BB6-5D99-4EE1-9075-3041A4755DB2}" type="pres">
      <dgm:prSet presAssocID="{B4E9CB4D-4523-47F5-9566-D5E7238C2AB4}" presName="spacer" presStyleCnt="0"/>
      <dgm:spPr/>
    </dgm:pt>
    <dgm:pt modelId="{448939C5-5A5A-4A23-90FF-9D6529BAB34A}" type="pres">
      <dgm:prSet presAssocID="{ACCF69A3-3915-44D3-8FA2-EADE525C4AFE}" presName="parentText" presStyleLbl="node1" presStyleIdx="3" presStyleCnt="4">
        <dgm:presLayoutVars>
          <dgm:chMax val="0"/>
          <dgm:bulletEnabled val="1"/>
        </dgm:presLayoutVars>
      </dgm:prSet>
      <dgm:spPr/>
    </dgm:pt>
  </dgm:ptLst>
  <dgm:cxnLst>
    <dgm:cxn modelId="{02D4D306-A9E0-4250-B59E-5E33A4F85B67}" type="presOf" srcId="{2FB1CB64-0A70-408C-8756-03E06323DEAF}" destId="{87BE2B05-5EC4-4CF7-B829-83A31879CA29}" srcOrd="0" destOrd="0" presId="urn:microsoft.com/office/officeart/2005/8/layout/vList2"/>
    <dgm:cxn modelId="{9CC8A116-582E-496D-8FB1-BB2767D7393C}" srcId="{2FB1CB64-0A70-408C-8756-03E06323DEAF}" destId="{ACCF69A3-3915-44D3-8FA2-EADE525C4AFE}" srcOrd="3" destOrd="0" parTransId="{3F62A800-D5E5-4A5D-9254-15B66F7907F7}" sibTransId="{E72F4307-0480-4D68-BED8-BDB4D7BF87E7}"/>
    <dgm:cxn modelId="{F6068E37-DC74-41EB-9894-D844346E9DBE}" type="presOf" srcId="{296A30ED-06B5-4FBF-9161-3AD9E14BA16D}" destId="{C9981CAF-E3D8-4FEB-A321-FF997DB9C358}" srcOrd="0" destOrd="1" presId="urn:microsoft.com/office/officeart/2005/8/layout/vList2"/>
    <dgm:cxn modelId="{86FEFC42-F150-4162-9272-DA3654A874B6}" type="presOf" srcId="{7EF9CF08-DA96-49CA-869E-9935FCC6EA6A}" destId="{DFF1BE26-9D81-413E-9119-5E1584CCBCBE}" srcOrd="0" destOrd="0" presId="urn:microsoft.com/office/officeart/2005/8/layout/vList2"/>
    <dgm:cxn modelId="{3076B166-0F39-4248-A94B-9EF51045D182}" type="presOf" srcId="{B971397C-A532-4CC4-A5C8-9513A23BC502}" destId="{DFF1BE26-9D81-413E-9119-5E1584CCBCBE}" srcOrd="0" destOrd="1" presId="urn:microsoft.com/office/officeart/2005/8/layout/vList2"/>
    <dgm:cxn modelId="{E28D8D6B-96BC-4BC0-9952-B1B5842172AA}" srcId="{2FB1CB64-0A70-408C-8756-03E06323DEAF}" destId="{7EEDA070-1F46-4043-8700-F82EA9D6F6EC}" srcOrd="0" destOrd="0" parTransId="{C4618A93-1EB9-4460-87EC-11E208CDD3A2}" sibTransId="{E48CD12A-0DB0-4C99-9E96-04E6DFB6726E}"/>
    <dgm:cxn modelId="{AE7FF370-9D39-441F-B512-03A9A9EEA5A9}" type="presOf" srcId="{7DFFB133-F6FD-4A2E-A4EF-896B3AD26A85}" destId="{C9981CAF-E3D8-4FEB-A321-FF997DB9C358}" srcOrd="0" destOrd="2" presId="urn:microsoft.com/office/officeart/2005/8/layout/vList2"/>
    <dgm:cxn modelId="{9816F158-E5EA-4BBF-A8D1-BE4B62A03F3E}" srcId="{7EEDA070-1F46-4043-8700-F82EA9D6F6EC}" destId="{7EF9CF08-DA96-49CA-869E-9935FCC6EA6A}" srcOrd="0" destOrd="0" parTransId="{2D1426C9-2599-484F-817F-B4657AF58FC4}" sibTransId="{2FB78CBF-71CC-4684-8590-1936D812CF77}"/>
    <dgm:cxn modelId="{95718D81-390B-41D0-8A5B-49FDAF0D7E83}" srcId="{2FB1CB64-0A70-408C-8756-03E06323DEAF}" destId="{CF437407-6320-4C64-ACE3-8051C243E345}" srcOrd="1" destOrd="0" parTransId="{0DA3CC2B-9888-4392-865B-69E2B88E3B76}" sibTransId="{8378740E-8B1B-4E23-B88D-0A41CB7F53E5}"/>
    <dgm:cxn modelId="{2F62A5A4-2D40-4026-8230-A740E52A2842}" srcId="{CF437407-6320-4C64-ACE3-8051C243E345}" destId="{7DFFB133-F6FD-4A2E-A4EF-896B3AD26A85}" srcOrd="2" destOrd="0" parTransId="{3DF1E87A-67B6-4EAA-BB12-588CE5EAC17B}" sibTransId="{A443FE37-A2EF-41A4-AE0C-D2A9E69B6E67}"/>
    <dgm:cxn modelId="{32ACDDB0-30AB-4451-AB2A-5B98DA967835}" type="presOf" srcId="{7EEDA070-1F46-4043-8700-F82EA9D6F6EC}" destId="{70AFA902-CFA5-4506-966A-87833BD776E3}" srcOrd="0" destOrd="0" presId="urn:microsoft.com/office/officeart/2005/8/layout/vList2"/>
    <dgm:cxn modelId="{4780A2B7-5CB6-450E-8825-420D78A8D1E2}" type="presOf" srcId="{CF437407-6320-4C64-ACE3-8051C243E345}" destId="{8A55CE9F-905D-4593-AA77-7C31CC75AC0D}" srcOrd="0" destOrd="0" presId="urn:microsoft.com/office/officeart/2005/8/layout/vList2"/>
    <dgm:cxn modelId="{052667C6-5F5D-4921-BEC1-36D8F4B057CC}" type="presOf" srcId="{ACCF69A3-3915-44D3-8FA2-EADE525C4AFE}" destId="{448939C5-5A5A-4A23-90FF-9D6529BAB34A}" srcOrd="0" destOrd="0" presId="urn:microsoft.com/office/officeart/2005/8/layout/vList2"/>
    <dgm:cxn modelId="{00FA29D6-9DDD-4C15-AAAF-1079D7EC6918}" srcId="{CF437407-6320-4C64-ACE3-8051C243E345}" destId="{DAAE770F-4AC3-4675-970C-0BC80F7E68FC}" srcOrd="0" destOrd="0" parTransId="{97C4A14E-ECE6-43D5-B18E-55DFFC72E3A2}" sibTransId="{A0D0DE64-13D6-4D38-8907-1AAF5ADD258C}"/>
    <dgm:cxn modelId="{DE8A99D6-CD07-4E37-BD7B-DB569B92B94F}" type="presOf" srcId="{DAAE770F-4AC3-4675-970C-0BC80F7E68FC}" destId="{C9981CAF-E3D8-4FEB-A321-FF997DB9C358}" srcOrd="0" destOrd="0" presId="urn:microsoft.com/office/officeart/2005/8/layout/vList2"/>
    <dgm:cxn modelId="{3B822ED9-41DD-409C-BEC0-EE1FC4F2A276}" srcId="{CF437407-6320-4C64-ACE3-8051C243E345}" destId="{296A30ED-06B5-4FBF-9161-3AD9E14BA16D}" srcOrd="1" destOrd="0" parTransId="{33D6F763-B4C0-4F00-AEDA-A43794913F09}" sibTransId="{F6056C21-7154-41E9-94CB-ACFE8415856A}"/>
    <dgm:cxn modelId="{B87639DF-C7E7-4EE5-A203-0FF96ED39069}" srcId="{2FB1CB64-0A70-408C-8756-03E06323DEAF}" destId="{CAEC23CC-3008-4855-A42F-602DB6AD4D7D}" srcOrd="2" destOrd="0" parTransId="{2E5F900A-B3FB-472A-8729-922F5D09306C}" sibTransId="{B4E9CB4D-4523-47F5-9566-D5E7238C2AB4}"/>
    <dgm:cxn modelId="{C817D5E3-00DD-4A2A-85FC-54EDA0AB0071}" srcId="{7EEDA070-1F46-4043-8700-F82EA9D6F6EC}" destId="{B971397C-A532-4CC4-A5C8-9513A23BC502}" srcOrd="1" destOrd="0" parTransId="{C486B623-340E-4525-A42B-093D2C205D4B}" sibTransId="{E5049F74-A247-48EB-90D3-1FF7185416D5}"/>
    <dgm:cxn modelId="{A81A78F7-CF0C-45CC-BBA8-5FDCC25B3E6A}" type="presOf" srcId="{CAEC23CC-3008-4855-A42F-602DB6AD4D7D}" destId="{9298C438-E2DF-4007-9C3C-AF3399266993}" srcOrd="0" destOrd="0" presId="urn:microsoft.com/office/officeart/2005/8/layout/vList2"/>
    <dgm:cxn modelId="{31217C8E-31A0-4153-9F5E-B0F015A7DE7B}" type="presParOf" srcId="{87BE2B05-5EC4-4CF7-B829-83A31879CA29}" destId="{70AFA902-CFA5-4506-966A-87833BD776E3}" srcOrd="0" destOrd="0" presId="urn:microsoft.com/office/officeart/2005/8/layout/vList2"/>
    <dgm:cxn modelId="{ED0AAE69-FBBD-4C1F-9ACD-69E6564D32A1}" type="presParOf" srcId="{87BE2B05-5EC4-4CF7-B829-83A31879CA29}" destId="{DFF1BE26-9D81-413E-9119-5E1584CCBCBE}" srcOrd="1" destOrd="0" presId="urn:microsoft.com/office/officeart/2005/8/layout/vList2"/>
    <dgm:cxn modelId="{24A94014-7CC7-49DD-A6F5-FA98D6F8E253}" type="presParOf" srcId="{87BE2B05-5EC4-4CF7-B829-83A31879CA29}" destId="{8A55CE9F-905D-4593-AA77-7C31CC75AC0D}" srcOrd="2" destOrd="0" presId="urn:microsoft.com/office/officeart/2005/8/layout/vList2"/>
    <dgm:cxn modelId="{DF9B4388-5870-4C0F-A869-2CB90775A85C}" type="presParOf" srcId="{87BE2B05-5EC4-4CF7-B829-83A31879CA29}" destId="{C9981CAF-E3D8-4FEB-A321-FF997DB9C358}" srcOrd="3" destOrd="0" presId="urn:microsoft.com/office/officeart/2005/8/layout/vList2"/>
    <dgm:cxn modelId="{3130AF21-D644-456A-AB95-76E85364B140}" type="presParOf" srcId="{87BE2B05-5EC4-4CF7-B829-83A31879CA29}" destId="{9298C438-E2DF-4007-9C3C-AF3399266993}" srcOrd="4" destOrd="0" presId="urn:microsoft.com/office/officeart/2005/8/layout/vList2"/>
    <dgm:cxn modelId="{1F939FB2-E6FD-47A0-BF47-1A8A8597BE63}" type="presParOf" srcId="{87BE2B05-5EC4-4CF7-B829-83A31879CA29}" destId="{17607BB6-5D99-4EE1-9075-3041A4755DB2}" srcOrd="5" destOrd="0" presId="urn:microsoft.com/office/officeart/2005/8/layout/vList2"/>
    <dgm:cxn modelId="{DC8108AD-E606-4947-BEA4-CA2D600BA6CB}" type="presParOf" srcId="{87BE2B05-5EC4-4CF7-B829-83A31879CA29}" destId="{448939C5-5A5A-4A23-90FF-9D6529BAB34A}"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FC9CFB8B-550D-48CB-BCF2-5C8F6F1A5DFA}" type="doc">
      <dgm:prSet loTypeId="urn:microsoft.com/office/officeart/2005/8/layout/vList2" loCatId="list" qsTypeId="urn:microsoft.com/office/officeart/2005/8/quickstyle/simple1#24" qsCatId="simple" csTypeId="urn:microsoft.com/office/officeart/2005/8/colors/accent1_2#24" csCatId="accent1" phldr="1"/>
      <dgm:spPr/>
      <dgm:t>
        <a:bodyPr/>
        <a:lstStyle/>
        <a:p>
          <a:endParaRPr lang="en-IN"/>
        </a:p>
      </dgm:t>
    </dgm:pt>
    <dgm:pt modelId="{35DB039B-518C-4445-9A51-5A20FE48A940}">
      <dgm:prSet phldrT="[Text]"/>
      <dgm:spPr/>
      <dgm:t>
        <a:bodyPr/>
        <a:lstStyle/>
        <a:p>
          <a:r>
            <a:rPr lang="en-US" dirty="0"/>
            <a:t>If a system is important enough for you to explicitly design its architecture, then that architecture should be evaluated. </a:t>
          </a:r>
          <a:endParaRPr lang="en-IN" dirty="0"/>
        </a:p>
      </dgm:t>
    </dgm:pt>
    <dgm:pt modelId="{D07898C0-DBE5-44C7-9993-0769456AF4B5}" type="parTrans" cxnId="{ABF60DCF-6890-4238-A968-E3BE907D8C07}">
      <dgm:prSet/>
      <dgm:spPr/>
      <dgm:t>
        <a:bodyPr/>
        <a:lstStyle/>
        <a:p>
          <a:endParaRPr lang="en-IN"/>
        </a:p>
      </dgm:t>
    </dgm:pt>
    <dgm:pt modelId="{74CD3775-9FAD-4708-A51E-A82749EDB178}" type="sibTrans" cxnId="{ABF60DCF-6890-4238-A968-E3BE907D8C07}">
      <dgm:prSet/>
      <dgm:spPr/>
      <dgm:t>
        <a:bodyPr/>
        <a:lstStyle/>
        <a:p>
          <a:endParaRPr lang="en-IN"/>
        </a:p>
      </dgm:t>
    </dgm:pt>
    <dgm:pt modelId="{C9BEBD51-A4DA-4D5D-8E88-C58603EB7689}">
      <dgm:prSet/>
      <dgm:spPr/>
      <dgm:t>
        <a:bodyPr/>
        <a:lstStyle/>
        <a:p>
          <a:r>
            <a:rPr lang="en-US" dirty="0"/>
            <a:t>The number of evaluations and the extent of each evaluation may vary from project to project. </a:t>
          </a:r>
        </a:p>
      </dgm:t>
    </dgm:pt>
    <dgm:pt modelId="{7749981F-9BF8-4C09-AD0A-B5D722E22D8E}" type="parTrans" cxnId="{3854B66A-0FAE-4CA0-98A0-9BE3AB650403}">
      <dgm:prSet/>
      <dgm:spPr/>
      <dgm:t>
        <a:bodyPr/>
        <a:lstStyle/>
        <a:p>
          <a:endParaRPr lang="en-IN"/>
        </a:p>
      </dgm:t>
    </dgm:pt>
    <dgm:pt modelId="{0C914DAF-600B-4A05-8CB8-6D810E3A4066}" type="sibTrans" cxnId="{3854B66A-0FAE-4CA0-98A0-9BE3AB650403}">
      <dgm:prSet/>
      <dgm:spPr/>
      <dgm:t>
        <a:bodyPr/>
        <a:lstStyle/>
        <a:p>
          <a:endParaRPr lang="en-IN"/>
        </a:p>
      </dgm:t>
    </dgm:pt>
    <dgm:pt modelId="{6CD5303D-8099-438D-AFF2-6B7FA7862497}">
      <dgm:prSet/>
      <dgm:spPr/>
      <dgm:t>
        <a:bodyPr/>
        <a:lstStyle/>
        <a:p>
          <a:r>
            <a:rPr lang="en-US" dirty="0"/>
            <a:t>A designer should perform an evaluation during the process of making an important decision. </a:t>
          </a:r>
        </a:p>
      </dgm:t>
    </dgm:pt>
    <dgm:pt modelId="{67D17CD7-7657-48D6-8CD5-732CE868FAD8}" type="parTrans" cxnId="{AEC67FC9-C9ED-4128-BF8C-1972C6AAF3FF}">
      <dgm:prSet/>
      <dgm:spPr/>
      <dgm:t>
        <a:bodyPr/>
        <a:lstStyle/>
        <a:p>
          <a:endParaRPr lang="en-IN"/>
        </a:p>
      </dgm:t>
    </dgm:pt>
    <dgm:pt modelId="{C25CDC67-31F6-49DA-9C81-64F69660FCD4}" type="sibTrans" cxnId="{AEC67FC9-C9ED-4128-BF8C-1972C6AAF3FF}">
      <dgm:prSet/>
      <dgm:spPr/>
      <dgm:t>
        <a:bodyPr/>
        <a:lstStyle/>
        <a:p>
          <a:endParaRPr lang="en-IN"/>
        </a:p>
      </dgm:t>
    </dgm:pt>
    <dgm:pt modelId="{63BA56D0-0236-4AEE-A56B-2BD8B4E914C1}">
      <dgm:prSet/>
      <dgm:spPr/>
      <dgm:t>
        <a:bodyPr/>
        <a:lstStyle/>
        <a:p>
          <a:r>
            <a:rPr lang="en-US" dirty="0"/>
            <a:t>Lightweight evaluations can be performed several times during a project as a peer review exercise. </a:t>
          </a:r>
        </a:p>
      </dgm:t>
    </dgm:pt>
    <dgm:pt modelId="{172A32BD-BFA5-4BEB-9C02-08779D065AF4}" type="parTrans" cxnId="{231A5869-CB09-4FF4-808E-F20C116BAC54}">
      <dgm:prSet/>
      <dgm:spPr/>
      <dgm:t>
        <a:bodyPr/>
        <a:lstStyle/>
        <a:p>
          <a:endParaRPr lang="en-IN"/>
        </a:p>
      </dgm:t>
    </dgm:pt>
    <dgm:pt modelId="{DC9FC32A-5A6C-4491-AE25-7EC8B88D22CB}" type="sibTrans" cxnId="{231A5869-CB09-4FF4-808E-F20C116BAC54}">
      <dgm:prSet/>
      <dgm:spPr/>
      <dgm:t>
        <a:bodyPr/>
        <a:lstStyle/>
        <a:p>
          <a:endParaRPr lang="en-IN"/>
        </a:p>
      </dgm:t>
    </dgm:pt>
    <dgm:pt modelId="{6760CAFD-D8D7-40BC-A576-F86D9E191EC7}" type="pres">
      <dgm:prSet presAssocID="{FC9CFB8B-550D-48CB-BCF2-5C8F6F1A5DFA}" presName="linear" presStyleCnt="0">
        <dgm:presLayoutVars>
          <dgm:animLvl val="lvl"/>
          <dgm:resizeHandles val="exact"/>
        </dgm:presLayoutVars>
      </dgm:prSet>
      <dgm:spPr/>
    </dgm:pt>
    <dgm:pt modelId="{177E50B5-7005-4A35-869B-6C45E5BC929D}" type="pres">
      <dgm:prSet presAssocID="{35DB039B-518C-4445-9A51-5A20FE48A940}" presName="parentText" presStyleLbl="node1" presStyleIdx="0" presStyleCnt="2">
        <dgm:presLayoutVars>
          <dgm:chMax val="0"/>
          <dgm:bulletEnabled val="1"/>
        </dgm:presLayoutVars>
      </dgm:prSet>
      <dgm:spPr/>
    </dgm:pt>
    <dgm:pt modelId="{B8977C35-EFE4-46A6-83CA-CE3CE0BEA005}" type="pres">
      <dgm:prSet presAssocID="{74CD3775-9FAD-4708-A51E-A82749EDB178}" presName="spacer" presStyleCnt="0"/>
      <dgm:spPr/>
    </dgm:pt>
    <dgm:pt modelId="{19414B93-A140-4957-9B66-74EF1320CA9A}" type="pres">
      <dgm:prSet presAssocID="{C9BEBD51-A4DA-4D5D-8E88-C58603EB7689}" presName="parentText" presStyleLbl="node1" presStyleIdx="1" presStyleCnt="2">
        <dgm:presLayoutVars>
          <dgm:chMax val="0"/>
          <dgm:bulletEnabled val="1"/>
        </dgm:presLayoutVars>
      </dgm:prSet>
      <dgm:spPr/>
    </dgm:pt>
    <dgm:pt modelId="{22C4543B-BE26-400B-9770-755662E5A19F}" type="pres">
      <dgm:prSet presAssocID="{C9BEBD51-A4DA-4D5D-8E88-C58603EB7689}" presName="childText" presStyleLbl="revTx" presStyleIdx="0" presStyleCnt="1">
        <dgm:presLayoutVars>
          <dgm:bulletEnabled val="1"/>
        </dgm:presLayoutVars>
      </dgm:prSet>
      <dgm:spPr/>
    </dgm:pt>
  </dgm:ptLst>
  <dgm:cxnLst>
    <dgm:cxn modelId="{9F748E02-49AA-4E1E-99F4-F10600F852B1}" type="presOf" srcId="{63BA56D0-0236-4AEE-A56B-2BD8B4E914C1}" destId="{22C4543B-BE26-400B-9770-755662E5A19F}" srcOrd="0" destOrd="1" presId="urn:microsoft.com/office/officeart/2005/8/layout/vList2"/>
    <dgm:cxn modelId="{54AC0A10-BFA7-416D-8319-10633CE1B89A}" type="presOf" srcId="{6CD5303D-8099-438D-AFF2-6B7FA7862497}" destId="{22C4543B-BE26-400B-9770-755662E5A19F}" srcOrd="0" destOrd="0" presId="urn:microsoft.com/office/officeart/2005/8/layout/vList2"/>
    <dgm:cxn modelId="{231A5869-CB09-4FF4-808E-F20C116BAC54}" srcId="{C9BEBD51-A4DA-4D5D-8E88-C58603EB7689}" destId="{63BA56D0-0236-4AEE-A56B-2BD8B4E914C1}" srcOrd="1" destOrd="0" parTransId="{172A32BD-BFA5-4BEB-9C02-08779D065AF4}" sibTransId="{DC9FC32A-5A6C-4491-AE25-7EC8B88D22CB}"/>
    <dgm:cxn modelId="{3854B66A-0FAE-4CA0-98A0-9BE3AB650403}" srcId="{FC9CFB8B-550D-48CB-BCF2-5C8F6F1A5DFA}" destId="{C9BEBD51-A4DA-4D5D-8E88-C58603EB7689}" srcOrd="1" destOrd="0" parTransId="{7749981F-9BF8-4C09-AD0A-B5D722E22D8E}" sibTransId="{0C914DAF-600B-4A05-8CB8-6D810E3A4066}"/>
    <dgm:cxn modelId="{F633CE8C-2A3A-4B69-BAFB-5872AFCD212D}" type="presOf" srcId="{FC9CFB8B-550D-48CB-BCF2-5C8F6F1A5DFA}" destId="{6760CAFD-D8D7-40BC-A576-F86D9E191EC7}" srcOrd="0" destOrd="0" presId="urn:microsoft.com/office/officeart/2005/8/layout/vList2"/>
    <dgm:cxn modelId="{78598BA4-A26C-4D6A-8090-F68CCCB9503C}" type="presOf" srcId="{35DB039B-518C-4445-9A51-5A20FE48A940}" destId="{177E50B5-7005-4A35-869B-6C45E5BC929D}" srcOrd="0" destOrd="0" presId="urn:microsoft.com/office/officeart/2005/8/layout/vList2"/>
    <dgm:cxn modelId="{AEC67FC9-C9ED-4128-BF8C-1972C6AAF3FF}" srcId="{C9BEBD51-A4DA-4D5D-8E88-C58603EB7689}" destId="{6CD5303D-8099-438D-AFF2-6B7FA7862497}" srcOrd="0" destOrd="0" parTransId="{67D17CD7-7657-48D6-8CD5-732CE868FAD8}" sibTransId="{C25CDC67-31F6-49DA-9C81-64F69660FCD4}"/>
    <dgm:cxn modelId="{ABF60DCF-6890-4238-A968-E3BE907D8C07}" srcId="{FC9CFB8B-550D-48CB-BCF2-5C8F6F1A5DFA}" destId="{35DB039B-518C-4445-9A51-5A20FE48A940}" srcOrd="0" destOrd="0" parTransId="{D07898C0-DBE5-44C7-9993-0769456AF4B5}" sibTransId="{74CD3775-9FAD-4708-A51E-A82749EDB178}"/>
    <dgm:cxn modelId="{500803E6-1416-4484-BB8B-4B6F75DA80FB}" type="presOf" srcId="{C9BEBD51-A4DA-4D5D-8E88-C58603EB7689}" destId="{19414B93-A140-4957-9B66-74EF1320CA9A}" srcOrd="0" destOrd="0" presId="urn:microsoft.com/office/officeart/2005/8/layout/vList2"/>
    <dgm:cxn modelId="{D9FA81E3-59E2-42DC-86AF-46FF46563DFA}" type="presParOf" srcId="{6760CAFD-D8D7-40BC-A576-F86D9E191EC7}" destId="{177E50B5-7005-4A35-869B-6C45E5BC929D}" srcOrd="0" destOrd="0" presId="urn:microsoft.com/office/officeart/2005/8/layout/vList2"/>
    <dgm:cxn modelId="{198D4327-8633-478D-9101-5A56BCEA66AF}" type="presParOf" srcId="{6760CAFD-D8D7-40BC-A576-F86D9E191EC7}" destId="{B8977C35-EFE4-46A6-83CA-CE3CE0BEA005}" srcOrd="1" destOrd="0" presId="urn:microsoft.com/office/officeart/2005/8/layout/vList2"/>
    <dgm:cxn modelId="{B33A1D57-795D-4219-B765-33AA09D6366D}" type="presParOf" srcId="{6760CAFD-D8D7-40BC-A576-F86D9E191EC7}" destId="{19414B93-A140-4957-9B66-74EF1320CA9A}" srcOrd="2" destOrd="0" presId="urn:microsoft.com/office/officeart/2005/8/layout/vList2"/>
    <dgm:cxn modelId="{82FFFE06-6EC3-479C-8C42-9E15F4C07663}" type="presParOf" srcId="{6760CAFD-D8D7-40BC-A576-F86D9E191EC7}" destId="{22C4543B-BE26-400B-9770-755662E5A19F}"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FC9CFB8B-550D-48CB-BCF2-5C8F6F1A5DFA}" type="doc">
      <dgm:prSet loTypeId="urn:microsoft.com/office/officeart/2005/8/layout/vList2" loCatId="list" qsTypeId="urn:microsoft.com/office/officeart/2005/8/quickstyle/simple1#25" qsCatId="simple" csTypeId="urn:microsoft.com/office/officeart/2005/8/colors/accent1_2#25" csCatId="accent1" phldr="1"/>
      <dgm:spPr/>
      <dgm:t>
        <a:bodyPr/>
        <a:lstStyle/>
        <a:p>
          <a:endParaRPr lang="en-IN"/>
        </a:p>
      </dgm:t>
    </dgm:pt>
    <dgm:pt modelId="{63BA56D0-0236-4AEE-A56B-2BD8B4E914C1}">
      <dgm:prSet/>
      <dgm:spPr/>
      <dgm:t>
        <a:bodyPr/>
        <a:lstStyle/>
        <a:p>
          <a:r>
            <a:rPr lang="en-US" dirty="0"/>
            <a:t>The ATAM is a comprehensive method for evaluating software architectures. It works by having project decision makers and stakeholders articulate a precise list of quality attribute requirements (in the form of scenarios) and by illuminating the architectural decisions relevant to carrying out each high-priority scenario. The decisions can then be understood in terms of risks or non-risks to find any trouble spots in the architecture.</a:t>
          </a:r>
        </a:p>
      </dgm:t>
    </dgm:pt>
    <dgm:pt modelId="{172A32BD-BFA5-4BEB-9C02-08779D065AF4}" type="parTrans" cxnId="{231A5869-CB09-4FF4-808E-F20C116BAC54}">
      <dgm:prSet/>
      <dgm:spPr/>
      <dgm:t>
        <a:bodyPr/>
        <a:lstStyle/>
        <a:p>
          <a:endParaRPr lang="en-IN"/>
        </a:p>
      </dgm:t>
    </dgm:pt>
    <dgm:pt modelId="{DC9FC32A-5A6C-4491-AE25-7EC8B88D22CB}" type="sibTrans" cxnId="{231A5869-CB09-4FF4-808E-F20C116BAC54}">
      <dgm:prSet/>
      <dgm:spPr/>
      <dgm:t>
        <a:bodyPr/>
        <a:lstStyle/>
        <a:p>
          <a:endParaRPr lang="en-IN"/>
        </a:p>
      </dgm:t>
    </dgm:pt>
    <dgm:pt modelId="{6472E283-4D46-4D59-8394-77AFA5CE3704}">
      <dgm:prSet/>
      <dgm:spPr/>
      <dgm:t>
        <a:bodyPr/>
        <a:lstStyle/>
        <a:p>
          <a:r>
            <a:rPr lang="en-US" dirty="0"/>
            <a:t>Lightweight Architecture Evaluation, based on the ATAM, provides an inexpensive, low-ceremony architecture evaluation that can be carried out in an afternoon.</a:t>
          </a:r>
        </a:p>
      </dgm:t>
    </dgm:pt>
    <dgm:pt modelId="{FAB576C8-0BFB-48AE-969E-73BB47265770}" type="parTrans" cxnId="{BAC562CB-4F27-4FC5-8488-5589F3CA445D}">
      <dgm:prSet/>
      <dgm:spPr/>
      <dgm:t>
        <a:bodyPr/>
        <a:lstStyle/>
        <a:p>
          <a:endParaRPr lang="en-IN"/>
        </a:p>
      </dgm:t>
    </dgm:pt>
    <dgm:pt modelId="{61834BF6-4152-4255-BD65-87CD346A8296}" type="sibTrans" cxnId="{BAC562CB-4F27-4FC5-8488-5589F3CA445D}">
      <dgm:prSet/>
      <dgm:spPr/>
      <dgm:t>
        <a:bodyPr/>
        <a:lstStyle/>
        <a:p>
          <a:endParaRPr lang="en-IN"/>
        </a:p>
      </dgm:t>
    </dgm:pt>
    <dgm:pt modelId="{6760CAFD-D8D7-40BC-A576-F86D9E191EC7}" type="pres">
      <dgm:prSet presAssocID="{FC9CFB8B-550D-48CB-BCF2-5C8F6F1A5DFA}" presName="linear" presStyleCnt="0">
        <dgm:presLayoutVars>
          <dgm:animLvl val="lvl"/>
          <dgm:resizeHandles val="exact"/>
        </dgm:presLayoutVars>
      </dgm:prSet>
      <dgm:spPr/>
    </dgm:pt>
    <dgm:pt modelId="{7AE0DA05-7D7C-49F1-BA62-9D72143193F1}" type="pres">
      <dgm:prSet presAssocID="{63BA56D0-0236-4AEE-A56B-2BD8B4E914C1}" presName="parentText" presStyleLbl="node1" presStyleIdx="0" presStyleCnt="2">
        <dgm:presLayoutVars>
          <dgm:chMax val="0"/>
          <dgm:bulletEnabled val="1"/>
        </dgm:presLayoutVars>
      </dgm:prSet>
      <dgm:spPr/>
    </dgm:pt>
    <dgm:pt modelId="{3809BDB3-7E24-4F4A-8D15-C88B6947BB88}" type="pres">
      <dgm:prSet presAssocID="{DC9FC32A-5A6C-4491-AE25-7EC8B88D22CB}" presName="spacer" presStyleCnt="0"/>
      <dgm:spPr/>
    </dgm:pt>
    <dgm:pt modelId="{BAE62C97-69C5-4AED-BDB1-FA23907B889A}" type="pres">
      <dgm:prSet presAssocID="{6472E283-4D46-4D59-8394-77AFA5CE3704}" presName="parentText" presStyleLbl="node1" presStyleIdx="1" presStyleCnt="2" custScaleY="50387">
        <dgm:presLayoutVars>
          <dgm:chMax val="0"/>
          <dgm:bulletEnabled val="1"/>
        </dgm:presLayoutVars>
      </dgm:prSet>
      <dgm:spPr/>
    </dgm:pt>
  </dgm:ptLst>
  <dgm:cxnLst>
    <dgm:cxn modelId="{5EAE020A-841B-4600-96CF-5F875F133B92}" type="presOf" srcId="{FC9CFB8B-550D-48CB-BCF2-5C8F6F1A5DFA}" destId="{6760CAFD-D8D7-40BC-A576-F86D9E191EC7}" srcOrd="0" destOrd="0" presId="urn:microsoft.com/office/officeart/2005/8/layout/vList2"/>
    <dgm:cxn modelId="{DBB50945-331E-43B6-B5E0-309843E155D7}" type="presOf" srcId="{6472E283-4D46-4D59-8394-77AFA5CE3704}" destId="{BAE62C97-69C5-4AED-BDB1-FA23907B889A}" srcOrd="0" destOrd="0" presId="urn:microsoft.com/office/officeart/2005/8/layout/vList2"/>
    <dgm:cxn modelId="{231A5869-CB09-4FF4-808E-F20C116BAC54}" srcId="{FC9CFB8B-550D-48CB-BCF2-5C8F6F1A5DFA}" destId="{63BA56D0-0236-4AEE-A56B-2BD8B4E914C1}" srcOrd="0" destOrd="0" parTransId="{172A32BD-BFA5-4BEB-9C02-08779D065AF4}" sibTransId="{DC9FC32A-5A6C-4491-AE25-7EC8B88D22CB}"/>
    <dgm:cxn modelId="{91AD39B0-7B33-4653-A05E-E4F7BB2C3EE0}" type="presOf" srcId="{63BA56D0-0236-4AEE-A56B-2BD8B4E914C1}" destId="{7AE0DA05-7D7C-49F1-BA62-9D72143193F1}" srcOrd="0" destOrd="0" presId="urn:microsoft.com/office/officeart/2005/8/layout/vList2"/>
    <dgm:cxn modelId="{BAC562CB-4F27-4FC5-8488-5589F3CA445D}" srcId="{FC9CFB8B-550D-48CB-BCF2-5C8F6F1A5DFA}" destId="{6472E283-4D46-4D59-8394-77AFA5CE3704}" srcOrd="1" destOrd="0" parTransId="{FAB576C8-0BFB-48AE-969E-73BB47265770}" sibTransId="{61834BF6-4152-4255-BD65-87CD346A8296}"/>
    <dgm:cxn modelId="{D5E17B70-3686-48DB-AB67-3B6D4E7C579C}" type="presParOf" srcId="{6760CAFD-D8D7-40BC-A576-F86D9E191EC7}" destId="{7AE0DA05-7D7C-49F1-BA62-9D72143193F1}" srcOrd="0" destOrd="0" presId="urn:microsoft.com/office/officeart/2005/8/layout/vList2"/>
    <dgm:cxn modelId="{E749EDAA-BE1B-48E6-9231-38488C05278B}" type="presParOf" srcId="{6760CAFD-D8D7-40BC-A576-F86D9E191EC7}" destId="{3809BDB3-7E24-4F4A-8D15-C88B6947BB88}" srcOrd="1" destOrd="0" presId="urn:microsoft.com/office/officeart/2005/8/layout/vList2"/>
    <dgm:cxn modelId="{6CFB803B-1948-427F-BBDA-7697438E3116}" type="presParOf" srcId="{6760CAFD-D8D7-40BC-A576-F86D9E191EC7}" destId="{BAE62C97-69C5-4AED-BDB1-FA23907B889A}" srcOrd="2"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43AD6D-0337-474F-BB41-B20B6D18CB8D}">
      <dsp:nvSpPr>
        <dsp:cNvPr id="0" name=""/>
        <dsp:cNvSpPr/>
      </dsp:nvSpPr>
      <dsp:spPr>
        <a:xfrm>
          <a:off x="0" y="694281"/>
          <a:ext cx="8229600" cy="71954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Evaluation Factors</a:t>
          </a:r>
          <a:endParaRPr lang="en-IN" sz="3000" kern="1200" dirty="0"/>
        </a:p>
      </dsp:txBody>
      <dsp:txXfrm>
        <a:off x="35125" y="729406"/>
        <a:ext cx="8159350" cy="649299"/>
      </dsp:txXfrm>
    </dsp:sp>
    <dsp:sp modelId="{BE38A503-637C-48E2-ADB6-B2C7268E9145}">
      <dsp:nvSpPr>
        <dsp:cNvPr id="0" name=""/>
        <dsp:cNvSpPr/>
      </dsp:nvSpPr>
      <dsp:spPr>
        <a:xfrm>
          <a:off x="0" y="1500231"/>
          <a:ext cx="8229600" cy="71954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a:t>The Architecture Tradeoff Analysis Method (ATAM)</a:t>
          </a:r>
          <a:endParaRPr lang="en-US" sz="3000" kern="1200" dirty="0"/>
        </a:p>
      </dsp:txBody>
      <dsp:txXfrm>
        <a:off x="35125" y="1535356"/>
        <a:ext cx="8159350" cy="649299"/>
      </dsp:txXfrm>
    </dsp:sp>
    <dsp:sp modelId="{2895B14A-6BAF-4DCB-B1CF-6C44FE4ACEA2}">
      <dsp:nvSpPr>
        <dsp:cNvPr id="0" name=""/>
        <dsp:cNvSpPr/>
      </dsp:nvSpPr>
      <dsp:spPr>
        <a:xfrm>
          <a:off x="0" y="2306180"/>
          <a:ext cx="8229600" cy="71954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a:t>Lightweight Architecture Evaluation</a:t>
          </a:r>
          <a:endParaRPr lang="en-US" sz="3000" kern="1200" dirty="0"/>
        </a:p>
      </dsp:txBody>
      <dsp:txXfrm>
        <a:off x="35125" y="2341305"/>
        <a:ext cx="8159350" cy="649299"/>
      </dsp:txXfrm>
    </dsp:sp>
    <dsp:sp modelId="{A0AC6504-F6BA-4511-818F-9B90998FBF19}">
      <dsp:nvSpPr>
        <dsp:cNvPr id="0" name=""/>
        <dsp:cNvSpPr/>
      </dsp:nvSpPr>
      <dsp:spPr>
        <a:xfrm>
          <a:off x="0" y="3112131"/>
          <a:ext cx="8229600" cy="71954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kern="1200" dirty="0"/>
            <a:t>Summary</a:t>
          </a:r>
        </a:p>
      </dsp:txBody>
      <dsp:txXfrm>
        <a:off x="35125" y="3147256"/>
        <a:ext cx="8159350" cy="6492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64DBA4-A296-401A-AAF8-46ECA08B1E6B}">
      <dsp:nvSpPr>
        <dsp:cNvPr id="0" name=""/>
        <dsp:cNvSpPr/>
      </dsp:nvSpPr>
      <dsp:spPr>
        <a:xfrm rot="16200000">
          <a:off x="-956009" y="957014"/>
          <a:ext cx="4525962" cy="2611933"/>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0" tIns="0" rIns="201693" bIns="0" numCol="1" spcCol="1270" anchor="ctr" anchorCtr="0">
          <a:noAutofit/>
        </a:bodyPr>
        <a:lstStyle/>
        <a:p>
          <a:pPr marL="0" lvl="0" indent="0" algn="ctr" defTabSz="1422400">
            <a:lnSpc>
              <a:spcPct val="90000"/>
            </a:lnSpc>
            <a:spcBef>
              <a:spcPct val="0"/>
            </a:spcBef>
            <a:spcAft>
              <a:spcPct val="35000"/>
            </a:spcAft>
            <a:buNone/>
          </a:pPr>
          <a:r>
            <a:rPr lang="en-US" sz="3200" kern="1200"/>
            <a:t>Evaluation by the designer within the design process.</a:t>
          </a:r>
          <a:endParaRPr lang="en-IN" sz="3200" kern="1200"/>
        </a:p>
      </dsp:txBody>
      <dsp:txXfrm rot="5400000">
        <a:off x="1005" y="905192"/>
        <a:ext cx="2611933" cy="2715578"/>
      </dsp:txXfrm>
    </dsp:sp>
    <dsp:sp modelId="{7B7D6BD1-8EB4-44C0-A37B-E68D6473981B}">
      <dsp:nvSpPr>
        <dsp:cNvPr id="0" name=""/>
        <dsp:cNvSpPr/>
      </dsp:nvSpPr>
      <dsp:spPr>
        <a:xfrm rot="16200000">
          <a:off x="1851818" y="957014"/>
          <a:ext cx="4525962" cy="2611933"/>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0" tIns="0" rIns="201693" bIns="0" numCol="1" spcCol="1270" anchor="ctr" anchorCtr="0">
          <a:noAutofit/>
        </a:bodyPr>
        <a:lstStyle/>
        <a:p>
          <a:pPr marL="0" lvl="0" indent="0" algn="ctr" defTabSz="1422400">
            <a:lnSpc>
              <a:spcPct val="90000"/>
            </a:lnSpc>
            <a:spcBef>
              <a:spcPct val="0"/>
            </a:spcBef>
            <a:spcAft>
              <a:spcPct val="35000"/>
            </a:spcAft>
            <a:buNone/>
          </a:pPr>
          <a:r>
            <a:rPr lang="en-US" sz="3200" kern="1200"/>
            <a:t>Evaluation by peers within the design process. </a:t>
          </a:r>
          <a:endParaRPr lang="en-US" sz="3200" kern="1200" dirty="0"/>
        </a:p>
      </dsp:txBody>
      <dsp:txXfrm rot="5400000">
        <a:off x="2808832" y="905192"/>
        <a:ext cx="2611933" cy="2715578"/>
      </dsp:txXfrm>
    </dsp:sp>
    <dsp:sp modelId="{D1D50ADC-2322-4300-BBFE-5B4D01EA8B2D}">
      <dsp:nvSpPr>
        <dsp:cNvPr id="0" name=""/>
        <dsp:cNvSpPr/>
      </dsp:nvSpPr>
      <dsp:spPr>
        <a:xfrm rot="16200000">
          <a:off x="4659647" y="957014"/>
          <a:ext cx="4525962" cy="2611933"/>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0" tIns="0" rIns="201693" bIns="0" numCol="1" spcCol="1270" anchor="ctr" anchorCtr="0">
          <a:noAutofit/>
        </a:bodyPr>
        <a:lstStyle/>
        <a:p>
          <a:pPr marL="0" lvl="0" indent="0" algn="ctr" defTabSz="1422400">
            <a:lnSpc>
              <a:spcPct val="90000"/>
            </a:lnSpc>
            <a:spcBef>
              <a:spcPct val="0"/>
            </a:spcBef>
            <a:spcAft>
              <a:spcPct val="35000"/>
            </a:spcAft>
            <a:buNone/>
          </a:pPr>
          <a:r>
            <a:rPr lang="en-US" sz="3200" kern="1200"/>
            <a:t>Analysis by outsiders once the architecture has been designed.</a:t>
          </a:r>
          <a:endParaRPr lang="en-US" sz="3200" kern="1200" dirty="0"/>
        </a:p>
      </dsp:txBody>
      <dsp:txXfrm rot="5400000">
        <a:off x="5616661" y="905192"/>
        <a:ext cx="2611933" cy="27155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6E355C-E2E5-4A6D-8FA2-EF977641D31A}">
      <dsp:nvSpPr>
        <dsp:cNvPr id="0" name=""/>
        <dsp:cNvSpPr/>
      </dsp:nvSpPr>
      <dsp:spPr>
        <a:xfrm>
          <a:off x="0" y="51950"/>
          <a:ext cx="8229600" cy="7558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Every time the designer makes a key design decision or completes a design milestone, the chosen and competing alternatives should be evaluated.</a:t>
          </a:r>
          <a:endParaRPr lang="en-IN" sz="1900" kern="1200"/>
        </a:p>
      </dsp:txBody>
      <dsp:txXfrm>
        <a:off x="36896" y="88846"/>
        <a:ext cx="8155808" cy="682028"/>
      </dsp:txXfrm>
    </dsp:sp>
    <dsp:sp modelId="{A28131ED-C679-4365-8836-664E45B4EAEA}">
      <dsp:nvSpPr>
        <dsp:cNvPr id="0" name=""/>
        <dsp:cNvSpPr/>
      </dsp:nvSpPr>
      <dsp:spPr>
        <a:xfrm>
          <a:off x="0" y="862490"/>
          <a:ext cx="8229600" cy="7558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Evaluation by the designer is the “test” part of the “generate-and-test” approach to architecture design.</a:t>
          </a:r>
          <a:endParaRPr lang="en-US" sz="1900" kern="1200" dirty="0"/>
        </a:p>
      </dsp:txBody>
      <dsp:txXfrm>
        <a:off x="36896" y="899386"/>
        <a:ext cx="8155808" cy="682028"/>
      </dsp:txXfrm>
    </dsp:sp>
    <dsp:sp modelId="{BCCAF205-8AC6-4015-941C-729431464F81}">
      <dsp:nvSpPr>
        <dsp:cNvPr id="0" name=""/>
        <dsp:cNvSpPr/>
      </dsp:nvSpPr>
      <dsp:spPr>
        <a:xfrm>
          <a:off x="0" y="1673031"/>
          <a:ext cx="8229600" cy="7558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How much analysis? This depends on the importance of the decision.  Factors include:</a:t>
          </a:r>
          <a:endParaRPr lang="en-US" sz="1900" kern="1200" dirty="0"/>
        </a:p>
      </dsp:txBody>
      <dsp:txXfrm>
        <a:off x="36896" y="1709927"/>
        <a:ext cx="8155808" cy="682028"/>
      </dsp:txXfrm>
    </dsp:sp>
    <dsp:sp modelId="{CC6CAB17-1B09-4B3A-A1BD-85571AC8932B}">
      <dsp:nvSpPr>
        <dsp:cNvPr id="0" name=""/>
        <dsp:cNvSpPr/>
      </dsp:nvSpPr>
      <dsp:spPr>
        <a:xfrm>
          <a:off x="0" y="2428851"/>
          <a:ext cx="8229600" cy="2045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i="1" kern="1200"/>
            <a:t>The importance of the decision</a:t>
          </a:r>
          <a:r>
            <a:rPr lang="en-US" sz="1500" kern="1200"/>
            <a:t>. The more important the decision, the more care should be taken in making it and making sure it’s right.</a:t>
          </a:r>
          <a:endParaRPr lang="en-US" sz="1500" kern="1200" dirty="0"/>
        </a:p>
        <a:p>
          <a:pPr marL="114300" lvl="1" indent="-114300" algn="l" defTabSz="666750">
            <a:lnSpc>
              <a:spcPct val="90000"/>
            </a:lnSpc>
            <a:spcBef>
              <a:spcPct val="0"/>
            </a:spcBef>
            <a:spcAft>
              <a:spcPct val="20000"/>
            </a:spcAft>
            <a:buChar char="•"/>
          </a:pPr>
          <a:r>
            <a:rPr lang="en-US" sz="1500" i="1" kern="1200"/>
            <a:t>The number of potential alternatives.</a:t>
          </a:r>
          <a:r>
            <a:rPr lang="en-US" sz="1500" kern="1200"/>
            <a:t> The more alternatives, the more time could be spent in evaluating them. Try to eliminate alternatives quickly so that the number of viable potential alternatives is small.</a:t>
          </a:r>
          <a:endParaRPr lang="en-US" sz="1500" kern="1200" dirty="0"/>
        </a:p>
        <a:p>
          <a:pPr marL="114300" lvl="1" indent="-114300" algn="l" defTabSz="666750">
            <a:lnSpc>
              <a:spcPct val="90000"/>
            </a:lnSpc>
            <a:spcBef>
              <a:spcPct val="0"/>
            </a:spcBef>
            <a:spcAft>
              <a:spcPct val="20000"/>
            </a:spcAft>
            <a:buChar char="•"/>
          </a:pPr>
          <a:r>
            <a:rPr lang="en-US" sz="1500" i="1" kern="1200" dirty="0"/>
            <a:t>Good enough as opposed to perfect.</a:t>
          </a:r>
          <a:r>
            <a:rPr lang="en-US" sz="1500" kern="1200" dirty="0"/>
            <a:t> Many times, two possible alternatives do not differ dramatically in their consequences. In such a case, it is more important to make a choice and move on with the design process than it is to be absolutely certain that the best choice is being made. Again, do not spend more time on a decision than it is worth.</a:t>
          </a:r>
        </a:p>
      </dsp:txBody>
      <dsp:txXfrm>
        <a:off x="0" y="2428851"/>
        <a:ext cx="8229600" cy="204516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0786FC-212F-48BF-A54C-8D22133AD462}">
      <dsp:nvSpPr>
        <dsp:cNvPr id="0" name=""/>
        <dsp:cNvSpPr/>
      </dsp:nvSpPr>
      <dsp:spPr>
        <a:xfrm rot="16200000">
          <a:off x="-956009" y="957014"/>
          <a:ext cx="4525962" cy="2611933"/>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0" rIns="133524" bIns="0" numCol="1" spcCol="1270" anchor="ctr" anchorCtr="0">
          <a:noAutofit/>
        </a:bodyPr>
        <a:lstStyle/>
        <a:p>
          <a:pPr marL="0" lvl="0" indent="0" algn="ctr" defTabSz="933450">
            <a:lnSpc>
              <a:spcPct val="90000"/>
            </a:lnSpc>
            <a:spcBef>
              <a:spcPct val="0"/>
            </a:spcBef>
            <a:spcAft>
              <a:spcPct val="35000"/>
            </a:spcAft>
            <a:buNone/>
          </a:pPr>
          <a:r>
            <a:rPr lang="en-US" sz="2100" kern="1200"/>
            <a:t>Architectural designs can be peer reviewed, just as code can. </a:t>
          </a:r>
          <a:endParaRPr lang="en-IN" sz="2100" kern="1200"/>
        </a:p>
      </dsp:txBody>
      <dsp:txXfrm rot="5400000">
        <a:off x="1005" y="905192"/>
        <a:ext cx="2611933" cy="2715578"/>
      </dsp:txXfrm>
    </dsp:sp>
    <dsp:sp modelId="{43F30DF6-AAB3-4C3E-BAD3-F2A50F6CC84C}">
      <dsp:nvSpPr>
        <dsp:cNvPr id="0" name=""/>
        <dsp:cNvSpPr/>
      </dsp:nvSpPr>
      <dsp:spPr>
        <a:xfrm rot="16200000">
          <a:off x="1851818" y="957014"/>
          <a:ext cx="4525962" cy="2611933"/>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0" rIns="133524" bIns="0" numCol="1" spcCol="1270" anchor="ctr" anchorCtr="0">
          <a:noAutofit/>
        </a:bodyPr>
        <a:lstStyle/>
        <a:p>
          <a:pPr marL="0" lvl="0" indent="0" algn="ctr" defTabSz="933450">
            <a:lnSpc>
              <a:spcPct val="90000"/>
            </a:lnSpc>
            <a:spcBef>
              <a:spcPct val="0"/>
            </a:spcBef>
            <a:spcAft>
              <a:spcPct val="35000"/>
            </a:spcAft>
            <a:buNone/>
          </a:pPr>
          <a:r>
            <a:rPr lang="en-US" sz="2100" kern="1200"/>
            <a:t>A peer review can be carried out at any point of the design process where a candidate architecture, or at least a coherent reviewable part of one, exists. </a:t>
          </a:r>
          <a:endParaRPr lang="en-US" sz="2100" kern="1200" dirty="0"/>
        </a:p>
      </dsp:txBody>
      <dsp:txXfrm rot="5400000">
        <a:off x="2808832" y="905192"/>
        <a:ext cx="2611933" cy="2715578"/>
      </dsp:txXfrm>
    </dsp:sp>
    <dsp:sp modelId="{9B10F25B-459B-4F2E-8F68-26506AA40EB8}">
      <dsp:nvSpPr>
        <dsp:cNvPr id="0" name=""/>
        <dsp:cNvSpPr/>
      </dsp:nvSpPr>
      <dsp:spPr>
        <a:xfrm rot="16200000">
          <a:off x="4659647" y="957014"/>
          <a:ext cx="4525962" cy="2611933"/>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0" rIns="133524" bIns="0" numCol="1" spcCol="1270" anchor="ctr" anchorCtr="0">
          <a:noAutofit/>
        </a:bodyPr>
        <a:lstStyle/>
        <a:p>
          <a:pPr marL="0" lvl="0" indent="0" algn="ctr" defTabSz="933450">
            <a:lnSpc>
              <a:spcPct val="90000"/>
            </a:lnSpc>
            <a:spcBef>
              <a:spcPct val="0"/>
            </a:spcBef>
            <a:spcAft>
              <a:spcPct val="35000"/>
            </a:spcAft>
            <a:buNone/>
          </a:pPr>
          <a:r>
            <a:rPr lang="en-US" sz="2100" kern="1200"/>
            <a:t>Allocate at least several hours and possibly half a day. </a:t>
          </a:r>
          <a:endParaRPr lang="en-US" sz="2100" kern="1200" dirty="0"/>
        </a:p>
      </dsp:txBody>
      <dsp:txXfrm rot="5400000">
        <a:off x="5616661" y="905192"/>
        <a:ext cx="2611933" cy="271557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0C3DF9-4231-4070-BB28-1E8888EBB084}">
      <dsp:nvSpPr>
        <dsp:cNvPr id="0" name=""/>
        <dsp:cNvSpPr/>
      </dsp:nvSpPr>
      <dsp:spPr>
        <a:xfrm>
          <a:off x="0" y="423585"/>
          <a:ext cx="8229600" cy="793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291592" rIns="638708" bIns="99568" numCol="1" spcCol="1270" anchor="t" anchorCtr="0">
          <a:noAutofit/>
        </a:bodyPr>
        <a:lstStyle/>
        <a:p>
          <a:pPr marL="114300" lvl="1" indent="-114300" algn="l" defTabSz="622300">
            <a:lnSpc>
              <a:spcPct val="90000"/>
            </a:lnSpc>
            <a:spcBef>
              <a:spcPct val="0"/>
            </a:spcBef>
            <a:spcAft>
              <a:spcPct val="15000"/>
            </a:spcAft>
            <a:buChar char="•"/>
          </a:pPr>
          <a:r>
            <a:rPr lang="en-US" sz="1400" i="1" kern="1200" dirty="0"/>
            <a:t>The reviewers determine a number of quality attribute scenarios to drive the review.</a:t>
          </a:r>
          <a:r>
            <a:rPr lang="en-US" sz="1400" kern="1200" dirty="0"/>
            <a:t> These scenarios can be developed by the review team or by additional stakeholders.</a:t>
          </a:r>
        </a:p>
      </dsp:txBody>
      <dsp:txXfrm>
        <a:off x="0" y="423585"/>
        <a:ext cx="8229600" cy="793800"/>
      </dsp:txXfrm>
    </dsp:sp>
    <dsp:sp modelId="{F30FFC38-361D-4E1A-AED9-D2517B27AD00}">
      <dsp:nvSpPr>
        <dsp:cNvPr id="0" name=""/>
        <dsp:cNvSpPr/>
      </dsp:nvSpPr>
      <dsp:spPr>
        <a:xfrm>
          <a:off x="411480" y="216945"/>
          <a:ext cx="5760720" cy="4132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622300">
            <a:lnSpc>
              <a:spcPct val="90000"/>
            </a:lnSpc>
            <a:spcBef>
              <a:spcPct val="0"/>
            </a:spcBef>
            <a:spcAft>
              <a:spcPct val="35000"/>
            </a:spcAft>
            <a:buNone/>
          </a:pPr>
          <a:r>
            <a:rPr lang="en-US" sz="1400" kern="1200" dirty="0"/>
            <a:t>Step </a:t>
          </a:r>
          <a:r>
            <a:rPr lang="en-IN" sz="1400" kern="1200" dirty="0"/>
            <a:t>1</a:t>
          </a:r>
        </a:p>
      </dsp:txBody>
      <dsp:txXfrm>
        <a:off x="431655" y="237120"/>
        <a:ext cx="5720370" cy="372930"/>
      </dsp:txXfrm>
    </dsp:sp>
    <dsp:sp modelId="{9EEEB99A-6344-4A2A-B6DF-A484C7B56C03}">
      <dsp:nvSpPr>
        <dsp:cNvPr id="0" name=""/>
        <dsp:cNvSpPr/>
      </dsp:nvSpPr>
      <dsp:spPr>
        <a:xfrm>
          <a:off x="0" y="1499625"/>
          <a:ext cx="8229600" cy="99225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291592" rIns="638708" bIns="99568" numCol="1" spcCol="1270" anchor="t" anchorCtr="0">
          <a:noAutofit/>
        </a:bodyPr>
        <a:lstStyle/>
        <a:p>
          <a:pPr marL="114300" lvl="1" indent="-114300" algn="l" defTabSz="622300">
            <a:lnSpc>
              <a:spcPct val="90000"/>
            </a:lnSpc>
            <a:spcBef>
              <a:spcPct val="0"/>
            </a:spcBef>
            <a:spcAft>
              <a:spcPct val="15000"/>
            </a:spcAft>
            <a:buChar char="•"/>
          </a:pPr>
          <a:r>
            <a:rPr lang="en-US" sz="1400" i="1" kern="1200" dirty="0"/>
            <a:t>The architect presents the portion of the architecture to be evaluated. </a:t>
          </a:r>
          <a:r>
            <a:rPr lang="en-US" sz="1400" kern="1200" dirty="0"/>
            <a:t>The reviewers individually ensure that they understand the architecture. Questions at this point are specifically for understanding.</a:t>
          </a:r>
        </a:p>
      </dsp:txBody>
      <dsp:txXfrm>
        <a:off x="0" y="1499625"/>
        <a:ext cx="8229600" cy="992250"/>
      </dsp:txXfrm>
    </dsp:sp>
    <dsp:sp modelId="{46517864-70C0-448D-8D3A-2BAF461B1489}">
      <dsp:nvSpPr>
        <dsp:cNvPr id="0" name=""/>
        <dsp:cNvSpPr/>
      </dsp:nvSpPr>
      <dsp:spPr>
        <a:xfrm>
          <a:off x="411480" y="1292985"/>
          <a:ext cx="5760720" cy="4132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622300">
            <a:lnSpc>
              <a:spcPct val="90000"/>
            </a:lnSpc>
            <a:spcBef>
              <a:spcPct val="0"/>
            </a:spcBef>
            <a:spcAft>
              <a:spcPct val="35000"/>
            </a:spcAft>
            <a:buNone/>
          </a:pPr>
          <a:r>
            <a:rPr lang="en-US" sz="1400" kern="1200" dirty="0"/>
            <a:t>Step 2</a:t>
          </a:r>
        </a:p>
      </dsp:txBody>
      <dsp:txXfrm>
        <a:off x="431655" y="1313160"/>
        <a:ext cx="5720370" cy="372930"/>
      </dsp:txXfrm>
    </dsp:sp>
    <dsp:sp modelId="{D5A141D0-CEA8-46DB-B7BC-8498D242CB2C}">
      <dsp:nvSpPr>
        <dsp:cNvPr id="0" name=""/>
        <dsp:cNvSpPr/>
      </dsp:nvSpPr>
      <dsp:spPr>
        <a:xfrm>
          <a:off x="0" y="2774115"/>
          <a:ext cx="8229600" cy="99225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291592" rIns="638708" bIns="99568" numCol="1" spcCol="1270" anchor="t" anchorCtr="0">
          <a:noAutofit/>
        </a:bodyPr>
        <a:lstStyle/>
        <a:p>
          <a:pPr marL="114300" lvl="1" indent="-114300" algn="l" defTabSz="622300">
            <a:lnSpc>
              <a:spcPct val="90000"/>
            </a:lnSpc>
            <a:spcBef>
              <a:spcPct val="0"/>
            </a:spcBef>
            <a:spcAft>
              <a:spcPct val="15000"/>
            </a:spcAft>
            <a:buChar char="•"/>
          </a:pPr>
          <a:r>
            <a:rPr lang="en-US" sz="1400" i="1" kern="1200" dirty="0"/>
            <a:t>For each scenario, the designer walks through the architecture and explains how the scenario is satisfied.</a:t>
          </a:r>
          <a:r>
            <a:rPr lang="en-US" sz="1400" kern="1200" dirty="0"/>
            <a:t> The reviewers ask questions to determine (a) that the scenario is, in fact, satisfied and (b) whether any of the other scenarios being considered will not be satisfied.</a:t>
          </a:r>
        </a:p>
      </dsp:txBody>
      <dsp:txXfrm>
        <a:off x="0" y="2774115"/>
        <a:ext cx="8229600" cy="992250"/>
      </dsp:txXfrm>
    </dsp:sp>
    <dsp:sp modelId="{8DA7FAD7-E618-4FB9-896E-6CC898AF4478}">
      <dsp:nvSpPr>
        <dsp:cNvPr id="0" name=""/>
        <dsp:cNvSpPr/>
      </dsp:nvSpPr>
      <dsp:spPr>
        <a:xfrm>
          <a:off x="411480" y="2567475"/>
          <a:ext cx="5760720" cy="4132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622300">
            <a:lnSpc>
              <a:spcPct val="90000"/>
            </a:lnSpc>
            <a:spcBef>
              <a:spcPct val="0"/>
            </a:spcBef>
            <a:spcAft>
              <a:spcPct val="35000"/>
            </a:spcAft>
            <a:buNone/>
          </a:pPr>
          <a:r>
            <a:rPr lang="en-US" sz="1400" kern="1200" dirty="0"/>
            <a:t>Step 3</a:t>
          </a:r>
        </a:p>
      </dsp:txBody>
      <dsp:txXfrm>
        <a:off x="431655" y="2587650"/>
        <a:ext cx="5720370" cy="372930"/>
      </dsp:txXfrm>
    </dsp:sp>
    <dsp:sp modelId="{B66E5A8F-983F-471C-82E8-D1A65A51517F}">
      <dsp:nvSpPr>
        <dsp:cNvPr id="0" name=""/>
        <dsp:cNvSpPr/>
      </dsp:nvSpPr>
      <dsp:spPr>
        <a:xfrm>
          <a:off x="0" y="4048605"/>
          <a:ext cx="8229600" cy="99225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291592" rIns="638708" bIns="99568" numCol="1" spcCol="1270" anchor="t" anchorCtr="0">
          <a:noAutofit/>
        </a:bodyPr>
        <a:lstStyle/>
        <a:p>
          <a:pPr marL="114300" lvl="1" indent="-114300" algn="l" defTabSz="622300">
            <a:lnSpc>
              <a:spcPct val="90000"/>
            </a:lnSpc>
            <a:spcBef>
              <a:spcPct val="0"/>
            </a:spcBef>
            <a:spcAft>
              <a:spcPct val="15000"/>
            </a:spcAft>
            <a:buChar char="•"/>
          </a:pPr>
          <a:r>
            <a:rPr lang="en-US" sz="1400" i="1" kern="1200" dirty="0"/>
            <a:t>Potential problems are captured.</a:t>
          </a:r>
          <a:r>
            <a:rPr lang="en-US" sz="1400" kern="1200" dirty="0"/>
            <a:t>  Real problems must either must be fixed or a decision must be explicitly made by the designers and the project manager that they are willing to accept the problems and its probability of occurrence.</a:t>
          </a:r>
        </a:p>
      </dsp:txBody>
      <dsp:txXfrm>
        <a:off x="0" y="4048605"/>
        <a:ext cx="8229600" cy="992250"/>
      </dsp:txXfrm>
    </dsp:sp>
    <dsp:sp modelId="{A208ADF8-8E83-45DF-AC56-405B14C70654}">
      <dsp:nvSpPr>
        <dsp:cNvPr id="0" name=""/>
        <dsp:cNvSpPr/>
      </dsp:nvSpPr>
      <dsp:spPr>
        <a:xfrm>
          <a:off x="411480" y="3841965"/>
          <a:ext cx="5760720" cy="4132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622300">
            <a:lnSpc>
              <a:spcPct val="90000"/>
            </a:lnSpc>
            <a:spcBef>
              <a:spcPct val="0"/>
            </a:spcBef>
            <a:spcAft>
              <a:spcPct val="35000"/>
            </a:spcAft>
            <a:buNone/>
          </a:pPr>
          <a:r>
            <a:rPr lang="en-US" sz="1400" kern="1200" dirty="0"/>
            <a:t>Step 4</a:t>
          </a:r>
        </a:p>
      </dsp:txBody>
      <dsp:txXfrm>
        <a:off x="431655" y="3862140"/>
        <a:ext cx="5720370" cy="37293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33E31F-F41E-4374-A9B8-50B968E7567C}">
      <dsp:nvSpPr>
        <dsp:cNvPr id="0" name=""/>
        <dsp:cNvSpPr/>
      </dsp:nvSpPr>
      <dsp:spPr>
        <a:xfrm>
          <a:off x="0" y="34303"/>
          <a:ext cx="8229600" cy="71505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Outside evaluators can cast an objective eye on an architecture. </a:t>
          </a:r>
          <a:endParaRPr lang="en-IN" sz="1800" kern="1200"/>
        </a:p>
      </dsp:txBody>
      <dsp:txXfrm>
        <a:off x="34906" y="69209"/>
        <a:ext cx="8159788" cy="645240"/>
      </dsp:txXfrm>
    </dsp:sp>
    <dsp:sp modelId="{A9B8FDA8-8718-4238-9FDB-E65A009A1A61}">
      <dsp:nvSpPr>
        <dsp:cNvPr id="0" name=""/>
        <dsp:cNvSpPr/>
      </dsp:nvSpPr>
      <dsp:spPr>
        <a:xfrm>
          <a:off x="0" y="801196"/>
          <a:ext cx="8229600" cy="71505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“Outside” is relative; this may mean </a:t>
          </a:r>
          <a:endParaRPr lang="en-US" sz="1800" kern="1200" dirty="0"/>
        </a:p>
      </dsp:txBody>
      <dsp:txXfrm>
        <a:off x="34906" y="836102"/>
        <a:ext cx="8159788" cy="645240"/>
      </dsp:txXfrm>
    </dsp:sp>
    <dsp:sp modelId="{53FAD6DD-1AD1-4AB0-B037-6CD7B102C8FE}">
      <dsp:nvSpPr>
        <dsp:cNvPr id="0" name=""/>
        <dsp:cNvSpPr/>
      </dsp:nvSpPr>
      <dsp:spPr>
        <a:xfrm>
          <a:off x="0" y="1516249"/>
          <a:ext cx="8229600" cy="726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outside the development project</a:t>
          </a:r>
          <a:endParaRPr lang="en-US" sz="1400" kern="1200" dirty="0"/>
        </a:p>
        <a:p>
          <a:pPr marL="114300" lvl="1" indent="-114300" algn="l" defTabSz="622300">
            <a:lnSpc>
              <a:spcPct val="90000"/>
            </a:lnSpc>
            <a:spcBef>
              <a:spcPct val="0"/>
            </a:spcBef>
            <a:spcAft>
              <a:spcPct val="20000"/>
            </a:spcAft>
            <a:buChar char="•"/>
          </a:pPr>
          <a:r>
            <a:rPr lang="en-US" sz="1400" kern="1200"/>
            <a:t>outside the business unit where the project resides but within the same company </a:t>
          </a:r>
          <a:endParaRPr lang="en-US" sz="1400" kern="1200" dirty="0"/>
        </a:p>
        <a:p>
          <a:pPr marL="114300" lvl="1" indent="-114300" algn="l" defTabSz="622300">
            <a:lnSpc>
              <a:spcPct val="90000"/>
            </a:lnSpc>
            <a:spcBef>
              <a:spcPct val="0"/>
            </a:spcBef>
            <a:spcAft>
              <a:spcPct val="20000"/>
            </a:spcAft>
            <a:buChar char="•"/>
          </a:pPr>
          <a:r>
            <a:rPr lang="en-US" sz="1400" kern="1200"/>
            <a:t>outside the company altogether. </a:t>
          </a:r>
          <a:endParaRPr lang="en-US" sz="1400" kern="1200" dirty="0"/>
        </a:p>
      </dsp:txBody>
      <dsp:txXfrm>
        <a:off x="0" y="1516249"/>
        <a:ext cx="8229600" cy="726570"/>
      </dsp:txXfrm>
    </dsp:sp>
    <dsp:sp modelId="{399761B5-C221-4BF7-B77C-D9878E0A4FB2}">
      <dsp:nvSpPr>
        <dsp:cNvPr id="0" name=""/>
        <dsp:cNvSpPr/>
      </dsp:nvSpPr>
      <dsp:spPr>
        <a:xfrm>
          <a:off x="0" y="2242819"/>
          <a:ext cx="8229600" cy="71505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Outsiders are chosen because they possess specialized knowledge or experience, or long experience successfully evaluating architectures.</a:t>
          </a:r>
          <a:endParaRPr lang="en-US" sz="1800" kern="1200" dirty="0"/>
        </a:p>
      </dsp:txBody>
      <dsp:txXfrm>
        <a:off x="34906" y="2277725"/>
        <a:ext cx="8159788" cy="645240"/>
      </dsp:txXfrm>
    </dsp:sp>
    <dsp:sp modelId="{F83F0B0D-1383-4B91-8DD9-BB5F7CE1A8CD}">
      <dsp:nvSpPr>
        <dsp:cNvPr id="0" name=""/>
        <dsp:cNvSpPr/>
      </dsp:nvSpPr>
      <dsp:spPr>
        <a:xfrm>
          <a:off x="0" y="3009712"/>
          <a:ext cx="8229600" cy="71505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Managers tend to be more inclined to listen to problems uncovered by an outside team. </a:t>
          </a:r>
          <a:endParaRPr lang="en-US" sz="1800" kern="1200" dirty="0"/>
        </a:p>
      </dsp:txBody>
      <dsp:txXfrm>
        <a:off x="34906" y="3044618"/>
        <a:ext cx="8159788" cy="645240"/>
      </dsp:txXfrm>
    </dsp:sp>
    <dsp:sp modelId="{A06B0956-0ED2-4C17-B865-93E569889927}">
      <dsp:nvSpPr>
        <dsp:cNvPr id="0" name=""/>
        <dsp:cNvSpPr/>
      </dsp:nvSpPr>
      <dsp:spPr>
        <a:xfrm>
          <a:off x="0" y="3776605"/>
          <a:ext cx="8229600" cy="71505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An outside team tends to be used to evaluate complete architectures. </a:t>
          </a:r>
          <a:endParaRPr lang="en-US" sz="1800" kern="1200" dirty="0"/>
        </a:p>
      </dsp:txBody>
      <dsp:txXfrm>
        <a:off x="34906" y="3811511"/>
        <a:ext cx="8159788" cy="64524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211C6E-263A-429C-AFB2-F75B33BEACD5}">
      <dsp:nvSpPr>
        <dsp:cNvPr id="0" name=""/>
        <dsp:cNvSpPr/>
      </dsp:nvSpPr>
      <dsp:spPr>
        <a:xfrm>
          <a:off x="0" y="114427"/>
          <a:ext cx="8229600" cy="50368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i="1" kern="1200" dirty="0"/>
            <a:t>What artifacts are available?</a:t>
          </a:r>
          <a:endParaRPr lang="en-IN" sz="2100" kern="1200" dirty="0"/>
        </a:p>
      </dsp:txBody>
      <dsp:txXfrm>
        <a:off x="24588" y="139015"/>
        <a:ext cx="8180424" cy="454509"/>
      </dsp:txXfrm>
    </dsp:sp>
    <dsp:sp modelId="{33FA28AE-A108-4B38-8A10-F4988689D3CC}">
      <dsp:nvSpPr>
        <dsp:cNvPr id="0" name=""/>
        <dsp:cNvSpPr/>
      </dsp:nvSpPr>
      <dsp:spPr>
        <a:xfrm>
          <a:off x="0" y="618112"/>
          <a:ext cx="8229600" cy="4999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b="1" kern="1200" dirty="0"/>
            <a:t> </a:t>
          </a:r>
          <a:r>
            <a:rPr lang="en-US" sz="1600" kern="1200" dirty="0"/>
            <a:t>To perform an architectural evaluation, there must be an artifact that describes the architecture. </a:t>
          </a:r>
          <a:endParaRPr lang="en-IN" sz="1600" kern="1200" dirty="0"/>
        </a:p>
      </dsp:txBody>
      <dsp:txXfrm>
        <a:off x="0" y="618112"/>
        <a:ext cx="8229600" cy="499904"/>
      </dsp:txXfrm>
    </dsp:sp>
    <dsp:sp modelId="{876C5A72-FCFF-41C4-BBD4-93F36C495A79}">
      <dsp:nvSpPr>
        <dsp:cNvPr id="0" name=""/>
        <dsp:cNvSpPr/>
      </dsp:nvSpPr>
      <dsp:spPr>
        <a:xfrm>
          <a:off x="0" y="1118017"/>
          <a:ext cx="8229600" cy="50368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i="1" kern="1200" dirty="0"/>
            <a:t>Who sees the results?</a:t>
          </a:r>
          <a:r>
            <a:rPr lang="en-US" sz="2100" b="1" kern="1200" dirty="0"/>
            <a:t> </a:t>
          </a:r>
          <a:endParaRPr lang="en-US" sz="2100" kern="1200" dirty="0"/>
        </a:p>
      </dsp:txBody>
      <dsp:txXfrm>
        <a:off x="24588" y="1142605"/>
        <a:ext cx="8180424" cy="454509"/>
      </dsp:txXfrm>
    </dsp:sp>
    <dsp:sp modelId="{69EC7149-B1F4-4FA0-843D-4FBE4FF7215D}">
      <dsp:nvSpPr>
        <dsp:cNvPr id="0" name=""/>
        <dsp:cNvSpPr/>
      </dsp:nvSpPr>
      <dsp:spPr>
        <a:xfrm>
          <a:off x="0" y="1621702"/>
          <a:ext cx="8229600" cy="4999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Some evaluations are performed with the full knowledge and participation of all of the stakeholders. Others are performed more privately.</a:t>
          </a:r>
        </a:p>
      </dsp:txBody>
      <dsp:txXfrm>
        <a:off x="0" y="1621702"/>
        <a:ext cx="8229600" cy="499904"/>
      </dsp:txXfrm>
    </dsp:sp>
    <dsp:sp modelId="{D24D67DF-3C48-44D4-A26C-9D0BBA1134AE}">
      <dsp:nvSpPr>
        <dsp:cNvPr id="0" name=""/>
        <dsp:cNvSpPr/>
      </dsp:nvSpPr>
      <dsp:spPr>
        <a:xfrm>
          <a:off x="0" y="2121607"/>
          <a:ext cx="8229600" cy="50368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i="1" kern="1200" dirty="0"/>
            <a:t>Who performs the evaluation?</a:t>
          </a:r>
          <a:endParaRPr lang="en-US" sz="2100" kern="1200" dirty="0"/>
        </a:p>
      </dsp:txBody>
      <dsp:txXfrm>
        <a:off x="24588" y="2146195"/>
        <a:ext cx="8180424" cy="454509"/>
      </dsp:txXfrm>
    </dsp:sp>
    <dsp:sp modelId="{62E41817-3CCD-4688-A3D5-6698D6A23B24}">
      <dsp:nvSpPr>
        <dsp:cNvPr id="0" name=""/>
        <dsp:cNvSpPr/>
      </dsp:nvSpPr>
      <dsp:spPr>
        <a:xfrm>
          <a:off x="0" y="2625292"/>
          <a:ext cx="8229600" cy="347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 Evaluations can be carried out by an individual or a team.</a:t>
          </a:r>
        </a:p>
      </dsp:txBody>
      <dsp:txXfrm>
        <a:off x="0" y="2625292"/>
        <a:ext cx="8229600" cy="347760"/>
      </dsp:txXfrm>
    </dsp:sp>
    <dsp:sp modelId="{2474A3DB-A893-4C0A-8547-51304573C07B}">
      <dsp:nvSpPr>
        <dsp:cNvPr id="0" name=""/>
        <dsp:cNvSpPr/>
      </dsp:nvSpPr>
      <dsp:spPr>
        <a:xfrm>
          <a:off x="0" y="2973052"/>
          <a:ext cx="8229600" cy="50368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i="1" kern="1200" dirty="0"/>
            <a:t>Which stakeholders will participate?</a:t>
          </a:r>
          <a:r>
            <a:rPr lang="en-US" sz="2100" b="1" kern="1200" dirty="0"/>
            <a:t> </a:t>
          </a:r>
          <a:endParaRPr lang="en-US" sz="2100" kern="1200" dirty="0"/>
        </a:p>
      </dsp:txBody>
      <dsp:txXfrm>
        <a:off x="24588" y="2997640"/>
        <a:ext cx="8180424" cy="454509"/>
      </dsp:txXfrm>
    </dsp:sp>
    <dsp:sp modelId="{E9493A19-12AC-4C12-9CCE-4C836B44755F}">
      <dsp:nvSpPr>
        <dsp:cNvPr id="0" name=""/>
        <dsp:cNvSpPr/>
      </dsp:nvSpPr>
      <dsp:spPr>
        <a:xfrm>
          <a:off x="0" y="3476737"/>
          <a:ext cx="8229600" cy="7389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The evaluation process should provide a method to elicit the goals and concerns that the important stakeholders have regarding the system. Identifying the individuals who are needed and assuring their participation in the evaluation is critical.</a:t>
          </a:r>
        </a:p>
      </dsp:txBody>
      <dsp:txXfrm>
        <a:off x="0" y="3476737"/>
        <a:ext cx="8229600" cy="738990"/>
      </dsp:txXfrm>
    </dsp:sp>
    <dsp:sp modelId="{1D197F1A-4661-4D0B-B87A-2A54872FC0B1}">
      <dsp:nvSpPr>
        <dsp:cNvPr id="0" name=""/>
        <dsp:cNvSpPr/>
      </dsp:nvSpPr>
      <dsp:spPr>
        <a:xfrm>
          <a:off x="0" y="4215727"/>
          <a:ext cx="8229600" cy="50368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i="1" kern="1200" dirty="0"/>
            <a:t>What are the business goals?</a:t>
          </a:r>
          <a:endParaRPr lang="en-US" sz="2100" kern="1200" dirty="0"/>
        </a:p>
      </dsp:txBody>
      <dsp:txXfrm>
        <a:off x="24588" y="4240315"/>
        <a:ext cx="8180424" cy="454509"/>
      </dsp:txXfrm>
    </dsp:sp>
    <dsp:sp modelId="{B659CDD3-EA3B-492F-AE8B-CF3BA247F214}">
      <dsp:nvSpPr>
        <dsp:cNvPr id="0" name=""/>
        <dsp:cNvSpPr/>
      </dsp:nvSpPr>
      <dsp:spPr>
        <a:xfrm>
          <a:off x="0" y="4719412"/>
          <a:ext cx="8229600" cy="3477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b="1" kern="1200"/>
            <a:t> </a:t>
          </a:r>
          <a:r>
            <a:rPr lang="en-US" sz="1600" kern="1200" dirty="0"/>
            <a:t>The evaluation should answer whether the system will satisfy the business goals. </a:t>
          </a:r>
        </a:p>
      </dsp:txBody>
      <dsp:txXfrm>
        <a:off x="0" y="4719412"/>
        <a:ext cx="8229600" cy="34776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33DA06-3132-4B57-9804-0CAA2A6C96F1}">
      <dsp:nvSpPr>
        <dsp:cNvPr id="0" name=""/>
        <dsp:cNvSpPr/>
      </dsp:nvSpPr>
      <dsp:spPr>
        <a:xfrm>
          <a:off x="1004" y="1087610"/>
          <a:ext cx="3917900" cy="235074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The Architecture Tradeoff Analysis Method (ATAM) has been used for over a decade to evaluate software architectures in domains ranging from automotive to financial to defense. </a:t>
          </a:r>
          <a:endParaRPr lang="en-IN" sz="2200" kern="1200" dirty="0"/>
        </a:p>
      </dsp:txBody>
      <dsp:txXfrm>
        <a:off x="1004" y="1087610"/>
        <a:ext cx="3917900" cy="2350740"/>
      </dsp:txXfrm>
    </dsp:sp>
    <dsp:sp modelId="{C1DD0A56-9CDE-4887-AF17-B5BB5ECC4D0F}">
      <dsp:nvSpPr>
        <dsp:cNvPr id="0" name=""/>
        <dsp:cNvSpPr/>
      </dsp:nvSpPr>
      <dsp:spPr>
        <a:xfrm>
          <a:off x="4310695" y="1087610"/>
          <a:ext cx="3917900" cy="235074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The ATAM is designed so that evaluators need not be familiar with the architecture or its business goals, the system need not yet be constructed, and there may be a large number of stakeholders. </a:t>
          </a:r>
          <a:endParaRPr lang="en-US" sz="2200" kern="1200" dirty="0"/>
        </a:p>
      </dsp:txBody>
      <dsp:txXfrm>
        <a:off x="4310695" y="1087610"/>
        <a:ext cx="3917900" cy="235074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E882AF-5C3E-4DF2-A208-20EBBCD1F447}">
      <dsp:nvSpPr>
        <dsp:cNvPr id="0" name=""/>
        <dsp:cNvSpPr/>
      </dsp:nvSpPr>
      <dsp:spPr>
        <a:xfrm>
          <a:off x="0" y="317129"/>
          <a:ext cx="8229600" cy="10584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291592" rIns="638708"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a:t>External to the project whose architecture is being evaluated. </a:t>
          </a:r>
          <a:endParaRPr lang="en-US" sz="1400" kern="1200" dirty="0"/>
        </a:p>
        <a:p>
          <a:pPr marL="114300" lvl="1" indent="-114300" algn="l" defTabSz="622300">
            <a:lnSpc>
              <a:spcPct val="90000"/>
            </a:lnSpc>
            <a:spcBef>
              <a:spcPct val="0"/>
            </a:spcBef>
            <a:spcAft>
              <a:spcPct val="15000"/>
            </a:spcAft>
            <a:buChar char="•"/>
          </a:pPr>
          <a:r>
            <a:rPr lang="en-US" sz="1400" kern="1200"/>
            <a:t>Three to five people; a single person may adopt several roles in an ATAM. </a:t>
          </a:r>
          <a:endParaRPr lang="en-US" sz="1400" kern="1200" dirty="0"/>
        </a:p>
        <a:p>
          <a:pPr marL="114300" lvl="1" indent="-114300" algn="l" defTabSz="622300">
            <a:lnSpc>
              <a:spcPct val="90000"/>
            </a:lnSpc>
            <a:spcBef>
              <a:spcPct val="0"/>
            </a:spcBef>
            <a:spcAft>
              <a:spcPct val="15000"/>
            </a:spcAft>
            <a:buChar char="•"/>
          </a:pPr>
          <a:r>
            <a:rPr lang="en-US" sz="1400" kern="1200"/>
            <a:t>They need to be recognized as competent, unbiased outsiders. </a:t>
          </a:r>
          <a:endParaRPr lang="en-US" sz="1400" kern="1200" dirty="0"/>
        </a:p>
      </dsp:txBody>
      <dsp:txXfrm>
        <a:off x="0" y="317129"/>
        <a:ext cx="8229600" cy="1058400"/>
      </dsp:txXfrm>
    </dsp:sp>
    <dsp:sp modelId="{992A39CA-BD54-4318-9F75-2F060742ACA9}">
      <dsp:nvSpPr>
        <dsp:cNvPr id="0" name=""/>
        <dsp:cNvSpPr/>
      </dsp:nvSpPr>
      <dsp:spPr>
        <a:xfrm>
          <a:off x="411480" y="110489"/>
          <a:ext cx="5760720" cy="4132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622300">
            <a:lnSpc>
              <a:spcPct val="90000"/>
            </a:lnSpc>
            <a:spcBef>
              <a:spcPct val="0"/>
            </a:spcBef>
            <a:spcAft>
              <a:spcPct val="35000"/>
            </a:spcAft>
            <a:buNone/>
          </a:pPr>
          <a:r>
            <a:rPr lang="en-US" sz="1400" i="1" kern="1200"/>
            <a:t>The evaluation team.</a:t>
          </a:r>
          <a:r>
            <a:rPr lang="en-US" sz="1400" kern="1200"/>
            <a:t> </a:t>
          </a:r>
          <a:endParaRPr lang="en-IN" sz="1400" kern="1200"/>
        </a:p>
      </dsp:txBody>
      <dsp:txXfrm>
        <a:off x="431655" y="130664"/>
        <a:ext cx="5720370" cy="372930"/>
      </dsp:txXfrm>
    </dsp:sp>
    <dsp:sp modelId="{184601A4-D57A-4F9F-BFF5-1694C0199448}">
      <dsp:nvSpPr>
        <dsp:cNvPr id="0" name=""/>
        <dsp:cNvSpPr/>
      </dsp:nvSpPr>
      <dsp:spPr>
        <a:xfrm>
          <a:off x="0" y="1657769"/>
          <a:ext cx="8229600" cy="1455299"/>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291592" rIns="638708"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a:t>These people are empowered to speak for the development project or have the authority to mandate changes to it. </a:t>
          </a:r>
          <a:endParaRPr lang="en-US" sz="1400" kern="1200" dirty="0"/>
        </a:p>
        <a:p>
          <a:pPr marL="114300" lvl="1" indent="-114300" algn="l" defTabSz="622300">
            <a:lnSpc>
              <a:spcPct val="90000"/>
            </a:lnSpc>
            <a:spcBef>
              <a:spcPct val="0"/>
            </a:spcBef>
            <a:spcAft>
              <a:spcPct val="15000"/>
            </a:spcAft>
            <a:buChar char="•"/>
          </a:pPr>
          <a:r>
            <a:rPr lang="en-US" sz="1400" kern="1200"/>
            <a:t>They usually include the project manager, and if there is an identifiable customer who is footing the bill for the development, he or she may be present (or represented) as well. </a:t>
          </a:r>
          <a:endParaRPr lang="en-US" sz="1400" kern="1200" dirty="0"/>
        </a:p>
        <a:p>
          <a:pPr marL="114300" lvl="1" indent="-114300" algn="l" defTabSz="622300">
            <a:lnSpc>
              <a:spcPct val="90000"/>
            </a:lnSpc>
            <a:spcBef>
              <a:spcPct val="0"/>
            </a:spcBef>
            <a:spcAft>
              <a:spcPct val="15000"/>
            </a:spcAft>
            <a:buChar char="•"/>
          </a:pPr>
          <a:r>
            <a:rPr lang="en-US" sz="1400" kern="1200"/>
            <a:t>The architect is always included – the architect must willingly participate.</a:t>
          </a:r>
          <a:endParaRPr lang="en-US" sz="1400" kern="1200" dirty="0"/>
        </a:p>
      </dsp:txBody>
      <dsp:txXfrm>
        <a:off x="0" y="1657769"/>
        <a:ext cx="8229600" cy="1455299"/>
      </dsp:txXfrm>
    </dsp:sp>
    <dsp:sp modelId="{08E25C7E-3DB9-4D3E-BD3A-D7CDA4EB4B93}">
      <dsp:nvSpPr>
        <dsp:cNvPr id="0" name=""/>
        <dsp:cNvSpPr/>
      </dsp:nvSpPr>
      <dsp:spPr>
        <a:xfrm>
          <a:off x="411480" y="1451129"/>
          <a:ext cx="5760720" cy="4132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622300">
            <a:lnSpc>
              <a:spcPct val="90000"/>
            </a:lnSpc>
            <a:spcBef>
              <a:spcPct val="0"/>
            </a:spcBef>
            <a:spcAft>
              <a:spcPct val="35000"/>
            </a:spcAft>
            <a:buNone/>
          </a:pPr>
          <a:r>
            <a:rPr lang="en-US" sz="1400" i="1" kern="1200"/>
            <a:t>Project decision makers.</a:t>
          </a:r>
          <a:r>
            <a:rPr lang="en-US" sz="1400" kern="1200"/>
            <a:t> </a:t>
          </a:r>
          <a:endParaRPr lang="en-US" sz="1400" kern="1200" dirty="0"/>
        </a:p>
      </dsp:txBody>
      <dsp:txXfrm>
        <a:off x="431655" y="1471304"/>
        <a:ext cx="5720370" cy="372930"/>
      </dsp:txXfrm>
    </dsp:sp>
    <dsp:sp modelId="{21636D2B-1E10-43E8-BF3D-B95B796C4974}">
      <dsp:nvSpPr>
        <dsp:cNvPr id="0" name=""/>
        <dsp:cNvSpPr/>
      </dsp:nvSpPr>
      <dsp:spPr>
        <a:xfrm>
          <a:off x="0" y="3395310"/>
          <a:ext cx="8229600" cy="16758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291592" rIns="638708"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a:t>Stakeholders have a vested interest in the architecture performing as advertised. </a:t>
          </a:r>
          <a:endParaRPr lang="en-US" sz="1400" kern="1200" dirty="0"/>
        </a:p>
        <a:p>
          <a:pPr marL="114300" lvl="1" indent="-114300" algn="l" defTabSz="622300">
            <a:lnSpc>
              <a:spcPct val="90000"/>
            </a:lnSpc>
            <a:spcBef>
              <a:spcPct val="0"/>
            </a:spcBef>
            <a:spcAft>
              <a:spcPct val="15000"/>
            </a:spcAft>
            <a:buChar char="•"/>
          </a:pPr>
          <a:r>
            <a:rPr lang="en-US" sz="1400" kern="1200"/>
            <a:t>Stakeholders include developers, testers, integrators, maintainers, performance engineers, users, builders of systems interacting with the one under consideration, and, possibly, others.</a:t>
          </a:r>
          <a:endParaRPr lang="en-US" sz="1400" kern="1200" dirty="0"/>
        </a:p>
        <a:p>
          <a:pPr marL="114300" lvl="1" indent="-114300" algn="l" defTabSz="622300">
            <a:lnSpc>
              <a:spcPct val="90000"/>
            </a:lnSpc>
            <a:spcBef>
              <a:spcPct val="0"/>
            </a:spcBef>
            <a:spcAft>
              <a:spcPct val="15000"/>
            </a:spcAft>
            <a:buChar char="•"/>
          </a:pPr>
          <a:r>
            <a:rPr lang="en-US" sz="1400" kern="1200"/>
            <a:t>Their job is to articulate the specific quality attribute goals that the architecture should meet. </a:t>
          </a:r>
          <a:endParaRPr lang="en-US" sz="1400" kern="1200" dirty="0"/>
        </a:p>
        <a:p>
          <a:pPr marL="114300" lvl="1" indent="-114300" algn="l" defTabSz="622300">
            <a:lnSpc>
              <a:spcPct val="90000"/>
            </a:lnSpc>
            <a:spcBef>
              <a:spcPct val="0"/>
            </a:spcBef>
            <a:spcAft>
              <a:spcPct val="15000"/>
            </a:spcAft>
            <a:buChar char="•"/>
          </a:pPr>
          <a:r>
            <a:rPr lang="en-US" sz="1400" kern="1200"/>
            <a:t>Expect to enlist 12 to 15 stakeholders for the evaluation of a large enterprise-critical architecture. </a:t>
          </a:r>
          <a:endParaRPr lang="en-US" sz="1400" kern="1200" dirty="0"/>
        </a:p>
      </dsp:txBody>
      <dsp:txXfrm>
        <a:off x="0" y="3395310"/>
        <a:ext cx="8229600" cy="1675800"/>
      </dsp:txXfrm>
    </dsp:sp>
    <dsp:sp modelId="{58EF6419-E74F-4508-8184-EE1A3092475C}">
      <dsp:nvSpPr>
        <dsp:cNvPr id="0" name=""/>
        <dsp:cNvSpPr/>
      </dsp:nvSpPr>
      <dsp:spPr>
        <a:xfrm>
          <a:off x="411480" y="3188669"/>
          <a:ext cx="5760720" cy="41328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622300">
            <a:lnSpc>
              <a:spcPct val="90000"/>
            </a:lnSpc>
            <a:spcBef>
              <a:spcPct val="0"/>
            </a:spcBef>
            <a:spcAft>
              <a:spcPct val="35000"/>
            </a:spcAft>
            <a:buNone/>
          </a:pPr>
          <a:r>
            <a:rPr lang="en-US" sz="1400" i="1" kern="1200"/>
            <a:t>Architecture stakeholders.</a:t>
          </a:r>
          <a:r>
            <a:rPr lang="en-US" sz="1400" kern="1200"/>
            <a:t> </a:t>
          </a:r>
          <a:endParaRPr lang="en-US" sz="1400" kern="1200" dirty="0"/>
        </a:p>
      </dsp:txBody>
      <dsp:txXfrm>
        <a:off x="431655" y="3208844"/>
        <a:ext cx="5720370" cy="37293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56EA18-BCF4-40D2-B3BA-30E230C0EE26}">
      <dsp:nvSpPr>
        <dsp:cNvPr id="0" name=""/>
        <dsp:cNvSpPr/>
      </dsp:nvSpPr>
      <dsp:spPr>
        <a:xfrm rot="5400000">
          <a:off x="3887144" y="-3141055"/>
          <a:ext cx="997862" cy="7534626"/>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IN" sz="1600" kern="1200" dirty="0"/>
            <a:t>A concise presentation of the architecture.  The architecture is presented in one hour</a:t>
          </a:r>
        </a:p>
      </dsp:txBody>
      <dsp:txXfrm rot="-5400000">
        <a:off x="618762" y="176039"/>
        <a:ext cx="7485914" cy="900438"/>
      </dsp:txXfrm>
    </dsp:sp>
    <dsp:sp modelId="{116119EF-4B95-4DB2-BCD6-73D1EBDB09A1}">
      <dsp:nvSpPr>
        <dsp:cNvPr id="0" name=""/>
        <dsp:cNvSpPr/>
      </dsp:nvSpPr>
      <dsp:spPr>
        <a:xfrm>
          <a:off x="76211" y="2593"/>
          <a:ext cx="542551" cy="124732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IN" sz="1600" kern="1200"/>
            <a:t>1</a:t>
          </a:r>
        </a:p>
      </dsp:txBody>
      <dsp:txXfrm>
        <a:off x="102696" y="29078"/>
        <a:ext cx="489581" cy="1194358"/>
      </dsp:txXfrm>
    </dsp:sp>
    <dsp:sp modelId="{1445F288-781F-49E8-B5D3-F23AC6C7D126}">
      <dsp:nvSpPr>
        <dsp:cNvPr id="0" name=""/>
        <dsp:cNvSpPr/>
      </dsp:nvSpPr>
      <dsp:spPr>
        <a:xfrm rot="5400000">
          <a:off x="3887144" y="-1831360"/>
          <a:ext cx="997862" cy="7534626"/>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IN" sz="1600" kern="1200" dirty="0"/>
            <a:t>Articulation of the business goals. Frequently, the business goals presented in the ATAM are being seen by some of the assembled participants for the first time and  these are captured in the outputs.</a:t>
          </a:r>
        </a:p>
      </dsp:txBody>
      <dsp:txXfrm rot="-5400000">
        <a:off x="618762" y="1485734"/>
        <a:ext cx="7485914" cy="900438"/>
      </dsp:txXfrm>
    </dsp:sp>
    <dsp:sp modelId="{A4D5459F-09E1-48B9-954C-C54703C8829C}">
      <dsp:nvSpPr>
        <dsp:cNvPr id="0" name=""/>
        <dsp:cNvSpPr/>
      </dsp:nvSpPr>
      <dsp:spPr>
        <a:xfrm>
          <a:off x="76211" y="1312288"/>
          <a:ext cx="542551" cy="124732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IN" sz="1600" kern="1200"/>
            <a:t>2</a:t>
          </a:r>
        </a:p>
      </dsp:txBody>
      <dsp:txXfrm>
        <a:off x="102696" y="1338773"/>
        <a:ext cx="489581" cy="1194358"/>
      </dsp:txXfrm>
    </dsp:sp>
    <dsp:sp modelId="{5BD43162-D73B-4985-937F-B4F17E989BFD}">
      <dsp:nvSpPr>
        <dsp:cNvPr id="0" name=""/>
        <dsp:cNvSpPr/>
      </dsp:nvSpPr>
      <dsp:spPr>
        <a:xfrm rot="5400000">
          <a:off x="3887144" y="-521665"/>
          <a:ext cx="997862" cy="7534626"/>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IN" sz="1600" kern="1200" dirty="0"/>
            <a:t>Prioritized quality attribute requirements expressed as quality attribute scenarios. These quality attribute scenarios take the form described in Chapter 4.</a:t>
          </a:r>
        </a:p>
      </dsp:txBody>
      <dsp:txXfrm rot="-5400000">
        <a:off x="618762" y="2795429"/>
        <a:ext cx="7485914" cy="900438"/>
      </dsp:txXfrm>
    </dsp:sp>
    <dsp:sp modelId="{6655063D-B1B7-446A-952C-781B35ED8B53}">
      <dsp:nvSpPr>
        <dsp:cNvPr id="0" name=""/>
        <dsp:cNvSpPr/>
      </dsp:nvSpPr>
      <dsp:spPr>
        <a:xfrm>
          <a:off x="76211" y="2621983"/>
          <a:ext cx="542551" cy="124732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IN" sz="1600" kern="1200"/>
            <a:t>3</a:t>
          </a:r>
        </a:p>
      </dsp:txBody>
      <dsp:txXfrm>
        <a:off x="102696" y="2648468"/>
        <a:ext cx="489581" cy="1194358"/>
      </dsp:txXfrm>
    </dsp:sp>
    <dsp:sp modelId="{D1EA2105-6FB0-4149-BC9A-812DD8BC9615}">
      <dsp:nvSpPr>
        <dsp:cNvPr id="0" name=""/>
        <dsp:cNvSpPr/>
      </dsp:nvSpPr>
      <dsp:spPr>
        <a:xfrm rot="5400000">
          <a:off x="3887144" y="788029"/>
          <a:ext cx="997862" cy="7534626"/>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n-IN" sz="1400" kern="1200" dirty="0"/>
            <a:t>A set of risks and </a:t>
          </a:r>
          <a:r>
            <a:rPr lang="en-IN" sz="1400" kern="1200" dirty="0" err="1"/>
            <a:t>nonrisks</a:t>
          </a:r>
          <a:r>
            <a:rPr lang="en-IN" sz="1400" kern="1200" dirty="0"/>
            <a:t>. </a:t>
          </a:r>
        </a:p>
        <a:p>
          <a:pPr marL="228600" lvl="2" indent="-114300" algn="l" defTabSz="622300">
            <a:lnSpc>
              <a:spcPct val="90000"/>
            </a:lnSpc>
            <a:spcBef>
              <a:spcPct val="0"/>
            </a:spcBef>
            <a:spcAft>
              <a:spcPct val="15000"/>
            </a:spcAft>
            <a:buChar char="•"/>
          </a:pPr>
          <a:r>
            <a:rPr lang="en-IN" sz="1400" kern="1200" dirty="0"/>
            <a:t>A risk is defined as an architectural decision that may lead to undesirable consequences in light of quality attribute requirements.</a:t>
          </a:r>
        </a:p>
        <a:p>
          <a:pPr marL="228600" lvl="2" indent="-114300" algn="l" defTabSz="622300">
            <a:lnSpc>
              <a:spcPct val="90000"/>
            </a:lnSpc>
            <a:spcBef>
              <a:spcPct val="0"/>
            </a:spcBef>
            <a:spcAft>
              <a:spcPct val="15000"/>
            </a:spcAft>
            <a:buChar char="•"/>
          </a:pPr>
          <a:r>
            <a:rPr lang="en-IN" sz="1400" kern="1200" dirty="0"/>
            <a:t>A </a:t>
          </a:r>
          <a:r>
            <a:rPr lang="en-IN" sz="1400" kern="1200" dirty="0" err="1"/>
            <a:t>nonrisk</a:t>
          </a:r>
          <a:r>
            <a:rPr lang="en-IN" sz="1400" kern="1200" dirty="0"/>
            <a:t> is an architectural decision that, upon analysis, is deemed safe. </a:t>
          </a:r>
        </a:p>
        <a:p>
          <a:pPr marL="228600" lvl="2" indent="-114300" algn="l" defTabSz="622300">
            <a:lnSpc>
              <a:spcPct val="90000"/>
            </a:lnSpc>
            <a:spcBef>
              <a:spcPct val="0"/>
            </a:spcBef>
            <a:spcAft>
              <a:spcPct val="15000"/>
            </a:spcAft>
            <a:buChar char="•"/>
          </a:pPr>
          <a:r>
            <a:rPr lang="en-IN" sz="1400" kern="1200" dirty="0"/>
            <a:t>The identified risks form the basis for an architectural risk mitigation plan.</a:t>
          </a:r>
        </a:p>
      </dsp:txBody>
      <dsp:txXfrm rot="-5400000">
        <a:off x="618762" y="4105123"/>
        <a:ext cx="7485914" cy="900438"/>
      </dsp:txXfrm>
    </dsp:sp>
    <dsp:sp modelId="{E10E7585-BE4F-4329-9D58-2E1A6DF404D3}">
      <dsp:nvSpPr>
        <dsp:cNvPr id="0" name=""/>
        <dsp:cNvSpPr/>
      </dsp:nvSpPr>
      <dsp:spPr>
        <a:xfrm>
          <a:off x="76211" y="3931678"/>
          <a:ext cx="542551" cy="124732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IN" sz="1600" kern="1200" dirty="0"/>
            <a:t>4</a:t>
          </a:r>
        </a:p>
      </dsp:txBody>
      <dsp:txXfrm>
        <a:off x="102696" y="3958163"/>
        <a:ext cx="489581" cy="119435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56EA18-BCF4-40D2-B3BA-30E230C0EE26}">
      <dsp:nvSpPr>
        <dsp:cNvPr id="0" name=""/>
        <dsp:cNvSpPr/>
      </dsp:nvSpPr>
      <dsp:spPr>
        <a:xfrm rot="5400000">
          <a:off x="3720745" y="-3003079"/>
          <a:ext cx="1335881" cy="7681071"/>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IN" sz="1600" kern="1200" dirty="0"/>
            <a:t>A set of risk themes. When the analysis is complete, the evaluation team examines the full set of discovered risks to look for overarching themes that identify systemic weaknesses in the architecture or even in the architecture process and team. If left untreated, these risk themes will threaten the project’s business goals. </a:t>
          </a:r>
        </a:p>
      </dsp:txBody>
      <dsp:txXfrm rot="-5400000">
        <a:off x="548150" y="234728"/>
        <a:ext cx="7615859" cy="1205457"/>
      </dsp:txXfrm>
    </dsp:sp>
    <dsp:sp modelId="{116119EF-4B95-4DB2-BCD6-73D1EBDB09A1}">
      <dsp:nvSpPr>
        <dsp:cNvPr id="0" name=""/>
        <dsp:cNvSpPr/>
      </dsp:nvSpPr>
      <dsp:spPr>
        <a:xfrm>
          <a:off x="377" y="2530"/>
          <a:ext cx="547773" cy="1669851"/>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IN" sz="1600" kern="1200" dirty="0"/>
            <a:t>5.</a:t>
          </a:r>
        </a:p>
      </dsp:txBody>
      <dsp:txXfrm>
        <a:off x="27117" y="29270"/>
        <a:ext cx="494293" cy="1616371"/>
      </dsp:txXfrm>
    </dsp:sp>
    <dsp:sp modelId="{573F65AE-47C2-44B7-998F-104A8CB5CD1F}">
      <dsp:nvSpPr>
        <dsp:cNvPr id="0" name=""/>
        <dsp:cNvSpPr/>
      </dsp:nvSpPr>
      <dsp:spPr>
        <a:xfrm rot="5400000">
          <a:off x="3725665" y="-1186856"/>
          <a:ext cx="1335881" cy="767198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IN" sz="1600" kern="1200" dirty="0"/>
            <a:t>Mapping of architectural decisions to quality requirements. For each quality attribute scenario examined during an ATAM, those architectural decisions that help to achieve it are determined and captured.</a:t>
          </a:r>
        </a:p>
      </dsp:txBody>
      <dsp:txXfrm rot="-5400000">
        <a:off x="557612" y="2046409"/>
        <a:ext cx="7606776" cy="1205457"/>
      </dsp:txXfrm>
    </dsp:sp>
    <dsp:sp modelId="{A795BEB8-3957-475E-BE46-7F18FF827DFA}">
      <dsp:nvSpPr>
        <dsp:cNvPr id="0" name=""/>
        <dsp:cNvSpPr/>
      </dsp:nvSpPr>
      <dsp:spPr>
        <a:xfrm>
          <a:off x="377" y="1755874"/>
          <a:ext cx="542580" cy="1669851"/>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IN" sz="1600" kern="1200" dirty="0"/>
            <a:t>6.</a:t>
          </a:r>
        </a:p>
      </dsp:txBody>
      <dsp:txXfrm>
        <a:off x="26864" y="1782361"/>
        <a:ext cx="489606" cy="1616877"/>
      </dsp:txXfrm>
    </dsp:sp>
    <dsp:sp modelId="{E627F1DB-43B5-4DE3-A24C-A6452DB74FFF}">
      <dsp:nvSpPr>
        <dsp:cNvPr id="0" name=""/>
        <dsp:cNvSpPr/>
      </dsp:nvSpPr>
      <dsp:spPr>
        <a:xfrm rot="5400000">
          <a:off x="3725665" y="566487"/>
          <a:ext cx="1335881" cy="767198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IN" sz="1600" kern="1200" dirty="0"/>
            <a:t>A set of identified sensitivity and tradeoff points. These are architectural decisions that have a marked effect on one or more quality attributes. </a:t>
          </a:r>
        </a:p>
      </dsp:txBody>
      <dsp:txXfrm rot="-5400000">
        <a:off x="557612" y="3799752"/>
        <a:ext cx="7606776" cy="1205457"/>
      </dsp:txXfrm>
    </dsp:sp>
    <dsp:sp modelId="{0177FE8B-FA8C-445B-9037-6C4BAD41EE6B}">
      <dsp:nvSpPr>
        <dsp:cNvPr id="0" name=""/>
        <dsp:cNvSpPr/>
      </dsp:nvSpPr>
      <dsp:spPr>
        <a:xfrm>
          <a:off x="377" y="3509218"/>
          <a:ext cx="542580" cy="1669851"/>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IN" sz="1600" kern="1200" dirty="0"/>
            <a:t>7.</a:t>
          </a:r>
        </a:p>
      </dsp:txBody>
      <dsp:txXfrm>
        <a:off x="26864" y="3535705"/>
        <a:ext cx="489606" cy="1616877"/>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A4C428-5CF6-4022-B2E5-ADC4ADCB3F93}">
      <dsp:nvSpPr>
        <dsp:cNvPr id="0" name=""/>
        <dsp:cNvSpPr/>
      </dsp:nvSpPr>
      <dsp:spPr>
        <a:xfrm rot="5400000">
          <a:off x="4713035" y="-1529550"/>
          <a:ext cx="1766185" cy="526694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a:t>a sense of community on the part of the stakeholders</a:t>
          </a:r>
          <a:endParaRPr lang="en-US" sz="1700" kern="1200" dirty="0"/>
        </a:p>
        <a:p>
          <a:pPr marL="171450" lvl="1" indent="-171450" algn="l" defTabSz="755650">
            <a:lnSpc>
              <a:spcPct val="90000"/>
            </a:lnSpc>
            <a:spcBef>
              <a:spcPct val="0"/>
            </a:spcBef>
            <a:spcAft>
              <a:spcPct val="15000"/>
            </a:spcAft>
            <a:buChar char="•"/>
          </a:pPr>
          <a:r>
            <a:rPr lang="en-US" sz="1700" kern="1200"/>
            <a:t>open communication channels between the architect and the stakeholders</a:t>
          </a:r>
          <a:endParaRPr lang="en-US" sz="1700" kern="1200" dirty="0"/>
        </a:p>
        <a:p>
          <a:pPr marL="171450" lvl="1" indent="-171450" algn="l" defTabSz="755650">
            <a:lnSpc>
              <a:spcPct val="90000"/>
            </a:lnSpc>
            <a:spcBef>
              <a:spcPct val="0"/>
            </a:spcBef>
            <a:spcAft>
              <a:spcPct val="15000"/>
            </a:spcAft>
            <a:buChar char="•"/>
          </a:pPr>
          <a:r>
            <a:rPr lang="en-US" sz="1700" kern="1200"/>
            <a:t>a better overall understanding on the part of all participants of the architecture and its strengths and weaknesses. </a:t>
          </a:r>
          <a:endParaRPr lang="en-US" sz="1700" kern="1200" dirty="0"/>
        </a:p>
      </dsp:txBody>
      <dsp:txXfrm rot="-5400000">
        <a:off x="2962656" y="307047"/>
        <a:ext cx="5180726" cy="1593749"/>
      </dsp:txXfrm>
    </dsp:sp>
    <dsp:sp modelId="{065F11D2-BE19-40F0-9361-7DADC21D387E}">
      <dsp:nvSpPr>
        <dsp:cNvPr id="0" name=""/>
        <dsp:cNvSpPr/>
      </dsp:nvSpPr>
      <dsp:spPr>
        <a:xfrm>
          <a:off x="0" y="55"/>
          <a:ext cx="2962656" cy="220773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n-US" sz="2700" kern="1200"/>
            <a:t>There are also </a:t>
          </a:r>
          <a:r>
            <a:rPr lang="en-US" sz="2700" i="1" kern="1200"/>
            <a:t>intangible</a:t>
          </a:r>
          <a:r>
            <a:rPr lang="en-US" sz="2700" kern="1200"/>
            <a:t> results of an ATAM-based evaluation. These include </a:t>
          </a:r>
          <a:endParaRPr lang="en-IN" sz="2700" kern="1200"/>
        </a:p>
      </dsp:txBody>
      <dsp:txXfrm>
        <a:off x="107773" y="107828"/>
        <a:ext cx="2747110" cy="1992186"/>
      </dsp:txXfrm>
    </dsp:sp>
    <dsp:sp modelId="{CC7F031E-35CE-4759-90FC-8C8CFC2B08E6}">
      <dsp:nvSpPr>
        <dsp:cNvPr id="0" name=""/>
        <dsp:cNvSpPr/>
      </dsp:nvSpPr>
      <dsp:spPr>
        <a:xfrm rot="5400000">
          <a:off x="4713035" y="788568"/>
          <a:ext cx="1766185" cy="5266944"/>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a:lnSpc>
              <a:spcPct val="90000"/>
            </a:lnSpc>
            <a:spcBef>
              <a:spcPct val="0"/>
            </a:spcBef>
            <a:spcAft>
              <a:spcPct val="15000"/>
            </a:spcAft>
            <a:buChar char="•"/>
          </a:pPr>
          <a:r>
            <a:rPr lang="en-US" sz="1700" kern="1200"/>
            <a:t>they </a:t>
          </a:r>
          <a:r>
            <a:rPr lang="en-US" sz="1700" kern="1200" dirty="0"/>
            <a:t>are no less important than the others and often are the longest-lasting.</a:t>
          </a:r>
        </a:p>
      </dsp:txBody>
      <dsp:txXfrm rot="-5400000">
        <a:off x="2962656" y="2625165"/>
        <a:ext cx="5180726" cy="1593749"/>
      </dsp:txXfrm>
    </dsp:sp>
    <dsp:sp modelId="{C56BE66D-2C01-4849-ADCA-A7495B1132C5}">
      <dsp:nvSpPr>
        <dsp:cNvPr id="0" name=""/>
        <dsp:cNvSpPr/>
      </dsp:nvSpPr>
      <dsp:spPr>
        <a:xfrm>
          <a:off x="0" y="2318174"/>
          <a:ext cx="2962656" cy="220773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n-US" sz="2700" kern="1200" dirty="0"/>
            <a:t>While these results are hard to measure, </a:t>
          </a:r>
        </a:p>
      </dsp:txBody>
      <dsp:txXfrm>
        <a:off x="107773" y="2425947"/>
        <a:ext cx="2747110" cy="199218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2FB271-14F9-4474-9717-98F3E69907B3}">
      <dsp:nvSpPr>
        <dsp:cNvPr id="0" name=""/>
        <dsp:cNvSpPr/>
      </dsp:nvSpPr>
      <dsp:spPr>
        <a:xfrm rot="16200000">
          <a:off x="-956009" y="957014"/>
          <a:ext cx="4525962" cy="2611933"/>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0" rIns="132998" bIns="0" numCol="1" spcCol="1270" anchor="ctr" anchorCtr="0">
          <a:noAutofit/>
        </a:bodyPr>
        <a:lstStyle/>
        <a:p>
          <a:pPr marL="0" lvl="0" indent="0" algn="ctr" defTabSz="933450">
            <a:lnSpc>
              <a:spcPct val="90000"/>
            </a:lnSpc>
            <a:spcBef>
              <a:spcPct val="0"/>
            </a:spcBef>
            <a:spcAft>
              <a:spcPct val="35000"/>
            </a:spcAft>
            <a:buNone/>
          </a:pPr>
          <a:r>
            <a:rPr lang="en-US" sz="2100" kern="1200"/>
            <a:t>The evaluation leader presents the ATAM to the assembled project representatives. </a:t>
          </a:r>
          <a:endParaRPr lang="en-IN" sz="2100" kern="1200"/>
        </a:p>
      </dsp:txBody>
      <dsp:txXfrm rot="5400000">
        <a:off x="1005" y="905192"/>
        <a:ext cx="2611933" cy="2715578"/>
      </dsp:txXfrm>
    </dsp:sp>
    <dsp:sp modelId="{0FBA9C4A-D571-41B1-BD7F-97C6CE549E80}">
      <dsp:nvSpPr>
        <dsp:cNvPr id="0" name=""/>
        <dsp:cNvSpPr/>
      </dsp:nvSpPr>
      <dsp:spPr>
        <a:xfrm rot="16200000">
          <a:off x="1851818" y="957014"/>
          <a:ext cx="4525962" cy="2611933"/>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0" rIns="132998" bIns="0" numCol="1" spcCol="1270" anchor="ctr" anchorCtr="0">
          <a:noAutofit/>
        </a:bodyPr>
        <a:lstStyle/>
        <a:p>
          <a:pPr marL="0" lvl="0" indent="0" algn="ctr" defTabSz="933450">
            <a:lnSpc>
              <a:spcPct val="90000"/>
            </a:lnSpc>
            <a:spcBef>
              <a:spcPct val="0"/>
            </a:spcBef>
            <a:spcAft>
              <a:spcPct val="35000"/>
            </a:spcAft>
            <a:buNone/>
          </a:pPr>
          <a:r>
            <a:rPr lang="en-US" sz="2100" kern="1200"/>
            <a:t>This time is used to explain the process that everyone will be following, to answer questions, and to set the context and expectations for the remainder of the activities. </a:t>
          </a:r>
          <a:endParaRPr lang="en-US" sz="2100" kern="1200" dirty="0"/>
        </a:p>
      </dsp:txBody>
      <dsp:txXfrm rot="5400000">
        <a:off x="2808832" y="905192"/>
        <a:ext cx="2611933" cy="2715578"/>
      </dsp:txXfrm>
    </dsp:sp>
    <dsp:sp modelId="{8E217DB5-9BF0-49F4-B2B0-15B1CBE6C952}">
      <dsp:nvSpPr>
        <dsp:cNvPr id="0" name=""/>
        <dsp:cNvSpPr/>
      </dsp:nvSpPr>
      <dsp:spPr>
        <a:xfrm rot="16200000">
          <a:off x="4659647" y="957014"/>
          <a:ext cx="4525962" cy="2611933"/>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0" rIns="132998" bIns="0" numCol="1" spcCol="1270" anchor="ctr" anchorCtr="0">
          <a:noAutofit/>
        </a:bodyPr>
        <a:lstStyle/>
        <a:p>
          <a:pPr marL="0" lvl="0" indent="0" algn="ctr" defTabSz="933450">
            <a:lnSpc>
              <a:spcPct val="90000"/>
            </a:lnSpc>
            <a:spcBef>
              <a:spcPct val="0"/>
            </a:spcBef>
            <a:spcAft>
              <a:spcPct val="35000"/>
            </a:spcAft>
            <a:buNone/>
          </a:pPr>
          <a:r>
            <a:rPr lang="en-US" sz="2100" kern="1200"/>
            <a:t>Using a standard presentation, the leader describes the ATAM steps in brief and the outputs of the evaluation.</a:t>
          </a:r>
          <a:endParaRPr lang="en-US" sz="2100" kern="1200" dirty="0"/>
        </a:p>
      </dsp:txBody>
      <dsp:txXfrm rot="5400000">
        <a:off x="5616661" y="905192"/>
        <a:ext cx="2611933" cy="2715578"/>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30FD74-F61A-4882-8969-A36806C9C4B0}">
      <dsp:nvSpPr>
        <dsp:cNvPr id="0" name=""/>
        <dsp:cNvSpPr/>
      </dsp:nvSpPr>
      <dsp:spPr>
        <a:xfrm rot="16200000">
          <a:off x="-956009" y="957014"/>
          <a:ext cx="4525962" cy="2611933"/>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0" tIns="0" rIns="108454" bIns="0" numCol="1" spcCol="1270" anchor="ctr" anchorCtr="0">
          <a:noAutofit/>
        </a:bodyPr>
        <a:lstStyle/>
        <a:p>
          <a:pPr marL="0" lvl="0" indent="0" algn="ctr" defTabSz="755650">
            <a:lnSpc>
              <a:spcPct val="90000"/>
            </a:lnSpc>
            <a:spcBef>
              <a:spcPct val="0"/>
            </a:spcBef>
            <a:spcAft>
              <a:spcPct val="35000"/>
            </a:spcAft>
            <a:buNone/>
          </a:pPr>
          <a:r>
            <a:rPr lang="en-US" sz="1700" kern="1200"/>
            <a:t>Everyone involved in the evaluation needs to understand the context for the system and the primary business drivers motivating its development. </a:t>
          </a:r>
          <a:endParaRPr lang="en-IN" sz="1700" kern="1200"/>
        </a:p>
      </dsp:txBody>
      <dsp:txXfrm rot="5400000">
        <a:off x="1005" y="905192"/>
        <a:ext cx="2611933" cy="2715578"/>
      </dsp:txXfrm>
    </dsp:sp>
    <dsp:sp modelId="{67EF5B13-3E72-42F8-A747-0BB37C691BAF}">
      <dsp:nvSpPr>
        <dsp:cNvPr id="0" name=""/>
        <dsp:cNvSpPr/>
      </dsp:nvSpPr>
      <dsp:spPr>
        <a:xfrm rot="16200000">
          <a:off x="1851818" y="957014"/>
          <a:ext cx="4525962" cy="2611933"/>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0" tIns="0" rIns="108454" bIns="0" numCol="1" spcCol="1270" anchor="ctr" anchorCtr="0">
          <a:noAutofit/>
        </a:bodyPr>
        <a:lstStyle/>
        <a:p>
          <a:pPr marL="0" lvl="0" indent="0" algn="ctr" defTabSz="755650">
            <a:lnSpc>
              <a:spcPct val="90000"/>
            </a:lnSpc>
            <a:spcBef>
              <a:spcPct val="0"/>
            </a:spcBef>
            <a:spcAft>
              <a:spcPct val="35000"/>
            </a:spcAft>
            <a:buNone/>
          </a:pPr>
          <a:r>
            <a:rPr lang="en-US" sz="1700" kern="1200"/>
            <a:t>In this step, a project decision maker (ideally the project manager or the system’s customer) presents a system overview from a business perspective. </a:t>
          </a:r>
          <a:endParaRPr lang="en-US" sz="1700" kern="1200" dirty="0"/>
        </a:p>
      </dsp:txBody>
      <dsp:txXfrm rot="5400000">
        <a:off x="2808832" y="905192"/>
        <a:ext cx="2611933" cy="2715578"/>
      </dsp:txXfrm>
    </dsp:sp>
    <dsp:sp modelId="{E5DF848A-4CA7-4288-8798-B32FA926535C}">
      <dsp:nvSpPr>
        <dsp:cNvPr id="0" name=""/>
        <dsp:cNvSpPr/>
      </dsp:nvSpPr>
      <dsp:spPr>
        <a:xfrm rot="16200000">
          <a:off x="4659647" y="957014"/>
          <a:ext cx="4525962" cy="2611933"/>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7950" tIns="0" rIns="108454" bIns="0" numCol="1" spcCol="1270" anchor="t" anchorCtr="0">
          <a:noAutofit/>
        </a:bodyPr>
        <a:lstStyle/>
        <a:p>
          <a:pPr marL="0" lvl="0" indent="0" algn="l" defTabSz="755650">
            <a:lnSpc>
              <a:spcPct val="90000"/>
            </a:lnSpc>
            <a:spcBef>
              <a:spcPct val="0"/>
            </a:spcBef>
            <a:spcAft>
              <a:spcPct val="35000"/>
            </a:spcAft>
            <a:buNone/>
          </a:pPr>
          <a:r>
            <a:rPr lang="en-US" sz="1700" kern="1200"/>
            <a:t>The presentation should describe the following:</a:t>
          </a:r>
          <a:endParaRPr lang="en-US" sz="1700" kern="1200" dirty="0"/>
        </a:p>
        <a:p>
          <a:pPr marL="114300" lvl="1" indent="-114300" algn="l" defTabSz="577850">
            <a:lnSpc>
              <a:spcPct val="90000"/>
            </a:lnSpc>
            <a:spcBef>
              <a:spcPct val="0"/>
            </a:spcBef>
            <a:spcAft>
              <a:spcPct val="15000"/>
            </a:spcAft>
            <a:buChar char="•"/>
          </a:pPr>
          <a:r>
            <a:rPr lang="en-US" sz="1300" kern="1200"/>
            <a:t>The system’s most important functions</a:t>
          </a:r>
          <a:endParaRPr lang="en-US" sz="1300" kern="1200" dirty="0"/>
        </a:p>
        <a:p>
          <a:pPr marL="114300" lvl="1" indent="-114300" algn="l" defTabSz="577850">
            <a:lnSpc>
              <a:spcPct val="90000"/>
            </a:lnSpc>
            <a:spcBef>
              <a:spcPct val="0"/>
            </a:spcBef>
            <a:spcAft>
              <a:spcPct val="15000"/>
            </a:spcAft>
            <a:buChar char="•"/>
          </a:pPr>
          <a:r>
            <a:rPr lang="en-US" sz="1300" kern="1200"/>
            <a:t>Any relevant technical, managerial, economic, or political constraints </a:t>
          </a:r>
          <a:endParaRPr lang="en-US" sz="1300" kern="1200" dirty="0"/>
        </a:p>
        <a:p>
          <a:pPr marL="114300" lvl="1" indent="-114300" algn="l" defTabSz="577850">
            <a:lnSpc>
              <a:spcPct val="90000"/>
            </a:lnSpc>
            <a:spcBef>
              <a:spcPct val="0"/>
            </a:spcBef>
            <a:spcAft>
              <a:spcPct val="15000"/>
            </a:spcAft>
            <a:buChar char="•"/>
          </a:pPr>
          <a:r>
            <a:rPr lang="en-US" sz="1300" kern="1200"/>
            <a:t>The business goals and context as they relate to the project</a:t>
          </a:r>
          <a:endParaRPr lang="en-US" sz="1300" kern="1200" dirty="0"/>
        </a:p>
        <a:p>
          <a:pPr marL="114300" lvl="1" indent="-114300" algn="l" defTabSz="577850">
            <a:lnSpc>
              <a:spcPct val="90000"/>
            </a:lnSpc>
            <a:spcBef>
              <a:spcPct val="0"/>
            </a:spcBef>
            <a:spcAft>
              <a:spcPct val="15000"/>
            </a:spcAft>
            <a:buChar char="•"/>
          </a:pPr>
          <a:r>
            <a:rPr lang="en-US" sz="1300" kern="1200"/>
            <a:t>The major stakeholders</a:t>
          </a:r>
          <a:endParaRPr lang="en-US" sz="1300" kern="1200" dirty="0"/>
        </a:p>
        <a:p>
          <a:pPr marL="114300" lvl="1" indent="-114300" algn="l" defTabSz="577850">
            <a:lnSpc>
              <a:spcPct val="90000"/>
            </a:lnSpc>
            <a:spcBef>
              <a:spcPct val="0"/>
            </a:spcBef>
            <a:spcAft>
              <a:spcPct val="15000"/>
            </a:spcAft>
            <a:buChar char="•"/>
          </a:pPr>
          <a:r>
            <a:rPr lang="en-US" sz="1300" kern="1200"/>
            <a:t>The architectural drivers (that is, the architecturally significant requirements)</a:t>
          </a:r>
          <a:endParaRPr lang="en-US" sz="1300" kern="1200" dirty="0"/>
        </a:p>
      </dsp:txBody>
      <dsp:txXfrm rot="5400000">
        <a:off x="5616661" y="905192"/>
        <a:ext cx="2611933" cy="2715578"/>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08611C-6FDD-437C-B678-52CCBC9C622F}">
      <dsp:nvSpPr>
        <dsp:cNvPr id="0" name=""/>
        <dsp:cNvSpPr/>
      </dsp:nvSpPr>
      <dsp:spPr>
        <a:xfrm>
          <a:off x="0" y="4252907"/>
          <a:ext cx="8229600" cy="69772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kern="1200"/>
            <a:t>The architect should present the views that he or she found most important during the creation of the architecture and the views that help to reason about the most important quality attribute concerns of the system.</a:t>
          </a:r>
          <a:endParaRPr lang="en-US" sz="1300" kern="1200" dirty="0"/>
        </a:p>
      </dsp:txBody>
      <dsp:txXfrm>
        <a:off x="0" y="4252907"/>
        <a:ext cx="8229600" cy="697724"/>
      </dsp:txXfrm>
    </dsp:sp>
    <dsp:sp modelId="{5481E4ED-1532-4492-9337-7C78ED7BDE4B}">
      <dsp:nvSpPr>
        <dsp:cNvPr id="0" name=""/>
        <dsp:cNvSpPr/>
      </dsp:nvSpPr>
      <dsp:spPr>
        <a:xfrm rot="10800000">
          <a:off x="0" y="3190272"/>
          <a:ext cx="8229600" cy="1073100"/>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kern="1200"/>
            <a:t>The architect’s presentation should convey the essence of the architecture and not stray into ancillary areas or delve too deeply into the details of just a few aspects. </a:t>
          </a:r>
          <a:endParaRPr lang="en-US" sz="1300" kern="1200" dirty="0"/>
        </a:p>
      </dsp:txBody>
      <dsp:txXfrm rot="10800000">
        <a:off x="0" y="3190272"/>
        <a:ext cx="8229600" cy="697268"/>
      </dsp:txXfrm>
    </dsp:sp>
    <dsp:sp modelId="{AD3C5658-4A55-4F72-A005-106446F5A55B}">
      <dsp:nvSpPr>
        <dsp:cNvPr id="0" name=""/>
        <dsp:cNvSpPr/>
      </dsp:nvSpPr>
      <dsp:spPr>
        <a:xfrm rot="10800000">
          <a:off x="0" y="2127637"/>
          <a:ext cx="8229600" cy="1073100"/>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kern="1200"/>
            <a:t>The architect describes the architectural approaches (or patterns, or tactics, if the architect is fluent in that vocabulary) used to meet the requirements.</a:t>
          </a:r>
          <a:endParaRPr lang="en-US" sz="1300" kern="1200" dirty="0"/>
        </a:p>
      </dsp:txBody>
      <dsp:txXfrm rot="10800000">
        <a:off x="0" y="2127637"/>
        <a:ext cx="8229600" cy="697268"/>
      </dsp:txXfrm>
    </dsp:sp>
    <dsp:sp modelId="{FFBF27C0-17A7-4B81-A80A-89F256B1CB51}">
      <dsp:nvSpPr>
        <dsp:cNvPr id="0" name=""/>
        <dsp:cNvSpPr/>
      </dsp:nvSpPr>
      <dsp:spPr>
        <a:xfrm rot="10800000">
          <a:off x="0" y="1065002"/>
          <a:ext cx="8229600" cy="1073100"/>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kern="1200"/>
            <a:t>The architect covers technical constraints such as operating system, hardware, or middleware prescribed for use, and other systems with which the system must interact. </a:t>
          </a:r>
          <a:endParaRPr lang="en-US" sz="1300" kern="1200" dirty="0"/>
        </a:p>
      </dsp:txBody>
      <dsp:txXfrm rot="10800000">
        <a:off x="0" y="1065002"/>
        <a:ext cx="8229600" cy="697268"/>
      </dsp:txXfrm>
    </dsp:sp>
    <dsp:sp modelId="{C62BDAAC-227D-4295-B8C6-2FBF400B6D4A}">
      <dsp:nvSpPr>
        <dsp:cNvPr id="0" name=""/>
        <dsp:cNvSpPr/>
      </dsp:nvSpPr>
      <dsp:spPr>
        <a:xfrm rot="10800000">
          <a:off x="0" y="30450"/>
          <a:ext cx="8229600" cy="1073100"/>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kern="1200"/>
            <a:t>The lead architect (or architecture team) makes a presentation describing the architecture.</a:t>
          </a:r>
          <a:endParaRPr lang="en-IN" sz="1300" kern="1200"/>
        </a:p>
      </dsp:txBody>
      <dsp:txXfrm rot="10800000">
        <a:off x="0" y="30450"/>
        <a:ext cx="8229600" cy="697268"/>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79A3F1-F814-402E-9438-60CAE0E9ADF8}">
      <dsp:nvSpPr>
        <dsp:cNvPr id="0" name=""/>
        <dsp:cNvSpPr/>
      </dsp:nvSpPr>
      <dsp:spPr>
        <a:xfrm rot="16200000">
          <a:off x="-1287549" y="1289533"/>
          <a:ext cx="4525962" cy="1946895"/>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0" rIns="86841" bIns="0" numCol="1" spcCol="1270" anchor="ctr" anchorCtr="0">
          <a:noAutofit/>
        </a:bodyPr>
        <a:lstStyle/>
        <a:p>
          <a:pPr marL="0" lvl="0" indent="0" algn="ctr" defTabSz="622300">
            <a:lnSpc>
              <a:spcPct val="90000"/>
            </a:lnSpc>
            <a:spcBef>
              <a:spcPct val="0"/>
            </a:spcBef>
            <a:spcAft>
              <a:spcPct val="35000"/>
            </a:spcAft>
            <a:buNone/>
          </a:pPr>
          <a:r>
            <a:rPr lang="en-US" sz="1400" kern="1200"/>
            <a:t>The ATAM focuses on analyzing an architecture by understanding its architectural approaches, especially patterns and tactics.</a:t>
          </a:r>
          <a:endParaRPr lang="en-IN" sz="1400" kern="1200"/>
        </a:p>
      </dsp:txBody>
      <dsp:txXfrm rot="5400000">
        <a:off x="1984" y="905192"/>
        <a:ext cx="1946895" cy="2715578"/>
      </dsp:txXfrm>
    </dsp:sp>
    <dsp:sp modelId="{C57ACB73-5A48-4E53-AD52-F095143181EB}">
      <dsp:nvSpPr>
        <dsp:cNvPr id="0" name=""/>
        <dsp:cNvSpPr/>
      </dsp:nvSpPr>
      <dsp:spPr>
        <a:xfrm rot="16200000">
          <a:off x="805362" y="1289533"/>
          <a:ext cx="4525962" cy="1946895"/>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0" rIns="86841" bIns="0" numCol="1" spcCol="1270" anchor="t" anchorCtr="0">
          <a:noAutofit/>
        </a:bodyPr>
        <a:lstStyle/>
        <a:p>
          <a:pPr marL="0" lvl="0" indent="0" algn="l" defTabSz="622300">
            <a:lnSpc>
              <a:spcPct val="90000"/>
            </a:lnSpc>
            <a:spcBef>
              <a:spcPct val="0"/>
            </a:spcBef>
            <a:spcAft>
              <a:spcPct val="35000"/>
            </a:spcAft>
            <a:buNone/>
          </a:pPr>
          <a:r>
            <a:rPr lang="en-US" sz="1400" kern="1200"/>
            <a:t>By now, the evaluation team will have a good idea of what patterns and tactics the architect used in designing the system. </a:t>
          </a:r>
          <a:endParaRPr lang="en-US" sz="1400" kern="1200" dirty="0"/>
        </a:p>
        <a:p>
          <a:pPr marL="57150" lvl="1" indent="-57150" algn="l" defTabSz="488950">
            <a:lnSpc>
              <a:spcPct val="90000"/>
            </a:lnSpc>
            <a:spcBef>
              <a:spcPct val="0"/>
            </a:spcBef>
            <a:spcAft>
              <a:spcPct val="15000"/>
            </a:spcAft>
            <a:buChar char="•"/>
          </a:pPr>
          <a:r>
            <a:rPr lang="en-US" sz="1100" kern="1200"/>
            <a:t>They will have studied the architecture documentation</a:t>
          </a:r>
          <a:endParaRPr lang="en-US" sz="1100" kern="1200" dirty="0"/>
        </a:p>
        <a:p>
          <a:pPr marL="57150" lvl="1" indent="-57150" algn="l" defTabSz="488950">
            <a:lnSpc>
              <a:spcPct val="90000"/>
            </a:lnSpc>
            <a:spcBef>
              <a:spcPct val="0"/>
            </a:spcBef>
            <a:spcAft>
              <a:spcPct val="15000"/>
            </a:spcAft>
            <a:buChar char="•"/>
          </a:pPr>
          <a:r>
            <a:rPr lang="en-US" sz="1100" kern="1200"/>
            <a:t>They will have heard the architect’s presentation in step 3. </a:t>
          </a:r>
          <a:endParaRPr lang="en-US" sz="1100" kern="1200" dirty="0"/>
        </a:p>
        <a:p>
          <a:pPr marL="57150" lvl="1" indent="-57150" algn="l" defTabSz="488950">
            <a:lnSpc>
              <a:spcPct val="90000"/>
            </a:lnSpc>
            <a:spcBef>
              <a:spcPct val="0"/>
            </a:spcBef>
            <a:spcAft>
              <a:spcPct val="15000"/>
            </a:spcAft>
            <a:buChar char="•"/>
          </a:pPr>
          <a:r>
            <a:rPr lang="en-US" sz="1100" kern="1200"/>
            <a:t>The team should also be adept at spotting approaches not mentioned explicitly</a:t>
          </a:r>
          <a:endParaRPr lang="en-US" sz="1100" kern="1200" dirty="0"/>
        </a:p>
      </dsp:txBody>
      <dsp:txXfrm rot="5400000">
        <a:off x="2094895" y="905192"/>
        <a:ext cx="1946895" cy="2715578"/>
      </dsp:txXfrm>
    </dsp:sp>
    <dsp:sp modelId="{13912B73-21E9-451F-9D3F-4158BF7F3209}">
      <dsp:nvSpPr>
        <dsp:cNvPr id="0" name=""/>
        <dsp:cNvSpPr/>
      </dsp:nvSpPr>
      <dsp:spPr>
        <a:xfrm rot="16200000">
          <a:off x="2898275" y="1289533"/>
          <a:ext cx="4525962" cy="1946895"/>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0" rIns="86841" bIns="0" numCol="1" spcCol="1270" anchor="ctr" anchorCtr="0">
          <a:noAutofit/>
        </a:bodyPr>
        <a:lstStyle/>
        <a:p>
          <a:pPr marL="0" lvl="0" indent="0" algn="ctr" defTabSz="622300">
            <a:lnSpc>
              <a:spcPct val="90000"/>
            </a:lnSpc>
            <a:spcBef>
              <a:spcPct val="0"/>
            </a:spcBef>
            <a:spcAft>
              <a:spcPct val="35000"/>
            </a:spcAft>
            <a:buNone/>
          </a:pPr>
          <a:r>
            <a:rPr lang="en-US" sz="1400" kern="1200"/>
            <a:t>The evaluation team simply catalogs the patterns and tactics that have been identified. </a:t>
          </a:r>
          <a:endParaRPr lang="en-US" sz="1400" kern="1200" dirty="0"/>
        </a:p>
      </dsp:txBody>
      <dsp:txXfrm rot="5400000">
        <a:off x="4187808" y="905192"/>
        <a:ext cx="1946895" cy="2715578"/>
      </dsp:txXfrm>
    </dsp:sp>
    <dsp:sp modelId="{F6CA9DE3-05F3-4F3F-9171-FF56A105D4FF}">
      <dsp:nvSpPr>
        <dsp:cNvPr id="0" name=""/>
        <dsp:cNvSpPr/>
      </dsp:nvSpPr>
      <dsp:spPr>
        <a:xfrm rot="16200000">
          <a:off x="4991187" y="1289533"/>
          <a:ext cx="4525962" cy="1946895"/>
        </a:xfrm>
        <a:prstGeom prst="flowChartManualOperati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0" rIns="86841" bIns="0" numCol="1" spcCol="1270" anchor="ctr" anchorCtr="0">
          <a:noAutofit/>
        </a:bodyPr>
        <a:lstStyle/>
        <a:p>
          <a:pPr marL="0" lvl="0" indent="0" algn="ctr" defTabSz="622300">
            <a:lnSpc>
              <a:spcPct val="90000"/>
            </a:lnSpc>
            <a:spcBef>
              <a:spcPct val="0"/>
            </a:spcBef>
            <a:spcAft>
              <a:spcPct val="35000"/>
            </a:spcAft>
            <a:buNone/>
          </a:pPr>
          <a:r>
            <a:rPr lang="en-US" sz="1400" kern="1200"/>
            <a:t>The list is publicly captured and will serve as the basis for later analysis.</a:t>
          </a:r>
          <a:endParaRPr lang="en-US" sz="1400" kern="1200" dirty="0"/>
        </a:p>
      </dsp:txBody>
      <dsp:txXfrm rot="5400000">
        <a:off x="6280720" y="905192"/>
        <a:ext cx="1946895" cy="2715578"/>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5BA998-74F5-433B-966E-08F5100369D5}">
      <dsp:nvSpPr>
        <dsp:cNvPr id="0" name=""/>
        <dsp:cNvSpPr/>
      </dsp:nvSpPr>
      <dsp:spPr>
        <a:xfrm>
          <a:off x="0" y="3998959"/>
          <a:ext cx="8229600" cy="52486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dirty="0"/>
            <a:t>The scenarios are assigned a rank of importance (High, Medium, Low).</a:t>
          </a:r>
        </a:p>
      </dsp:txBody>
      <dsp:txXfrm>
        <a:off x="0" y="3998959"/>
        <a:ext cx="8229600" cy="524861"/>
      </dsp:txXfrm>
    </dsp:sp>
    <dsp:sp modelId="{4BEEA3F4-7E29-46A8-9E6C-3A45BA8D4A7B}">
      <dsp:nvSpPr>
        <dsp:cNvPr id="0" name=""/>
        <dsp:cNvSpPr/>
      </dsp:nvSpPr>
      <dsp:spPr>
        <a:xfrm rot="10800000">
          <a:off x="0" y="3199596"/>
          <a:ext cx="8229600" cy="807236"/>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a:t>These are expressed as scenarios, which populate the leaves of the utility tree.  </a:t>
          </a:r>
          <a:endParaRPr lang="en-US" sz="1200" kern="1200" dirty="0"/>
        </a:p>
      </dsp:txBody>
      <dsp:txXfrm rot="10800000">
        <a:off x="0" y="3199596"/>
        <a:ext cx="8229600" cy="524518"/>
      </dsp:txXfrm>
    </dsp:sp>
    <dsp:sp modelId="{81DF5F95-A8E7-4921-A3D6-46B7E27B02F2}">
      <dsp:nvSpPr>
        <dsp:cNvPr id="0" name=""/>
        <dsp:cNvSpPr/>
      </dsp:nvSpPr>
      <dsp:spPr>
        <a:xfrm rot="10800000">
          <a:off x="0" y="2400232"/>
          <a:ext cx="8229600" cy="807236"/>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a:t>In this step, the evaluation team works with the project decision makers to identify, prioritize, and refine the system’s most important quality attribute goals. </a:t>
          </a:r>
          <a:endParaRPr lang="en-US" sz="1200" kern="1200" dirty="0"/>
        </a:p>
      </dsp:txBody>
      <dsp:txXfrm rot="10800000">
        <a:off x="0" y="2400232"/>
        <a:ext cx="8229600" cy="524518"/>
      </dsp:txXfrm>
    </dsp:sp>
    <dsp:sp modelId="{06D0ED41-9ECB-4EE2-B82D-645EA220C581}">
      <dsp:nvSpPr>
        <dsp:cNvPr id="0" name=""/>
        <dsp:cNvSpPr/>
      </dsp:nvSpPr>
      <dsp:spPr>
        <a:xfrm rot="10800000">
          <a:off x="0" y="1600868"/>
          <a:ext cx="8229600" cy="807236"/>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a:t>The important quality attribute goals for the architecture under consideration were named in step 2.</a:t>
          </a:r>
          <a:endParaRPr lang="en-US" sz="1200" kern="1200" dirty="0"/>
        </a:p>
      </dsp:txBody>
      <dsp:txXfrm rot="10800000">
        <a:off x="0" y="1600868"/>
        <a:ext cx="8229600" cy="524518"/>
      </dsp:txXfrm>
    </dsp:sp>
    <dsp:sp modelId="{F31B0BF0-9176-48F6-B9DA-1EBE296672B7}">
      <dsp:nvSpPr>
        <dsp:cNvPr id="0" name=""/>
        <dsp:cNvSpPr/>
      </dsp:nvSpPr>
      <dsp:spPr>
        <a:xfrm rot="10800000">
          <a:off x="0" y="801504"/>
          <a:ext cx="8229600" cy="807236"/>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a:t>Utility trees serve to make the requirements concrete by defining precisely the relevant quality attribute requirements that the architects were working to provide. </a:t>
          </a:r>
          <a:endParaRPr lang="en-US" sz="1200" kern="1200" dirty="0"/>
        </a:p>
      </dsp:txBody>
      <dsp:txXfrm rot="10800000">
        <a:off x="0" y="801504"/>
        <a:ext cx="8229600" cy="524518"/>
      </dsp:txXfrm>
    </dsp:sp>
    <dsp:sp modelId="{5DEBDF10-08B2-4961-8484-197917DB8E25}">
      <dsp:nvSpPr>
        <dsp:cNvPr id="0" name=""/>
        <dsp:cNvSpPr/>
      </dsp:nvSpPr>
      <dsp:spPr>
        <a:xfrm rot="10800000">
          <a:off x="0" y="2140"/>
          <a:ext cx="8229600" cy="807236"/>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a:t>The quality attribute goals are articulated in detail via a quality attribute utility tree. </a:t>
          </a:r>
          <a:endParaRPr lang="en-IN" sz="1200" kern="1200"/>
        </a:p>
      </dsp:txBody>
      <dsp:txXfrm rot="10800000">
        <a:off x="0" y="2140"/>
        <a:ext cx="8229600" cy="524518"/>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F0BF2C-84E5-4BF6-A9E1-5EB151066314}">
      <dsp:nvSpPr>
        <dsp:cNvPr id="0" name=""/>
        <dsp:cNvSpPr/>
      </dsp:nvSpPr>
      <dsp:spPr>
        <a:xfrm>
          <a:off x="0" y="2289"/>
          <a:ext cx="8229600" cy="66808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The evaluation team examines the highest-ranked scenarios one at a time; the architect is asked to explain how the architecture supports each one. </a:t>
          </a:r>
          <a:endParaRPr lang="en-IN" sz="1600" kern="1200"/>
        </a:p>
      </dsp:txBody>
      <dsp:txXfrm>
        <a:off x="32613" y="34902"/>
        <a:ext cx="8164374" cy="602860"/>
      </dsp:txXfrm>
    </dsp:sp>
    <dsp:sp modelId="{795E1BD7-34F2-44CC-9E00-E2974BE3BEC2}">
      <dsp:nvSpPr>
        <dsp:cNvPr id="0" name=""/>
        <dsp:cNvSpPr/>
      </dsp:nvSpPr>
      <dsp:spPr>
        <a:xfrm>
          <a:off x="0" y="681907"/>
          <a:ext cx="8229600" cy="66808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Evaluation team members—especially the questioners—probe for the architectural approaches that the architect used to carry out the scenario. </a:t>
          </a:r>
        </a:p>
      </dsp:txBody>
      <dsp:txXfrm>
        <a:off x="32613" y="714520"/>
        <a:ext cx="8164374" cy="602860"/>
      </dsp:txXfrm>
    </dsp:sp>
    <dsp:sp modelId="{3F6EB3B3-C03D-4488-9E69-7B2151C6D9FA}">
      <dsp:nvSpPr>
        <dsp:cNvPr id="0" name=""/>
        <dsp:cNvSpPr/>
      </dsp:nvSpPr>
      <dsp:spPr>
        <a:xfrm>
          <a:off x="0" y="1360822"/>
          <a:ext cx="8229600" cy="66808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Along the way, the evaluation team documents the relevant architectural decisions and identifies and catalogs their risks, </a:t>
          </a:r>
          <a:r>
            <a:rPr lang="en-US" sz="1600" kern="1200" dirty="0" err="1"/>
            <a:t>nonrisks</a:t>
          </a:r>
          <a:r>
            <a:rPr lang="en-US" sz="1600" kern="1200" dirty="0"/>
            <a:t>, sensitivity points, and tradeoffs.   Examples:</a:t>
          </a:r>
        </a:p>
      </dsp:txBody>
      <dsp:txXfrm>
        <a:off x="32613" y="1393435"/>
        <a:ext cx="8164374" cy="602860"/>
      </dsp:txXfrm>
    </dsp:sp>
    <dsp:sp modelId="{66C7DC3E-2560-49EA-8361-60434A0765A0}">
      <dsp:nvSpPr>
        <dsp:cNvPr id="0" name=""/>
        <dsp:cNvSpPr/>
      </dsp:nvSpPr>
      <dsp:spPr>
        <a:xfrm>
          <a:off x="0" y="2028908"/>
          <a:ext cx="8229600" cy="18026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en-US" sz="1600" kern="1200"/>
            <a:t>Risk:  The frequency of heartbeats affects the time in which the system can detect a failed component. Some assignments will result in unacceptable values of this response. </a:t>
          </a:r>
          <a:endParaRPr lang="en-US" sz="1600" kern="1200" dirty="0"/>
        </a:p>
        <a:p>
          <a:pPr marL="171450" lvl="1" indent="-171450" algn="l" defTabSz="711200">
            <a:lnSpc>
              <a:spcPct val="90000"/>
            </a:lnSpc>
            <a:spcBef>
              <a:spcPct val="0"/>
            </a:spcBef>
            <a:spcAft>
              <a:spcPct val="20000"/>
            </a:spcAft>
            <a:buChar char="•"/>
          </a:pPr>
          <a:r>
            <a:rPr lang="en-US" sz="1600" kern="1200"/>
            <a:t>Sensitivity point: The number of simultaneous database clients will affect the number of transactions that a database can process per second. </a:t>
          </a:r>
          <a:endParaRPr lang="en-US" sz="1600" kern="1200" dirty="0"/>
        </a:p>
        <a:p>
          <a:pPr marL="171450" lvl="1" indent="-171450" algn="l" defTabSz="711200">
            <a:lnSpc>
              <a:spcPct val="90000"/>
            </a:lnSpc>
            <a:spcBef>
              <a:spcPct val="0"/>
            </a:spcBef>
            <a:spcAft>
              <a:spcPct val="20000"/>
            </a:spcAft>
            <a:buChar char="•"/>
          </a:pPr>
          <a:r>
            <a:rPr lang="en-US" sz="1600" kern="1200" dirty="0"/>
            <a:t>Tradeoff: The heartbeat frequency determines the time for detecting a fault. Higher frequency leads to better availability but consumes more processing time and communication bandwidth (potentially reducing performance). </a:t>
          </a:r>
        </a:p>
      </dsp:txBody>
      <dsp:txXfrm>
        <a:off x="0" y="2028908"/>
        <a:ext cx="8229600" cy="1802697"/>
      </dsp:txXfrm>
    </dsp:sp>
    <dsp:sp modelId="{F91F530E-9E60-437B-826B-C8185A666A69}">
      <dsp:nvSpPr>
        <dsp:cNvPr id="0" name=""/>
        <dsp:cNvSpPr/>
      </dsp:nvSpPr>
      <dsp:spPr>
        <a:xfrm>
          <a:off x="0" y="3831606"/>
          <a:ext cx="8229600" cy="66808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These, in turn, may catalyze a deeper analysis.</a:t>
          </a:r>
          <a:endParaRPr lang="en-US" sz="1600" kern="1200" dirty="0"/>
        </a:p>
      </dsp:txBody>
      <dsp:txXfrm>
        <a:off x="32613" y="3864219"/>
        <a:ext cx="8164374" cy="602860"/>
      </dsp:txXfrm>
    </dsp:sp>
    <dsp:sp modelId="{E8FCAE8F-F492-412C-8954-5DBBA7263ADD}">
      <dsp:nvSpPr>
        <dsp:cNvPr id="0" name=""/>
        <dsp:cNvSpPr/>
      </dsp:nvSpPr>
      <dsp:spPr>
        <a:xfrm>
          <a:off x="0" y="4510521"/>
          <a:ext cx="8229600" cy="66808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The analysis is not meant to be comprehensive. The key is to elicit sufficient architectural information to establish a link between the architectural decisions made and the quality attribute requirements that need to be satisfied. </a:t>
          </a:r>
        </a:p>
      </dsp:txBody>
      <dsp:txXfrm>
        <a:off x="32613" y="4543134"/>
        <a:ext cx="8164374" cy="602860"/>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1AD52C-E695-449E-A5DC-3A33DEAC1F56}">
      <dsp:nvSpPr>
        <dsp:cNvPr id="0" name=""/>
        <dsp:cNvSpPr/>
      </dsp:nvSpPr>
      <dsp:spPr>
        <a:xfrm>
          <a:off x="0" y="100859"/>
          <a:ext cx="8229600" cy="7160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The stakeholders brainstorm scenarios that are operationally meaningful with respect to the stakeholders’ individual roles. </a:t>
          </a:r>
          <a:endParaRPr lang="en-IN" sz="1800" kern="1200" dirty="0"/>
        </a:p>
      </dsp:txBody>
      <dsp:txXfrm>
        <a:off x="34954" y="135813"/>
        <a:ext cx="8159692" cy="646132"/>
      </dsp:txXfrm>
    </dsp:sp>
    <dsp:sp modelId="{0E748571-2E4B-4A29-9F06-E4EC7ECE93BD}">
      <dsp:nvSpPr>
        <dsp:cNvPr id="0" name=""/>
        <dsp:cNvSpPr/>
      </dsp:nvSpPr>
      <dsp:spPr>
        <a:xfrm>
          <a:off x="0" y="816899"/>
          <a:ext cx="8229600" cy="931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A maintainer will likely propose a modifiability scenario</a:t>
          </a:r>
          <a:endParaRPr lang="en-US" sz="1400" kern="1200" dirty="0"/>
        </a:p>
        <a:p>
          <a:pPr marL="114300" lvl="1" indent="-114300" algn="l" defTabSz="622300">
            <a:lnSpc>
              <a:spcPct val="90000"/>
            </a:lnSpc>
            <a:spcBef>
              <a:spcPct val="0"/>
            </a:spcBef>
            <a:spcAft>
              <a:spcPct val="20000"/>
            </a:spcAft>
            <a:buChar char="•"/>
          </a:pPr>
          <a:r>
            <a:rPr lang="en-US" sz="1400" kern="1200"/>
            <a:t>A user will probably come up with a scenario that expresses useful functionality or ease of operation</a:t>
          </a:r>
          <a:endParaRPr lang="en-US" sz="1400" kern="1200" dirty="0"/>
        </a:p>
        <a:p>
          <a:pPr marL="114300" lvl="1" indent="-114300" algn="l" defTabSz="622300">
            <a:lnSpc>
              <a:spcPct val="90000"/>
            </a:lnSpc>
            <a:spcBef>
              <a:spcPct val="0"/>
            </a:spcBef>
            <a:spcAft>
              <a:spcPct val="20000"/>
            </a:spcAft>
            <a:buChar char="•"/>
          </a:pPr>
          <a:r>
            <a:rPr lang="en-US" sz="1400" kern="1200"/>
            <a:t>A quality assurance person will propose a scenario about testing the system or being able to replicate the state of the system leading up to a fault. </a:t>
          </a:r>
          <a:endParaRPr lang="en-US" sz="1400" kern="1200" dirty="0"/>
        </a:p>
      </dsp:txBody>
      <dsp:txXfrm>
        <a:off x="0" y="816899"/>
        <a:ext cx="8229600" cy="931500"/>
      </dsp:txXfrm>
    </dsp:sp>
    <dsp:sp modelId="{30514546-C30E-49B7-AF26-8B6BFEE0F0AD}">
      <dsp:nvSpPr>
        <dsp:cNvPr id="0" name=""/>
        <dsp:cNvSpPr/>
      </dsp:nvSpPr>
      <dsp:spPr>
        <a:xfrm>
          <a:off x="0" y="1748400"/>
          <a:ext cx="8229600" cy="7160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The purpose of scenario brainstorming is to take the pulse of the larger stakeholder community: to understand what system success means for them. </a:t>
          </a:r>
          <a:endParaRPr lang="en-US" sz="1800" kern="1200" dirty="0"/>
        </a:p>
      </dsp:txBody>
      <dsp:txXfrm>
        <a:off x="34954" y="1783354"/>
        <a:ext cx="8159692" cy="646132"/>
      </dsp:txXfrm>
    </dsp:sp>
    <dsp:sp modelId="{23D0795D-F49A-41A4-A3EC-A4C1D0986284}">
      <dsp:nvSpPr>
        <dsp:cNvPr id="0" name=""/>
        <dsp:cNvSpPr/>
      </dsp:nvSpPr>
      <dsp:spPr>
        <a:xfrm>
          <a:off x="0" y="2516279"/>
          <a:ext cx="8229600" cy="7160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Once the scenarios have been collected, they are prioritized by voting.</a:t>
          </a:r>
          <a:endParaRPr lang="en-US" sz="1800" kern="1200" dirty="0"/>
        </a:p>
      </dsp:txBody>
      <dsp:txXfrm>
        <a:off x="34954" y="2551233"/>
        <a:ext cx="8159692" cy="646132"/>
      </dsp:txXfrm>
    </dsp:sp>
    <dsp:sp modelId="{D299CC9C-8D9B-4DBF-BEB5-155B91F1E6ED}">
      <dsp:nvSpPr>
        <dsp:cNvPr id="0" name=""/>
        <dsp:cNvSpPr/>
      </dsp:nvSpPr>
      <dsp:spPr>
        <a:xfrm>
          <a:off x="0" y="3284159"/>
          <a:ext cx="8229600" cy="71604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a:t>The list of prioritized scenarios is compared with those from the utility tree exercise. </a:t>
          </a:r>
          <a:endParaRPr lang="en-US" sz="1800" kern="1200" dirty="0"/>
        </a:p>
      </dsp:txBody>
      <dsp:txXfrm>
        <a:off x="34954" y="3319113"/>
        <a:ext cx="8159692" cy="646132"/>
      </dsp:txXfrm>
    </dsp:sp>
    <dsp:sp modelId="{A3855460-E7F1-4A27-88CC-A988B1FDB617}">
      <dsp:nvSpPr>
        <dsp:cNvPr id="0" name=""/>
        <dsp:cNvSpPr/>
      </dsp:nvSpPr>
      <dsp:spPr>
        <a:xfrm>
          <a:off x="0" y="4000200"/>
          <a:ext cx="8229600" cy="10805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2860" rIns="128016" bIns="22860" numCol="1" spcCol="1270" anchor="t" anchorCtr="0">
          <a:noAutofit/>
        </a:bodyPr>
        <a:lstStyle/>
        <a:p>
          <a:pPr marL="114300" lvl="1" indent="-114300" algn="l" defTabSz="622300">
            <a:lnSpc>
              <a:spcPct val="90000"/>
            </a:lnSpc>
            <a:spcBef>
              <a:spcPct val="0"/>
            </a:spcBef>
            <a:spcAft>
              <a:spcPct val="20000"/>
            </a:spcAft>
            <a:buChar char="•"/>
          </a:pPr>
          <a:r>
            <a:rPr lang="en-US" sz="1400" kern="1200"/>
            <a:t>If they agree, it indicates good alignment between what the architect had in mind and what the stakeholders actually wanted. </a:t>
          </a:r>
          <a:endParaRPr lang="en-US" sz="1400" kern="1200" dirty="0"/>
        </a:p>
        <a:p>
          <a:pPr marL="114300" lvl="1" indent="-114300" algn="l" defTabSz="622300">
            <a:lnSpc>
              <a:spcPct val="90000"/>
            </a:lnSpc>
            <a:spcBef>
              <a:spcPct val="0"/>
            </a:spcBef>
            <a:spcAft>
              <a:spcPct val="20000"/>
            </a:spcAft>
            <a:buChar char="•"/>
          </a:pPr>
          <a:r>
            <a:rPr lang="en-US" sz="1400" kern="1200" dirty="0"/>
            <a:t>If additional driving scenarios are discovered—and they usually are—this may itself be a risk, if the discrepancy is large. This would indicate that there was some disagreement in the system’s important goals between the stakeholders and the architect. </a:t>
          </a:r>
        </a:p>
      </dsp:txBody>
      <dsp:txXfrm>
        <a:off x="0" y="4000200"/>
        <a:ext cx="8229600" cy="1080540"/>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196AC7-B212-4A59-8967-642F4A1CDC95}">
      <dsp:nvSpPr>
        <dsp:cNvPr id="0" name=""/>
        <dsp:cNvSpPr/>
      </dsp:nvSpPr>
      <dsp:spPr>
        <a:xfrm>
          <a:off x="0" y="730080"/>
          <a:ext cx="8229600" cy="9547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In this step the evaluation team performs the same activities as in step 6, using the highest-ranked, newly generated scenarios. </a:t>
          </a:r>
          <a:endParaRPr lang="en-IN" sz="2400" kern="1200"/>
        </a:p>
      </dsp:txBody>
      <dsp:txXfrm>
        <a:off x="46606" y="776686"/>
        <a:ext cx="8136388" cy="861507"/>
      </dsp:txXfrm>
    </dsp:sp>
    <dsp:sp modelId="{AF436BA7-2AB1-4470-9FE4-39270000A8C9}">
      <dsp:nvSpPr>
        <dsp:cNvPr id="0" name=""/>
        <dsp:cNvSpPr/>
      </dsp:nvSpPr>
      <dsp:spPr>
        <a:xfrm>
          <a:off x="0" y="1753920"/>
          <a:ext cx="8229600" cy="9547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The evaluation team guides the architect in the process of carrying out the highest ranked new scenarios. </a:t>
          </a:r>
          <a:endParaRPr lang="en-US" sz="2400" kern="1200" dirty="0"/>
        </a:p>
      </dsp:txBody>
      <dsp:txXfrm>
        <a:off x="46606" y="1800526"/>
        <a:ext cx="8136388" cy="861507"/>
      </dsp:txXfrm>
    </dsp:sp>
    <dsp:sp modelId="{A70C50A6-4146-4BDA-B951-032030DEB67E}">
      <dsp:nvSpPr>
        <dsp:cNvPr id="0" name=""/>
        <dsp:cNvSpPr/>
      </dsp:nvSpPr>
      <dsp:spPr>
        <a:xfrm>
          <a:off x="0" y="2777760"/>
          <a:ext cx="8229600" cy="9547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The architect explains how relevant architectural decisions contribute to realizing each one. </a:t>
          </a:r>
        </a:p>
      </dsp:txBody>
      <dsp:txXfrm>
        <a:off x="46606" y="2824366"/>
        <a:ext cx="8136388" cy="861507"/>
      </dsp:txXfrm>
    </dsp:sp>
    <dsp:sp modelId="{775C8B34-86D9-4396-A346-5A274C63E323}">
      <dsp:nvSpPr>
        <dsp:cNvPr id="0" name=""/>
        <dsp:cNvSpPr/>
      </dsp:nvSpPr>
      <dsp:spPr>
        <a:xfrm>
          <a:off x="0" y="3801600"/>
          <a:ext cx="8229600" cy="9547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This step might cover the top 5-10 scenarios, as time permits.</a:t>
          </a:r>
        </a:p>
      </dsp:txBody>
      <dsp:txXfrm>
        <a:off x="46606" y="3848206"/>
        <a:ext cx="8136388" cy="861507"/>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E3FE0B-949F-44AE-8CA0-E1025E32B796}">
      <dsp:nvSpPr>
        <dsp:cNvPr id="0" name=""/>
        <dsp:cNvSpPr/>
      </dsp:nvSpPr>
      <dsp:spPr>
        <a:xfrm>
          <a:off x="0" y="42440"/>
          <a:ext cx="8229600" cy="131975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The evaluation team confers privately to group risks into risk themes, based on some common underlying concern or systemic deficiency. </a:t>
          </a:r>
          <a:endParaRPr lang="en-IN" sz="2400" kern="1200"/>
        </a:p>
      </dsp:txBody>
      <dsp:txXfrm>
        <a:off x="64425" y="106865"/>
        <a:ext cx="8100750" cy="1190909"/>
      </dsp:txXfrm>
    </dsp:sp>
    <dsp:sp modelId="{46AD83BA-15A7-470B-9C53-BE779A4FC961}">
      <dsp:nvSpPr>
        <dsp:cNvPr id="0" name=""/>
        <dsp:cNvSpPr/>
      </dsp:nvSpPr>
      <dsp:spPr>
        <a:xfrm>
          <a:off x="0" y="1362200"/>
          <a:ext cx="8229600" cy="1738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dirty="0"/>
            <a:t>For example, a group of risks about inadequate or out-of-date documentation might be grouped into a risk theme stating that documentation is given insufficient consideration. </a:t>
          </a:r>
        </a:p>
        <a:p>
          <a:pPr marL="171450" lvl="1" indent="-171450" algn="l" defTabSz="844550">
            <a:lnSpc>
              <a:spcPct val="90000"/>
            </a:lnSpc>
            <a:spcBef>
              <a:spcPct val="0"/>
            </a:spcBef>
            <a:spcAft>
              <a:spcPct val="20000"/>
            </a:spcAft>
            <a:buChar char="•"/>
          </a:pPr>
          <a:r>
            <a:rPr lang="en-US" sz="1900" kern="1200"/>
            <a:t>A group of risks about the system’s inability to function in the face of various hardware and/or software failures might lead to a risk theme about insufficient attention to backup capability or providing high availability. </a:t>
          </a:r>
          <a:endParaRPr lang="en-US" sz="1900" kern="1200" dirty="0"/>
        </a:p>
      </dsp:txBody>
      <dsp:txXfrm>
        <a:off x="0" y="1362200"/>
        <a:ext cx="8229600" cy="1738800"/>
      </dsp:txXfrm>
    </dsp:sp>
    <dsp:sp modelId="{CBB8FF60-D16E-41BA-B28E-682AAB32D702}">
      <dsp:nvSpPr>
        <dsp:cNvPr id="0" name=""/>
        <dsp:cNvSpPr/>
      </dsp:nvSpPr>
      <dsp:spPr>
        <a:xfrm>
          <a:off x="0" y="3101001"/>
          <a:ext cx="8229600" cy="131975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For each risk theme, the evaluation team identifies which of the business drivers listed in step 2 are affected. </a:t>
          </a:r>
          <a:endParaRPr lang="en-US" sz="2400" kern="1200" dirty="0"/>
        </a:p>
      </dsp:txBody>
      <dsp:txXfrm>
        <a:off x="64425" y="3165426"/>
        <a:ext cx="8100750" cy="1190909"/>
      </dsp:txXfrm>
    </dsp:sp>
    <dsp:sp modelId="{49D28A77-6A6B-4636-8D53-877D63BAD140}">
      <dsp:nvSpPr>
        <dsp:cNvPr id="0" name=""/>
        <dsp:cNvSpPr/>
      </dsp:nvSpPr>
      <dsp:spPr>
        <a:xfrm>
          <a:off x="0" y="4420761"/>
          <a:ext cx="8229600" cy="596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0480" rIns="170688" bIns="30480" numCol="1" spcCol="1270" anchor="t" anchorCtr="0">
          <a:noAutofit/>
        </a:bodyPr>
        <a:lstStyle/>
        <a:p>
          <a:pPr marL="171450" lvl="1" indent="-171450" algn="l" defTabSz="844550">
            <a:lnSpc>
              <a:spcPct val="90000"/>
            </a:lnSpc>
            <a:spcBef>
              <a:spcPct val="0"/>
            </a:spcBef>
            <a:spcAft>
              <a:spcPct val="20000"/>
            </a:spcAft>
            <a:buChar char="•"/>
          </a:pPr>
          <a:r>
            <a:rPr lang="en-US" sz="1900" kern="1200"/>
            <a:t>This elevates the risks that were uncovered to the attention of management, who cares about the business drivers.</a:t>
          </a:r>
          <a:endParaRPr lang="en-US" sz="1900" kern="1200" dirty="0"/>
        </a:p>
      </dsp:txBody>
      <dsp:txXfrm>
        <a:off x="0" y="4420761"/>
        <a:ext cx="8229600" cy="596160"/>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A72BF4-E657-4C48-80DA-5FDA8467AA21}">
      <dsp:nvSpPr>
        <dsp:cNvPr id="0" name=""/>
        <dsp:cNvSpPr/>
      </dsp:nvSpPr>
      <dsp:spPr>
        <a:xfrm>
          <a:off x="0" y="16355"/>
          <a:ext cx="8229600" cy="9945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The collected information from the evaluation is summarized and presented to stakeholders. </a:t>
          </a:r>
          <a:endParaRPr lang="en-IN" sz="2500" kern="1200"/>
        </a:p>
      </dsp:txBody>
      <dsp:txXfrm>
        <a:off x="48547" y="64902"/>
        <a:ext cx="8132506" cy="897406"/>
      </dsp:txXfrm>
    </dsp:sp>
    <dsp:sp modelId="{D0B08783-BDF7-429F-9D6A-6571D83E4BC1}">
      <dsp:nvSpPr>
        <dsp:cNvPr id="0" name=""/>
        <dsp:cNvSpPr/>
      </dsp:nvSpPr>
      <dsp:spPr>
        <a:xfrm>
          <a:off x="0" y="1082856"/>
          <a:ext cx="8229600" cy="9945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The following outputs are presented:</a:t>
          </a:r>
          <a:endParaRPr lang="en-US" sz="2500" kern="1200" dirty="0"/>
        </a:p>
      </dsp:txBody>
      <dsp:txXfrm>
        <a:off x="48547" y="1131403"/>
        <a:ext cx="8132506" cy="897406"/>
      </dsp:txXfrm>
    </dsp:sp>
    <dsp:sp modelId="{6A6E30DC-349E-4C4C-AB8F-B868D11EAFE6}">
      <dsp:nvSpPr>
        <dsp:cNvPr id="0" name=""/>
        <dsp:cNvSpPr/>
      </dsp:nvSpPr>
      <dsp:spPr>
        <a:xfrm>
          <a:off x="0" y="2077356"/>
          <a:ext cx="8229600" cy="2432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kern="1200"/>
            <a:t>The architectural approaches documented</a:t>
          </a:r>
          <a:endParaRPr lang="en-US" sz="2000" kern="1200" dirty="0"/>
        </a:p>
        <a:p>
          <a:pPr marL="228600" lvl="1" indent="-228600" algn="l" defTabSz="889000">
            <a:lnSpc>
              <a:spcPct val="90000"/>
            </a:lnSpc>
            <a:spcBef>
              <a:spcPct val="0"/>
            </a:spcBef>
            <a:spcAft>
              <a:spcPct val="20000"/>
            </a:spcAft>
            <a:buChar char="•"/>
          </a:pPr>
          <a:r>
            <a:rPr lang="en-US" sz="2000" kern="1200"/>
            <a:t>The set of scenarios and their prioritization from the brainstorming</a:t>
          </a:r>
          <a:endParaRPr lang="en-US" sz="2000" kern="1200" dirty="0"/>
        </a:p>
        <a:p>
          <a:pPr marL="228600" lvl="1" indent="-228600" algn="l" defTabSz="889000">
            <a:lnSpc>
              <a:spcPct val="90000"/>
            </a:lnSpc>
            <a:spcBef>
              <a:spcPct val="0"/>
            </a:spcBef>
            <a:spcAft>
              <a:spcPct val="20000"/>
            </a:spcAft>
            <a:buChar char="•"/>
          </a:pPr>
          <a:r>
            <a:rPr lang="en-US" sz="2000" kern="1200"/>
            <a:t>The utility tree </a:t>
          </a:r>
          <a:endParaRPr lang="en-US" sz="2000" kern="1200" dirty="0"/>
        </a:p>
        <a:p>
          <a:pPr marL="228600" lvl="1" indent="-228600" algn="l" defTabSz="889000">
            <a:lnSpc>
              <a:spcPct val="90000"/>
            </a:lnSpc>
            <a:spcBef>
              <a:spcPct val="0"/>
            </a:spcBef>
            <a:spcAft>
              <a:spcPct val="20000"/>
            </a:spcAft>
            <a:buChar char="•"/>
          </a:pPr>
          <a:r>
            <a:rPr lang="en-US" sz="2000" kern="1200"/>
            <a:t>The risks discovered</a:t>
          </a:r>
          <a:endParaRPr lang="en-US" sz="2000" kern="1200" dirty="0"/>
        </a:p>
        <a:p>
          <a:pPr marL="228600" lvl="1" indent="-228600" algn="l" defTabSz="889000">
            <a:lnSpc>
              <a:spcPct val="90000"/>
            </a:lnSpc>
            <a:spcBef>
              <a:spcPct val="0"/>
            </a:spcBef>
            <a:spcAft>
              <a:spcPct val="20000"/>
            </a:spcAft>
            <a:buChar char="•"/>
          </a:pPr>
          <a:r>
            <a:rPr lang="en-US" sz="2000" kern="1200"/>
            <a:t>The nonrisks documented</a:t>
          </a:r>
          <a:endParaRPr lang="en-US" sz="2000" kern="1200" dirty="0"/>
        </a:p>
        <a:p>
          <a:pPr marL="228600" lvl="1" indent="-228600" algn="l" defTabSz="889000">
            <a:lnSpc>
              <a:spcPct val="90000"/>
            </a:lnSpc>
            <a:spcBef>
              <a:spcPct val="0"/>
            </a:spcBef>
            <a:spcAft>
              <a:spcPct val="20000"/>
            </a:spcAft>
            <a:buChar char="•"/>
          </a:pPr>
          <a:r>
            <a:rPr lang="en-US" sz="2000" kern="1200"/>
            <a:t>The sensitivity points and tradeoff points found</a:t>
          </a:r>
          <a:endParaRPr lang="en-US" sz="2000" kern="1200" dirty="0"/>
        </a:p>
        <a:p>
          <a:pPr marL="228600" lvl="1" indent="-228600" algn="l" defTabSz="889000">
            <a:lnSpc>
              <a:spcPct val="90000"/>
            </a:lnSpc>
            <a:spcBef>
              <a:spcPct val="0"/>
            </a:spcBef>
            <a:spcAft>
              <a:spcPct val="20000"/>
            </a:spcAft>
            <a:buChar char="•"/>
          </a:pPr>
          <a:r>
            <a:rPr lang="en-US" sz="2000" kern="1200"/>
            <a:t>Risk themes and the business drivers threatened by each one</a:t>
          </a:r>
          <a:endParaRPr lang="en-US" sz="2000" kern="1200" dirty="0"/>
        </a:p>
      </dsp:txBody>
      <dsp:txXfrm>
        <a:off x="0" y="2077356"/>
        <a:ext cx="8229600" cy="2432250"/>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AFA902-CFA5-4506-966A-87833BD776E3}">
      <dsp:nvSpPr>
        <dsp:cNvPr id="0" name=""/>
        <dsp:cNvSpPr/>
      </dsp:nvSpPr>
      <dsp:spPr>
        <a:xfrm>
          <a:off x="0" y="4170"/>
          <a:ext cx="8229600" cy="94967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An ATAM is a substantial undertaking. </a:t>
          </a:r>
          <a:endParaRPr lang="en-IN" sz="1700" kern="1200"/>
        </a:p>
      </dsp:txBody>
      <dsp:txXfrm>
        <a:off x="46360" y="50530"/>
        <a:ext cx="8136880" cy="856959"/>
      </dsp:txXfrm>
    </dsp:sp>
    <dsp:sp modelId="{DFF1BE26-9D81-413E-9119-5E1584CCBCBE}">
      <dsp:nvSpPr>
        <dsp:cNvPr id="0" name=""/>
        <dsp:cNvSpPr/>
      </dsp:nvSpPr>
      <dsp:spPr>
        <a:xfrm>
          <a:off x="0" y="953850"/>
          <a:ext cx="8229600" cy="8093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a:t>It requires some 20 to 30 person-days of effort from an evaluation team, plus even more for the architect and stakeholders. </a:t>
          </a:r>
          <a:endParaRPr lang="en-US" sz="1300" kern="1200" dirty="0"/>
        </a:p>
        <a:p>
          <a:pPr marL="114300" lvl="1" indent="-114300" algn="l" defTabSz="577850">
            <a:lnSpc>
              <a:spcPct val="90000"/>
            </a:lnSpc>
            <a:spcBef>
              <a:spcPct val="0"/>
            </a:spcBef>
            <a:spcAft>
              <a:spcPct val="20000"/>
            </a:spcAft>
            <a:buChar char="•"/>
          </a:pPr>
          <a:r>
            <a:rPr lang="en-US" sz="1300" kern="1200"/>
            <a:t>Investing this amount of time makes sense on a large and costly project, where the risks of making a major mistake in the architecture are unacceptable. </a:t>
          </a:r>
          <a:endParaRPr lang="en-US" sz="1300" kern="1200" dirty="0"/>
        </a:p>
      </dsp:txBody>
      <dsp:txXfrm>
        <a:off x="0" y="953850"/>
        <a:ext cx="8229600" cy="809370"/>
      </dsp:txXfrm>
    </dsp:sp>
    <dsp:sp modelId="{8A55CE9F-905D-4593-AA77-7C31CC75AC0D}">
      <dsp:nvSpPr>
        <dsp:cNvPr id="0" name=""/>
        <dsp:cNvSpPr/>
      </dsp:nvSpPr>
      <dsp:spPr>
        <a:xfrm>
          <a:off x="0" y="1763220"/>
          <a:ext cx="8229600" cy="94967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We have developed a Lightweight Architecture Evaluation method, based on the ATAM, for smaller, less risky projects. </a:t>
          </a:r>
          <a:endParaRPr lang="en-US" sz="1700" kern="1200" dirty="0"/>
        </a:p>
      </dsp:txBody>
      <dsp:txXfrm>
        <a:off x="46360" y="1809580"/>
        <a:ext cx="8136880" cy="856959"/>
      </dsp:txXfrm>
    </dsp:sp>
    <dsp:sp modelId="{C9981CAF-E3D8-4FEB-A321-FF997DB9C358}">
      <dsp:nvSpPr>
        <dsp:cNvPr id="0" name=""/>
        <dsp:cNvSpPr/>
      </dsp:nvSpPr>
      <dsp:spPr>
        <a:xfrm>
          <a:off x="0" y="2712899"/>
          <a:ext cx="8229600" cy="6686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a:t>May take place in a single day, or even a half-day meeting. </a:t>
          </a:r>
          <a:endParaRPr lang="en-US" sz="1300" kern="1200" dirty="0"/>
        </a:p>
        <a:p>
          <a:pPr marL="114300" lvl="1" indent="-114300" algn="l" defTabSz="577850">
            <a:lnSpc>
              <a:spcPct val="90000"/>
            </a:lnSpc>
            <a:spcBef>
              <a:spcPct val="0"/>
            </a:spcBef>
            <a:spcAft>
              <a:spcPct val="20000"/>
            </a:spcAft>
            <a:buChar char="•"/>
          </a:pPr>
          <a:r>
            <a:rPr lang="en-US" sz="1300" kern="1200"/>
            <a:t>May be carried out entirely by members internal to the organization. </a:t>
          </a:r>
          <a:endParaRPr lang="en-US" sz="1300" kern="1200" dirty="0"/>
        </a:p>
        <a:p>
          <a:pPr marL="114300" lvl="1" indent="-114300" algn="l" defTabSz="577850">
            <a:lnSpc>
              <a:spcPct val="90000"/>
            </a:lnSpc>
            <a:spcBef>
              <a:spcPct val="0"/>
            </a:spcBef>
            <a:spcAft>
              <a:spcPct val="20000"/>
            </a:spcAft>
            <a:buChar char="•"/>
          </a:pPr>
          <a:r>
            <a:rPr lang="en-US" sz="1300" kern="1200"/>
            <a:t>Of course this lower level of scrutiny and objectivity may not probe the architecture as deeply.</a:t>
          </a:r>
          <a:endParaRPr lang="en-US" sz="1300" kern="1200" dirty="0"/>
        </a:p>
      </dsp:txBody>
      <dsp:txXfrm>
        <a:off x="0" y="2712899"/>
        <a:ext cx="8229600" cy="668609"/>
      </dsp:txXfrm>
    </dsp:sp>
    <dsp:sp modelId="{9298C438-E2DF-4007-9C3C-AF3399266993}">
      <dsp:nvSpPr>
        <dsp:cNvPr id="0" name=""/>
        <dsp:cNvSpPr/>
      </dsp:nvSpPr>
      <dsp:spPr>
        <a:xfrm>
          <a:off x="0" y="3381510"/>
          <a:ext cx="8229600" cy="94967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Because the participants are all internal to the organization and fewer in number than for the ATAM, giving everyone their say and achieving a shared understanding takes much less time. </a:t>
          </a:r>
        </a:p>
      </dsp:txBody>
      <dsp:txXfrm>
        <a:off x="46360" y="3427870"/>
        <a:ext cx="8136880" cy="856959"/>
      </dsp:txXfrm>
    </dsp:sp>
    <dsp:sp modelId="{448939C5-5A5A-4A23-90FF-9D6529BAB34A}">
      <dsp:nvSpPr>
        <dsp:cNvPr id="0" name=""/>
        <dsp:cNvSpPr/>
      </dsp:nvSpPr>
      <dsp:spPr>
        <a:xfrm>
          <a:off x="0" y="4380149"/>
          <a:ext cx="8229600" cy="94967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The steps and phases of a Lightweight Architecture Evaluation can be carried out more quickly. </a:t>
          </a:r>
          <a:endParaRPr lang="en-US" sz="1700" kern="1200" dirty="0"/>
        </a:p>
      </dsp:txBody>
      <dsp:txXfrm>
        <a:off x="46360" y="4426509"/>
        <a:ext cx="8136880" cy="856959"/>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7E50B5-7005-4A35-869B-6C45E5BC929D}">
      <dsp:nvSpPr>
        <dsp:cNvPr id="0" name=""/>
        <dsp:cNvSpPr/>
      </dsp:nvSpPr>
      <dsp:spPr>
        <a:xfrm>
          <a:off x="0" y="190539"/>
          <a:ext cx="8229600" cy="7558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If a system is important enough for you to explicitly design its architecture, then that architecture should be evaluated. </a:t>
          </a:r>
          <a:endParaRPr lang="en-IN" sz="1900" kern="1200" dirty="0"/>
        </a:p>
      </dsp:txBody>
      <dsp:txXfrm>
        <a:off x="36896" y="227435"/>
        <a:ext cx="8155808" cy="682028"/>
      </dsp:txXfrm>
    </dsp:sp>
    <dsp:sp modelId="{19414B93-A140-4957-9B66-74EF1320CA9A}">
      <dsp:nvSpPr>
        <dsp:cNvPr id="0" name=""/>
        <dsp:cNvSpPr/>
      </dsp:nvSpPr>
      <dsp:spPr>
        <a:xfrm>
          <a:off x="0" y="1001079"/>
          <a:ext cx="8229600" cy="7558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The number of evaluations and the extent of each evaluation may vary from project to project. </a:t>
          </a:r>
        </a:p>
      </dsp:txBody>
      <dsp:txXfrm>
        <a:off x="36896" y="1037975"/>
        <a:ext cx="8155808" cy="682028"/>
      </dsp:txXfrm>
    </dsp:sp>
    <dsp:sp modelId="{22C4543B-BE26-400B-9770-755662E5A19F}">
      <dsp:nvSpPr>
        <dsp:cNvPr id="0" name=""/>
        <dsp:cNvSpPr/>
      </dsp:nvSpPr>
      <dsp:spPr>
        <a:xfrm>
          <a:off x="0" y="1756899"/>
          <a:ext cx="8229600" cy="5211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kern="1200" dirty="0"/>
            <a:t>A designer should perform an evaluation during the process of making an important decision. </a:t>
          </a:r>
        </a:p>
        <a:p>
          <a:pPr marL="114300" lvl="1" indent="-114300" algn="l" defTabSz="666750">
            <a:lnSpc>
              <a:spcPct val="90000"/>
            </a:lnSpc>
            <a:spcBef>
              <a:spcPct val="0"/>
            </a:spcBef>
            <a:spcAft>
              <a:spcPct val="20000"/>
            </a:spcAft>
            <a:buChar char="•"/>
          </a:pPr>
          <a:r>
            <a:rPr lang="en-US" sz="1500" kern="1200" dirty="0"/>
            <a:t>Lightweight evaluations can be performed several times during a project as a peer review exercise. </a:t>
          </a:r>
        </a:p>
      </dsp:txBody>
      <dsp:txXfrm>
        <a:off x="0" y="1756899"/>
        <a:ext cx="8229600" cy="521122"/>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E0DA05-7D7C-49F1-BA62-9D72143193F1}">
      <dsp:nvSpPr>
        <dsp:cNvPr id="0" name=""/>
        <dsp:cNvSpPr/>
      </dsp:nvSpPr>
      <dsp:spPr>
        <a:xfrm>
          <a:off x="0" y="179257"/>
          <a:ext cx="8229600" cy="14718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The ATAM is a comprehensive method for evaluating software architectures. It works by having project decision makers and stakeholders articulate a precise list of quality attribute requirements (in the form of scenarios) and by illuminating the architectural decisions relevant to carrying out each high-priority scenario. The decisions can then be understood in terms of risks or non-risks to find any trouble spots in the architecture.</a:t>
          </a:r>
        </a:p>
      </dsp:txBody>
      <dsp:txXfrm>
        <a:off x="71850" y="251107"/>
        <a:ext cx="8085900" cy="1328160"/>
      </dsp:txXfrm>
    </dsp:sp>
    <dsp:sp modelId="{BAE62C97-69C5-4AED-BDB1-FA23907B889A}">
      <dsp:nvSpPr>
        <dsp:cNvPr id="0" name=""/>
        <dsp:cNvSpPr/>
      </dsp:nvSpPr>
      <dsp:spPr>
        <a:xfrm>
          <a:off x="0" y="1700077"/>
          <a:ext cx="8229600" cy="74162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Lightweight Architecture Evaluation, based on the ATAM, provides an inexpensive, low-ceremony architecture evaluation that can be carried out in an afternoon.</a:t>
          </a:r>
        </a:p>
      </dsp:txBody>
      <dsp:txXfrm>
        <a:off x="36203" y="1736280"/>
        <a:ext cx="8157194" cy="66922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1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1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1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1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1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2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2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2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2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2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2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54E17E-ACDA-4D33-BCAE-677FB616DBEF}" type="datetimeFigureOut">
              <a:rPr lang="en-IN" smtClean="0"/>
              <a:pPr/>
              <a:t>05-09-2026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BC08CD-08CE-4BE9-82DB-405CF9CCA283}" type="slidenum">
              <a:rPr lang="en-IN" smtClean="0"/>
              <a:pPr/>
              <a:t>‹#›</a:t>
            </a:fld>
            <a:endParaRPr lang="en-IN"/>
          </a:p>
        </p:txBody>
      </p:sp>
    </p:spTree>
    <p:extLst>
      <p:ext uri="{BB962C8B-B14F-4D97-AF65-F5344CB8AC3E}">
        <p14:creationId xmlns:p14="http://schemas.microsoft.com/office/powerpoint/2010/main" val="1883785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cstate="print"/>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pPr algn="l"/>
            <a:endParaRPr lang="en-US" dirty="0">
              <a:latin typeface="Arial" pitchFamily="34" charset="0"/>
              <a:cs typeface="Arial" pitchFamily="34" charset="0"/>
            </a:endParaRPr>
          </a:p>
        </p:txBody>
      </p:sp>
      <p:sp>
        <p:nvSpPr>
          <p:cNvPr id="22" name="Rectangle 21"/>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6" name="Picture 25"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76200" y="3352800"/>
            <a:ext cx="2057400" cy="1980000"/>
          </a:xfrm>
          <a:prstGeom prst="rect">
            <a:avLst/>
          </a:prstGeom>
        </p:spPr>
      </p:pic>
      <p:grpSp>
        <p:nvGrpSpPr>
          <p:cNvPr id="32" name="Group 31"/>
          <p:cNvGrpSpPr/>
          <p:nvPr userDrawn="1"/>
        </p:nvGrpSpPr>
        <p:grpSpPr>
          <a:xfrm>
            <a:off x="-76200" y="5257800"/>
            <a:ext cx="2209800" cy="685800"/>
            <a:chOff x="76200" y="2209800"/>
            <a:chExt cx="2209800" cy="685800"/>
          </a:xfrm>
        </p:grpSpPr>
        <p:sp>
          <p:nvSpPr>
            <p:cNvPr id="30" name="TextBox 29"/>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31" name="TextBox 30"/>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11"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a:t>Please enter the presentation title here</a:t>
            </a:r>
            <a:endParaRPr lang="en-US" dirty="0"/>
          </a:p>
        </p:txBody>
      </p:sp>
      <p:sp>
        <p:nvSpPr>
          <p:cNvPr id="2" name="Date Placeholder 1">
            <a:extLst>
              <a:ext uri="{FF2B5EF4-FFF2-40B4-BE49-F238E27FC236}">
                <a16:creationId xmlns:a16="http://schemas.microsoft.com/office/drawing/2014/main" id="{A389C1E6-9A33-4660-8215-AD7CFB9E25A2}"/>
              </a:ext>
            </a:extLst>
          </p:cNvPr>
          <p:cNvSpPr>
            <a:spLocks noGrp="1"/>
          </p:cNvSpPr>
          <p:nvPr>
            <p:ph type="dt" sz="half" idx="10"/>
          </p:nvPr>
        </p:nvSpPr>
        <p:spPr/>
        <p:txBody>
          <a:bodyPr/>
          <a:lstStyle/>
          <a:p>
            <a:r>
              <a:rPr lang="en-US"/>
              <a:t>September 5, 2026</a:t>
            </a:r>
          </a:p>
        </p:txBody>
      </p:sp>
      <p:sp>
        <p:nvSpPr>
          <p:cNvPr id="3" name="Footer Placeholder 2">
            <a:extLst>
              <a:ext uri="{FF2B5EF4-FFF2-40B4-BE49-F238E27FC236}">
                <a16:creationId xmlns:a16="http://schemas.microsoft.com/office/drawing/2014/main" id="{F30A9E00-0706-4B0C-9543-052F617689EC}"/>
              </a:ext>
            </a:extLst>
          </p:cNvPr>
          <p:cNvSpPr>
            <a:spLocks noGrp="1"/>
          </p:cNvSpPr>
          <p:nvPr>
            <p:ph type="ftr" sz="quarter" idx="11"/>
          </p:nvPr>
        </p:nvSpPr>
        <p:spPr/>
        <p:txBody>
          <a:bodyPr/>
          <a:lstStyle/>
          <a:p>
            <a:r>
              <a:rPr lang="en-US"/>
              <a:t>SSZG653 Software Architectures</a:t>
            </a:r>
          </a:p>
        </p:txBody>
      </p:sp>
      <p:sp>
        <p:nvSpPr>
          <p:cNvPr id="4" name="Slide Number Placeholder 3">
            <a:extLst>
              <a:ext uri="{FF2B5EF4-FFF2-40B4-BE49-F238E27FC236}">
                <a16:creationId xmlns:a16="http://schemas.microsoft.com/office/drawing/2014/main" id="{FF93FD4A-D7E4-4CFD-9684-6D45C1BA16FA}"/>
              </a:ext>
            </a:extLst>
          </p:cNvPr>
          <p:cNvSpPr>
            <a:spLocks noGrp="1"/>
          </p:cNvSpPr>
          <p:nvPr>
            <p:ph type="sldNum" sz="quarter" idx="12"/>
          </p:nvPr>
        </p:nvSpPr>
        <p:spPr>
          <a:xfrm>
            <a:off x="7206762" y="6356350"/>
            <a:ext cx="1937238"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 name="Picture 8"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76200" y="3352800"/>
            <a:ext cx="2057400" cy="1980000"/>
          </a:xfrm>
          <a:prstGeom prst="rect">
            <a:avLst/>
          </a:prstGeom>
        </p:spPr>
      </p:pic>
      <p:grpSp>
        <p:nvGrpSpPr>
          <p:cNvPr id="10" name="Group 9"/>
          <p:cNvGrpSpPr/>
          <p:nvPr userDrawn="1"/>
        </p:nvGrpSpPr>
        <p:grpSpPr>
          <a:xfrm>
            <a:off x="-76200" y="5257800"/>
            <a:ext cx="2209800" cy="685800"/>
            <a:chOff x="76200" y="2209800"/>
            <a:chExt cx="2209800" cy="685800"/>
          </a:xfrm>
        </p:grpSpPr>
        <p:sp>
          <p:nvSpPr>
            <p:cNvPr id="11" name="TextBox 10"/>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2" name="TextBox 11"/>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a:t>Presenter details comes here</a:t>
            </a:r>
          </a:p>
          <a:p>
            <a:pPr lvl="0"/>
            <a:r>
              <a:rPr lang="en-GB" dirty="0"/>
              <a:t>Date and other details can come here</a:t>
            </a:r>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a:t>Please enter the presentation title here</a:t>
            </a:r>
            <a:endParaRPr lang="en-US" dirty="0"/>
          </a:p>
        </p:txBody>
      </p:sp>
      <p:sp>
        <p:nvSpPr>
          <p:cNvPr id="3" name="Date Placeholder 2">
            <a:extLst>
              <a:ext uri="{FF2B5EF4-FFF2-40B4-BE49-F238E27FC236}">
                <a16:creationId xmlns:a16="http://schemas.microsoft.com/office/drawing/2014/main" id="{EF140E3B-903D-44FF-B76A-1A74F8CAA9C3}"/>
              </a:ext>
            </a:extLst>
          </p:cNvPr>
          <p:cNvSpPr>
            <a:spLocks noGrp="1"/>
          </p:cNvSpPr>
          <p:nvPr>
            <p:ph type="dt" sz="half" idx="14"/>
          </p:nvPr>
        </p:nvSpPr>
        <p:spPr/>
        <p:txBody>
          <a:bodyPr/>
          <a:lstStyle/>
          <a:p>
            <a:r>
              <a:rPr lang="en-US"/>
              <a:t>September 5, 2026</a:t>
            </a:r>
          </a:p>
        </p:txBody>
      </p:sp>
      <p:sp>
        <p:nvSpPr>
          <p:cNvPr id="13" name="Footer Placeholder 12">
            <a:extLst>
              <a:ext uri="{FF2B5EF4-FFF2-40B4-BE49-F238E27FC236}">
                <a16:creationId xmlns:a16="http://schemas.microsoft.com/office/drawing/2014/main" id="{9AF849AF-005D-45B2-8B61-4DDF84849F36}"/>
              </a:ext>
            </a:extLst>
          </p:cNvPr>
          <p:cNvSpPr>
            <a:spLocks noGrp="1"/>
          </p:cNvSpPr>
          <p:nvPr>
            <p:ph type="ftr" sz="quarter" idx="15"/>
          </p:nvPr>
        </p:nvSpPr>
        <p:spPr/>
        <p:txBody>
          <a:bodyPr/>
          <a:lstStyle/>
          <a:p>
            <a:r>
              <a:rPr lang="en-US"/>
              <a:t>SSZG653 Software Architectures</a:t>
            </a:r>
          </a:p>
        </p:txBody>
      </p:sp>
      <p:sp>
        <p:nvSpPr>
          <p:cNvPr id="14" name="Slide Number Placeholder 13">
            <a:extLst>
              <a:ext uri="{FF2B5EF4-FFF2-40B4-BE49-F238E27FC236}">
                <a16:creationId xmlns:a16="http://schemas.microsoft.com/office/drawing/2014/main" id="{B81B6769-8356-43BB-A576-AD606E333014}"/>
              </a:ext>
            </a:extLst>
          </p:cNvPr>
          <p:cNvSpPr>
            <a:spLocks noGrp="1"/>
          </p:cNvSpPr>
          <p:nvPr>
            <p:ph type="sldNum" sz="quarter" idx="16"/>
          </p:nvPr>
        </p:nvSpPr>
        <p:spPr>
          <a:xfrm>
            <a:off x="7315200" y="6340475"/>
            <a:ext cx="1828800" cy="365125"/>
          </a:xfrm>
        </p:spPr>
        <p:txBody>
          <a:bodyPr/>
          <a:lstStyle/>
          <a:p>
            <a:fld id="{BC8D7E44-7D4F-4942-A8C9-2DF6BF8399E8}" type="slidenum">
              <a:rPr lang="en-US" smtClean="0"/>
              <a:pPr/>
              <a:t>‹#›</a:t>
            </a:fld>
            <a:endParaRPr lang="en-US" dirty="0"/>
          </a:p>
        </p:txBody>
      </p:sp>
    </p:spTree>
    <p:extLst>
      <p:ext uri="{BB962C8B-B14F-4D97-AF65-F5344CB8AC3E}">
        <p14:creationId xmlns:p14="http://schemas.microsoft.com/office/powerpoint/2010/main" val="113624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a:t>Topic headings here </a:t>
            </a:r>
          </a:p>
          <a:p>
            <a:pPr lvl="0"/>
            <a:r>
              <a:rPr lang="en-US" dirty="0"/>
              <a:t>(separator - can run in two lines)</a:t>
            </a:r>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2" name="Group 11"/>
          <p:cNvGrpSpPr/>
          <p:nvPr userDrawn="1"/>
        </p:nvGrpSpPr>
        <p:grpSpPr>
          <a:xfrm>
            <a:off x="6858000" y="762000"/>
            <a:ext cx="2209800" cy="685800"/>
            <a:chOff x="76200" y="2209800"/>
            <a:chExt cx="2209800" cy="685800"/>
          </a:xfrm>
        </p:grpSpPr>
        <p:sp>
          <p:nvSpPr>
            <p:cNvPr id="13" name="TextBox 12"/>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4" name="TextBox 13"/>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2" name="Date Placeholder 1">
            <a:extLst>
              <a:ext uri="{FF2B5EF4-FFF2-40B4-BE49-F238E27FC236}">
                <a16:creationId xmlns:a16="http://schemas.microsoft.com/office/drawing/2014/main" id="{FF33449E-F921-4097-ACEB-2539608ECFE2}"/>
              </a:ext>
            </a:extLst>
          </p:cNvPr>
          <p:cNvSpPr>
            <a:spLocks noGrp="1"/>
          </p:cNvSpPr>
          <p:nvPr>
            <p:ph type="dt" sz="half" idx="11"/>
          </p:nvPr>
        </p:nvSpPr>
        <p:spPr/>
        <p:txBody>
          <a:bodyPr/>
          <a:lstStyle/>
          <a:p>
            <a:r>
              <a:rPr lang="en-US"/>
              <a:t>September 5, 2026</a:t>
            </a:r>
            <a:endParaRPr lang="en-US" dirty="0"/>
          </a:p>
        </p:txBody>
      </p:sp>
      <p:sp>
        <p:nvSpPr>
          <p:cNvPr id="3" name="Footer Placeholder 2">
            <a:extLst>
              <a:ext uri="{FF2B5EF4-FFF2-40B4-BE49-F238E27FC236}">
                <a16:creationId xmlns:a16="http://schemas.microsoft.com/office/drawing/2014/main" id="{4CFB3AF7-233A-45D2-85EE-5EC3FDF5EF5F}"/>
              </a:ext>
            </a:extLst>
          </p:cNvPr>
          <p:cNvSpPr>
            <a:spLocks noGrp="1"/>
          </p:cNvSpPr>
          <p:nvPr>
            <p:ph type="ftr" sz="quarter" idx="12"/>
          </p:nvPr>
        </p:nvSpPr>
        <p:spPr/>
        <p:txBody>
          <a:bodyPr/>
          <a:lstStyle/>
          <a:p>
            <a:r>
              <a:rPr lang="en-US"/>
              <a:t>SSZG653 Software Architectures</a:t>
            </a:r>
            <a:endParaRPr lang="en-US" dirty="0"/>
          </a:p>
        </p:txBody>
      </p:sp>
      <p:sp>
        <p:nvSpPr>
          <p:cNvPr id="4" name="Slide Number Placeholder 3">
            <a:extLst>
              <a:ext uri="{FF2B5EF4-FFF2-40B4-BE49-F238E27FC236}">
                <a16:creationId xmlns:a16="http://schemas.microsoft.com/office/drawing/2014/main" id="{C3ED4B6A-FADE-4F8D-8A09-32D7B65878C5}"/>
              </a:ext>
            </a:extLst>
          </p:cNvPr>
          <p:cNvSpPr>
            <a:spLocks noGrp="1"/>
          </p:cNvSpPr>
          <p:nvPr>
            <p:ph type="sldNum" sz="quarter" idx="13"/>
          </p:nvPr>
        </p:nvSpPr>
        <p:spPr>
          <a:xfrm>
            <a:off x="7010400" y="6313488"/>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grpSp>
        <p:nvGrpSpPr>
          <p:cNvPr id="1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19" name="Group 18"/>
          <p:cNvGrpSpPr/>
          <p:nvPr userDrawn="1"/>
        </p:nvGrpSpPr>
        <p:grpSpPr>
          <a:xfrm>
            <a:off x="2133600" y="6558112"/>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3"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p:txBody>
          <a:bodyPr/>
          <a:lstStyle/>
          <a:p>
            <a:r>
              <a:rPr lang="en-US"/>
              <a:t>September 5, 2026</a:t>
            </a: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p:txBody>
          <a:bodyPr/>
          <a:lstStyle/>
          <a:p>
            <a:r>
              <a:rPr lang="en-US"/>
              <a:t>SSZG653 Software Architectures</a:t>
            </a: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1"/>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 name="Content Placeholder 2"/>
          <p:cNvSpPr>
            <a:spLocks noGrp="1"/>
          </p:cNvSpPr>
          <p:nvPr userDrawn="1">
            <p:ph sz="half" idx="1" hasCustomPrompt="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a:p>
        </p:txBody>
      </p:sp>
      <p:sp>
        <p:nvSpPr>
          <p:cNvPr id="4" name="Content Placeholder 3"/>
          <p:cNvSpPr>
            <a:spLocks noGrp="1"/>
          </p:cNvSpPr>
          <p:nvPr userDrawn="1">
            <p:ph sz="half" idx="2" hasCustomPrompt="1"/>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endParaRPr lang="en-US" dirty="0"/>
          </a:p>
          <a:p>
            <a:pPr lvl="1"/>
            <a:endParaRPr lang="en-US" dirty="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9" name="Group 28"/>
          <p:cNvGrpSpPr/>
          <p:nvPr userDrawn="1"/>
        </p:nvGrpSpPr>
        <p:grpSpPr>
          <a:xfrm>
            <a:off x="2133600" y="6553200"/>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3" name="TextBox 32"/>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6ED4B0F8-D031-4A9E-92CA-E8B9C130C62F}"/>
              </a:ext>
            </a:extLst>
          </p:cNvPr>
          <p:cNvSpPr>
            <a:spLocks noGrp="1"/>
          </p:cNvSpPr>
          <p:nvPr>
            <p:ph type="dt" sz="half" idx="11"/>
          </p:nvPr>
        </p:nvSpPr>
        <p:spPr/>
        <p:txBody>
          <a:bodyPr/>
          <a:lstStyle/>
          <a:p>
            <a:r>
              <a:rPr lang="en-US"/>
              <a:t>September 5, 2026</a:t>
            </a:r>
          </a:p>
        </p:txBody>
      </p:sp>
      <p:sp>
        <p:nvSpPr>
          <p:cNvPr id="5" name="Footer Placeholder 4">
            <a:extLst>
              <a:ext uri="{FF2B5EF4-FFF2-40B4-BE49-F238E27FC236}">
                <a16:creationId xmlns:a16="http://schemas.microsoft.com/office/drawing/2014/main" id="{B7088829-EECA-49B6-9EB3-BCB216DDBB94}"/>
              </a:ext>
            </a:extLst>
          </p:cNvPr>
          <p:cNvSpPr>
            <a:spLocks noGrp="1"/>
          </p:cNvSpPr>
          <p:nvPr>
            <p:ph type="ftr" sz="quarter" idx="12"/>
          </p:nvPr>
        </p:nvSpPr>
        <p:spPr/>
        <p:txBody>
          <a:bodyPr/>
          <a:lstStyle/>
          <a:p>
            <a:r>
              <a:rPr lang="en-US"/>
              <a:t>SSZG653 Software Architectures</a:t>
            </a:r>
          </a:p>
        </p:txBody>
      </p:sp>
      <p:sp>
        <p:nvSpPr>
          <p:cNvPr id="6" name="Slide Number Placeholder 5">
            <a:extLst>
              <a:ext uri="{FF2B5EF4-FFF2-40B4-BE49-F238E27FC236}">
                <a16:creationId xmlns:a16="http://schemas.microsoft.com/office/drawing/2014/main" id="{27A03438-FC3D-42A9-8AF7-A14C2054D949}"/>
              </a:ext>
            </a:extLst>
          </p:cNvPr>
          <p:cNvSpPr>
            <a:spLocks noGrp="1"/>
          </p:cNvSpPr>
          <p:nvPr>
            <p:ph type="sldNum" sz="quarter" idx="13"/>
          </p:nvPr>
        </p:nvSpPr>
        <p:spPr>
          <a:xfrm>
            <a:off x="6972300" y="6142574"/>
            <a:ext cx="2133600" cy="403541"/>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11" name="Group 10"/>
          <p:cNvGrpSpPr/>
          <p:nvPr userDrawn="1"/>
        </p:nvGrpSpPr>
        <p:grpSpPr>
          <a:xfrm>
            <a:off x="0" y="12954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6" name="Group 15"/>
          <p:cNvGrpSpPr/>
          <p:nvPr userDrawn="1"/>
        </p:nvGrpSpPr>
        <p:grpSpPr>
          <a:xfrm>
            <a:off x="2133600" y="6553200"/>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20" name="Picture 19"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1" name="TextBox 20"/>
          <p:cNvSpPr txBox="1"/>
          <p:nvPr userDrawn="1"/>
        </p:nvSpPr>
        <p:spPr>
          <a:xfrm>
            <a:off x="3314700" y="6598919"/>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1"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445DD9E3-F004-45EE-BC53-8795F8E8816A}"/>
              </a:ext>
            </a:extLst>
          </p:cNvPr>
          <p:cNvSpPr>
            <a:spLocks noGrp="1"/>
          </p:cNvSpPr>
          <p:nvPr>
            <p:ph type="dt" sz="half" idx="11"/>
          </p:nvPr>
        </p:nvSpPr>
        <p:spPr/>
        <p:txBody>
          <a:bodyPr/>
          <a:lstStyle/>
          <a:p>
            <a:r>
              <a:rPr lang="en-US"/>
              <a:t>September 5, 2026</a:t>
            </a:r>
          </a:p>
        </p:txBody>
      </p:sp>
      <p:sp>
        <p:nvSpPr>
          <p:cNvPr id="3" name="Footer Placeholder 2">
            <a:extLst>
              <a:ext uri="{FF2B5EF4-FFF2-40B4-BE49-F238E27FC236}">
                <a16:creationId xmlns:a16="http://schemas.microsoft.com/office/drawing/2014/main" id="{2EFC770E-EF70-4FCE-A166-B9462D1C0F8B}"/>
              </a:ext>
            </a:extLst>
          </p:cNvPr>
          <p:cNvSpPr>
            <a:spLocks noGrp="1"/>
          </p:cNvSpPr>
          <p:nvPr>
            <p:ph type="ftr" sz="quarter" idx="12"/>
          </p:nvPr>
        </p:nvSpPr>
        <p:spPr/>
        <p:txBody>
          <a:bodyPr/>
          <a:lstStyle/>
          <a:p>
            <a:r>
              <a:rPr lang="en-US"/>
              <a:t>SSZG653 Software Architectures</a:t>
            </a:r>
          </a:p>
        </p:txBody>
      </p:sp>
      <p:sp>
        <p:nvSpPr>
          <p:cNvPr id="4" name="Slide Number Placeholder 3">
            <a:extLst>
              <a:ext uri="{FF2B5EF4-FFF2-40B4-BE49-F238E27FC236}">
                <a16:creationId xmlns:a16="http://schemas.microsoft.com/office/drawing/2014/main" id="{B55FC222-269D-47E2-8242-B002730600B0}"/>
              </a:ext>
            </a:extLst>
          </p:cNvPr>
          <p:cNvSpPr>
            <a:spLocks noGrp="1"/>
          </p:cNvSpPr>
          <p:nvPr>
            <p:ph type="sldNum" sz="quarter" idx="13"/>
          </p:nvPr>
        </p:nvSpPr>
        <p:spPr>
          <a:xfrm>
            <a:off x="7010400" y="6217260"/>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9" name="Group 8"/>
          <p:cNvGrpSpPr/>
          <p:nvPr userDrawn="1"/>
        </p:nvGrpSpPr>
        <p:grpSpPr>
          <a:xfrm>
            <a:off x="0" y="12954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4" name="Group 13"/>
          <p:cNvGrpSpPr/>
          <p:nvPr userDrawn="1"/>
        </p:nvGrpSpPr>
        <p:grpSpPr>
          <a:xfrm>
            <a:off x="2133600" y="6553200"/>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8" name="Picture 17"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9" name="TextBox 18"/>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0074CF8A-883F-4144-AB15-923DF648E0CE}"/>
              </a:ext>
            </a:extLst>
          </p:cNvPr>
          <p:cNvSpPr>
            <a:spLocks noGrp="1"/>
          </p:cNvSpPr>
          <p:nvPr>
            <p:ph type="dt" sz="half" idx="14"/>
          </p:nvPr>
        </p:nvSpPr>
        <p:spPr/>
        <p:txBody>
          <a:bodyPr/>
          <a:lstStyle/>
          <a:p>
            <a:r>
              <a:rPr lang="en-US"/>
              <a:t>September 5, 2026</a:t>
            </a:r>
          </a:p>
        </p:txBody>
      </p:sp>
      <p:sp>
        <p:nvSpPr>
          <p:cNvPr id="5" name="Footer Placeholder 4">
            <a:extLst>
              <a:ext uri="{FF2B5EF4-FFF2-40B4-BE49-F238E27FC236}">
                <a16:creationId xmlns:a16="http://schemas.microsoft.com/office/drawing/2014/main" id="{FA6C6268-F619-48BB-933B-E115CE93C624}"/>
              </a:ext>
            </a:extLst>
          </p:cNvPr>
          <p:cNvSpPr>
            <a:spLocks noGrp="1"/>
          </p:cNvSpPr>
          <p:nvPr>
            <p:ph type="ftr" sz="quarter" idx="15"/>
          </p:nvPr>
        </p:nvSpPr>
        <p:spPr/>
        <p:txBody>
          <a:bodyPr/>
          <a:lstStyle/>
          <a:p>
            <a:r>
              <a:rPr lang="en-US"/>
              <a:t>SSZG653 Software Architectures</a:t>
            </a:r>
          </a:p>
        </p:txBody>
      </p:sp>
      <p:sp>
        <p:nvSpPr>
          <p:cNvPr id="6" name="Slide Number Placeholder 5">
            <a:extLst>
              <a:ext uri="{FF2B5EF4-FFF2-40B4-BE49-F238E27FC236}">
                <a16:creationId xmlns:a16="http://schemas.microsoft.com/office/drawing/2014/main" id="{CFC9EFE8-733E-4AFB-BDAB-0CE5D93733CF}"/>
              </a:ext>
            </a:extLst>
          </p:cNvPr>
          <p:cNvSpPr>
            <a:spLocks noGrp="1"/>
          </p:cNvSpPr>
          <p:nvPr>
            <p:ph type="sldNum" sz="quarter" idx="16"/>
          </p:nvPr>
        </p:nvSpPr>
        <p:spPr>
          <a:xfrm>
            <a:off x="7010400" y="6206025"/>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1"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10" name="Date Placeholder 9">
            <a:extLst>
              <a:ext uri="{FF2B5EF4-FFF2-40B4-BE49-F238E27FC236}">
                <a16:creationId xmlns:a16="http://schemas.microsoft.com/office/drawing/2014/main" id="{FB6E1B0A-851E-4A0C-B89D-3CC106FF0C5B}"/>
              </a:ext>
            </a:extLst>
          </p:cNvPr>
          <p:cNvSpPr>
            <a:spLocks noGrp="1"/>
          </p:cNvSpPr>
          <p:nvPr>
            <p:ph type="dt" sz="half" idx="11"/>
          </p:nvPr>
        </p:nvSpPr>
        <p:spPr/>
        <p:txBody>
          <a:bodyPr/>
          <a:lstStyle/>
          <a:p>
            <a:r>
              <a:rPr lang="en-US"/>
              <a:t>September 5, 2026</a:t>
            </a:r>
          </a:p>
        </p:txBody>
      </p:sp>
      <p:sp>
        <p:nvSpPr>
          <p:cNvPr id="17" name="Footer Placeholder 16">
            <a:extLst>
              <a:ext uri="{FF2B5EF4-FFF2-40B4-BE49-F238E27FC236}">
                <a16:creationId xmlns:a16="http://schemas.microsoft.com/office/drawing/2014/main" id="{224DB619-8B4A-4430-9A32-51334D35E42E}"/>
              </a:ext>
            </a:extLst>
          </p:cNvPr>
          <p:cNvSpPr>
            <a:spLocks noGrp="1"/>
          </p:cNvSpPr>
          <p:nvPr>
            <p:ph type="ftr" sz="quarter" idx="12"/>
          </p:nvPr>
        </p:nvSpPr>
        <p:spPr/>
        <p:txBody>
          <a:bodyPr/>
          <a:lstStyle/>
          <a:p>
            <a:r>
              <a:rPr lang="en-US"/>
              <a:t>SSZG653 Software Architectures</a:t>
            </a:r>
          </a:p>
        </p:txBody>
      </p:sp>
      <p:sp>
        <p:nvSpPr>
          <p:cNvPr id="18" name="Slide Number Placeholder 17">
            <a:extLst>
              <a:ext uri="{FF2B5EF4-FFF2-40B4-BE49-F238E27FC236}">
                <a16:creationId xmlns:a16="http://schemas.microsoft.com/office/drawing/2014/main" id="{8986382B-03E0-49E8-ABB3-DDB76510459C}"/>
              </a:ext>
            </a:extLst>
          </p:cNvPr>
          <p:cNvSpPr>
            <a:spLocks noGrp="1"/>
          </p:cNvSpPr>
          <p:nvPr>
            <p:ph type="sldNum" sz="quarter" idx="13"/>
          </p:nvPr>
        </p:nvSpPr>
        <p:spPr>
          <a:xfrm>
            <a:off x="7010400" y="6210934"/>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5" name="Group 24"/>
          <p:cNvGrpSpPr/>
          <p:nvPr userDrawn="1"/>
        </p:nvGrpSpPr>
        <p:grpSpPr>
          <a:xfrm>
            <a:off x="2133600" y="6553200"/>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29" name="Picture 28"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0" name="TextBox 29"/>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38100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hasCustomPrompt="1"/>
          </p:nvPr>
        </p:nvSpPr>
        <p:spPr>
          <a:xfrm rot="5400000">
            <a:off x="5410200"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8" name="Group 7"/>
          <p:cNvGrpSpPr/>
          <p:nvPr userDrawn="1"/>
        </p:nvGrpSpPr>
        <p:grpSpPr>
          <a:xfrm rot="5400000">
            <a:off x="5006340" y="2567940"/>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5" y="1131248"/>
            <a:ext cx="2193193" cy="692697"/>
          </a:xfrm>
          <a:prstGeom prst="rect">
            <a:avLst/>
          </a:prstGeom>
        </p:spPr>
      </p:pic>
      <p:sp>
        <p:nvSpPr>
          <p:cNvPr id="18" name="TextBox 17"/>
          <p:cNvSpPr txBox="1"/>
          <p:nvPr userDrawn="1"/>
        </p:nvSpPr>
        <p:spPr>
          <a:xfrm rot="5400000">
            <a:off x="-2794428" y="3808884"/>
            <a:ext cx="5867400" cy="230832"/>
          </a:xfrm>
          <a:prstGeom prst="rect">
            <a:avLst/>
          </a:prstGeom>
          <a:noFill/>
        </p:spPr>
        <p:txBody>
          <a:bodyPr wrap="square" rtlCol="0">
            <a:spAutoFit/>
          </a:bodyPr>
          <a:lstStyle/>
          <a:p>
            <a:pPr algn="r"/>
            <a:r>
              <a:rPr lang="en-US" sz="900" b="1" dirty="0">
                <a:solidFill>
                  <a:srgbClr val="101141"/>
                </a:solidFill>
                <a:latin typeface="Arial"/>
                <a:cs typeface="Arial"/>
              </a:rPr>
              <a:t>BITS </a:t>
            </a:r>
            <a:r>
              <a:rPr lang="en-US" sz="900" dirty="0">
                <a:solidFill>
                  <a:srgbClr val="101141"/>
                </a:solidFill>
                <a:latin typeface="Arial"/>
                <a:cs typeface="Arial"/>
              </a:rPr>
              <a:t>Pilani, Deemed</a:t>
            </a:r>
            <a:r>
              <a:rPr lang="en-US" sz="900" baseline="0" dirty="0">
                <a:solidFill>
                  <a:srgbClr val="101141"/>
                </a:solidFill>
                <a:latin typeface="Arial"/>
                <a:cs typeface="Arial"/>
              </a:rPr>
              <a:t> to be University under Section 3 of UGC Act, 1956</a:t>
            </a:r>
            <a:endParaRPr lang="en-US" sz="900" dirty="0">
              <a:solidFill>
                <a:srgbClr val="101141"/>
              </a:solidFill>
              <a:latin typeface="Arial"/>
              <a:cs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71600" y="274638"/>
            <a:ext cx="7715200" cy="778098"/>
          </a:xfrm>
        </p:spPr>
        <p:txBody>
          <a:bodyPr/>
          <a:lstStyle/>
          <a:p>
            <a:r>
              <a:rPr lang="en-US" dirty="0"/>
              <a:t>Click to edit Master title style</a:t>
            </a:r>
            <a:endParaRPr lang="en-AU"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26" name="Picture 2" descr="C:\Users\lbass\Documents\SAP3\SAP3 cover.jp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5496" y="116632"/>
            <a:ext cx="953592" cy="953592"/>
          </a:xfrm>
          <a:prstGeom prst="rect">
            <a:avLst/>
          </a:prstGeom>
          <a:noFill/>
          <a:extLst>
            <a:ext uri="{909E8E84-426E-40dd-AFC4-6F175D3DCCD1}">
              <a14:hiddenFill xmlns="" xmlns:a14="http://schemas.microsoft.com/office/drawing/2010/main">
                <a:solidFill>
                  <a:srgbClr val="FFFFFF"/>
                </a:solidFill>
              </a14:hiddenFill>
            </a:ext>
          </a:extLst>
        </p:spPr>
      </p:pic>
      <p:sp>
        <p:nvSpPr>
          <p:cNvPr id="9" name="Footer Placeholder 8"/>
          <p:cNvSpPr>
            <a:spLocks noGrp="1"/>
          </p:cNvSpPr>
          <p:nvPr>
            <p:ph type="ftr" sz="quarter" idx="11"/>
          </p:nvPr>
        </p:nvSpPr>
        <p:spPr>
          <a:xfrm>
            <a:off x="1403648" y="6356350"/>
            <a:ext cx="6336704" cy="365125"/>
          </a:xfrm>
        </p:spPr>
        <p:txBody>
          <a:bodyPr/>
          <a:lstStyle/>
          <a:p>
            <a:r>
              <a:rPr lang="en-AU"/>
              <a:t>SSZG653 Software Architectures</a:t>
            </a:r>
            <a:endParaRPr lang="en-AU" dirty="0"/>
          </a:p>
        </p:txBody>
      </p:sp>
    </p:spTree>
    <p:extLst>
      <p:ext uri="{BB962C8B-B14F-4D97-AF65-F5344CB8AC3E}">
        <p14:creationId xmlns:p14="http://schemas.microsoft.com/office/powerpoint/2010/main" val="28810298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r>
              <a:rPr lang="en-US"/>
              <a:t>September 5, 2026</a:t>
            </a: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r>
              <a:rPr lang="en-US"/>
              <a:t>SSZG653 Software Architectures</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0" r:id="rId4"/>
    <p:sldLayoutId id="2147483652" r:id="rId5"/>
    <p:sldLayoutId id="2147483653" r:id="rId6"/>
    <p:sldLayoutId id="2147483655" r:id="rId7"/>
    <p:sldLayoutId id="2147483656" r:id="rId8"/>
    <p:sldLayoutId id="2147483657" r:id="rId9"/>
    <p:sldLayoutId id="2147483658" r:id="rId10"/>
    <p:sldLayoutId id="2147483659" r:id="rId11"/>
    <p:sldLayoutId id="2147483661" r:id="rId12"/>
  </p:sldLayoutIdLst>
  <p:hf hdr="0"/>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5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4.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5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4.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6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4.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4.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63.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4.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4.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66.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4.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67.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4.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4.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70.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4.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71.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4.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72.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4.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73.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4.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74.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4.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7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4.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77.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4.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78.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4.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79.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4.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slideLayout" Target="../slideLayouts/slideLayout4.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8" Type="http://schemas.openxmlformats.org/officeDocument/2006/relationships/diagramLayout" Target="../diagrams/layout25.xml"/><Relationship Id="rId3" Type="http://schemas.openxmlformats.org/officeDocument/2006/relationships/diagramLayout" Target="../diagrams/layout24.xml"/><Relationship Id="rId7" Type="http://schemas.openxmlformats.org/officeDocument/2006/relationships/diagramData" Target="../diagrams/data25.xml"/><Relationship Id="rId2" Type="http://schemas.openxmlformats.org/officeDocument/2006/relationships/diagramData" Target="../diagrams/data24.xml"/><Relationship Id="rId1" Type="http://schemas.openxmlformats.org/officeDocument/2006/relationships/slideLayout" Target="../slideLayouts/slideLayout4.xml"/><Relationship Id="rId6" Type="http://schemas.microsoft.com/office/2007/relationships/diagramDrawing" Target="../diagrams/drawing24.xml"/><Relationship Id="rId11" Type="http://schemas.microsoft.com/office/2007/relationships/diagramDrawing" Target="../diagrams/drawing25.xml"/><Relationship Id="rId5" Type="http://schemas.openxmlformats.org/officeDocument/2006/relationships/diagramColors" Target="../diagrams/colors24.xml"/><Relationship Id="rId10" Type="http://schemas.openxmlformats.org/officeDocument/2006/relationships/diagramColors" Target="../diagrams/colors25.xml"/><Relationship Id="rId4" Type="http://schemas.openxmlformats.org/officeDocument/2006/relationships/diagramQuickStyle" Target="../diagrams/quickStyle24.xml"/><Relationship Id="rId9" Type="http://schemas.openxmlformats.org/officeDocument/2006/relationships/diagramQuickStyle" Target="../diagrams/quickStyle2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5">
            <a:extLst>
              <a:ext uri="{FF2B5EF4-FFF2-40B4-BE49-F238E27FC236}">
                <a16:creationId xmlns:a16="http://schemas.microsoft.com/office/drawing/2014/main" id="{F16DCBFB-04AD-1702-66C3-107DED021485}"/>
              </a:ext>
            </a:extLst>
          </p:cNvPr>
          <p:cNvSpPr>
            <a:spLocks noGrp="1"/>
          </p:cNvSpPr>
          <p:nvPr>
            <p:ph sz="quarter" idx="13"/>
          </p:nvPr>
        </p:nvSpPr>
        <p:spPr>
          <a:xfrm>
            <a:off x="2571750" y="5181600"/>
            <a:ext cx="6019800" cy="914400"/>
          </a:xfrm>
        </p:spPr>
        <p:txBody>
          <a:bodyPr/>
          <a:lstStyle/>
          <a:p>
            <a:pPr>
              <a:spcBef>
                <a:spcPct val="0"/>
              </a:spcBef>
            </a:pPr>
            <a:r>
              <a:rPr lang="en-US" altLang="en-US" sz="2000" dirty="0"/>
              <a:t>Harvinder S Jabbal</a:t>
            </a:r>
          </a:p>
          <a:p>
            <a:pPr>
              <a:spcBef>
                <a:spcPct val="0"/>
              </a:spcBef>
            </a:pPr>
            <a:r>
              <a:rPr lang="en-US" altLang="en-US" sz="2000" dirty="0"/>
              <a:t>SEZG651/SSZG653 Software Architectures</a:t>
            </a:r>
          </a:p>
        </p:txBody>
      </p:sp>
      <p:sp>
        <p:nvSpPr>
          <p:cNvPr id="6" name="Title 4">
            <a:extLst>
              <a:ext uri="{FF2B5EF4-FFF2-40B4-BE49-F238E27FC236}">
                <a16:creationId xmlns:a16="http://schemas.microsoft.com/office/drawing/2014/main" id="{3545E432-FCD9-46A4-DA36-35DFEBD8A3A4}"/>
              </a:ext>
            </a:extLst>
          </p:cNvPr>
          <p:cNvSpPr>
            <a:spLocks noGrp="1"/>
          </p:cNvSpPr>
          <p:nvPr>
            <p:ph type="title"/>
          </p:nvPr>
        </p:nvSpPr>
        <p:spPr>
          <a:xfrm>
            <a:off x="2362200" y="3657600"/>
            <a:ext cx="6248400" cy="1524000"/>
          </a:xfrm>
        </p:spPr>
        <p:txBody>
          <a:bodyPr/>
          <a:lstStyle/>
          <a:p>
            <a:pPr eaLnBrk="1" fontAlgn="auto" hangingPunct="1">
              <a:spcAft>
                <a:spcPts val="0"/>
              </a:spcAft>
              <a:defRPr/>
            </a:pPr>
            <a:r>
              <a:rPr lang="en-US" sz="3300" dirty="0"/>
              <a:t>Software Architecture</a:t>
            </a:r>
            <a:br>
              <a:rPr lang="en-US" sz="3300" dirty="0"/>
            </a:br>
            <a:r>
              <a:rPr lang="en-US" sz="3200" dirty="0"/>
              <a:t>Module 5</a:t>
            </a:r>
            <a:br>
              <a:rPr lang="en-US" sz="3300" dirty="0"/>
            </a:br>
            <a:r>
              <a:rPr lang="en-US" sz="3300" dirty="0"/>
              <a:t>Techniques in a typical layered Architecture/ ATAM</a:t>
            </a:r>
          </a:p>
        </p:txBody>
      </p:sp>
      <p:sp>
        <p:nvSpPr>
          <p:cNvPr id="2" name="Date Placeholder 1">
            <a:extLst>
              <a:ext uri="{FF2B5EF4-FFF2-40B4-BE49-F238E27FC236}">
                <a16:creationId xmlns:a16="http://schemas.microsoft.com/office/drawing/2014/main" id="{B8A16BA2-F4D2-7829-53EB-6D79F8DBE564}"/>
              </a:ext>
            </a:extLst>
          </p:cNvPr>
          <p:cNvSpPr>
            <a:spLocks noGrp="1"/>
          </p:cNvSpPr>
          <p:nvPr>
            <p:ph type="dt" sz="half" idx="14"/>
          </p:nvPr>
        </p:nvSpPr>
        <p:spPr/>
        <p:txBody>
          <a:bodyPr/>
          <a:lstStyle/>
          <a:p>
            <a:r>
              <a:rPr lang="en-US"/>
              <a:t>September 5, 2026</a:t>
            </a:r>
          </a:p>
        </p:txBody>
      </p:sp>
      <p:sp>
        <p:nvSpPr>
          <p:cNvPr id="3" name="Footer Placeholder 2">
            <a:extLst>
              <a:ext uri="{FF2B5EF4-FFF2-40B4-BE49-F238E27FC236}">
                <a16:creationId xmlns:a16="http://schemas.microsoft.com/office/drawing/2014/main" id="{D597AB2A-3D6A-5B1A-DE7C-1214D5B31306}"/>
              </a:ext>
            </a:extLst>
          </p:cNvPr>
          <p:cNvSpPr>
            <a:spLocks noGrp="1"/>
          </p:cNvSpPr>
          <p:nvPr>
            <p:ph type="ftr" sz="quarter" idx="15"/>
          </p:nvPr>
        </p:nvSpPr>
        <p:spPr/>
        <p:txBody>
          <a:bodyPr/>
          <a:lstStyle/>
          <a:p>
            <a:r>
              <a:rPr lang="en-US"/>
              <a:t>SSZG653 Software Architectures</a:t>
            </a:r>
          </a:p>
        </p:txBody>
      </p:sp>
      <p:sp>
        <p:nvSpPr>
          <p:cNvPr id="4" name="Slide Number Placeholder 3">
            <a:extLst>
              <a:ext uri="{FF2B5EF4-FFF2-40B4-BE49-F238E27FC236}">
                <a16:creationId xmlns:a16="http://schemas.microsoft.com/office/drawing/2014/main" id="{568625AC-DEBE-EDFA-28BC-9D6DEAAC9E68}"/>
              </a:ext>
            </a:extLst>
          </p:cNvPr>
          <p:cNvSpPr>
            <a:spLocks noGrp="1"/>
          </p:cNvSpPr>
          <p:nvPr>
            <p:ph type="sldNum" sz="quarter" idx="16"/>
          </p:nvPr>
        </p:nvSpPr>
        <p:spPr/>
        <p:txBody>
          <a:bodyPr/>
          <a:lstStyle/>
          <a:p>
            <a:fld id="{BC8D7E44-7D4F-4942-A8C9-2DF6BF8399E8}" type="slidenum">
              <a:rPr lang="en-US" smtClean="0"/>
              <a:pPr/>
              <a:t>1</a:t>
            </a:fld>
            <a:endParaRPr lang="en-US" dirty="0"/>
          </a:p>
        </p:txBody>
      </p:sp>
    </p:spTree>
    <p:extLst>
      <p:ext uri="{BB962C8B-B14F-4D97-AF65-F5344CB8AC3E}">
        <p14:creationId xmlns:p14="http://schemas.microsoft.com/office/powerpoint/2010/main" val="1871470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IN" sz="2800" dirty="0"/>
              <a:t>Architectural Structures and Views</a:t>
            </a:r>
            <a:endParaRPr lang="en-US" sz="1800" dirty="0"/>
          </a:p>
        </p:txBody>
      </p:sp>
      <p:sp>
        <p:nvSpPr>
          <p:cNvPr id="6" name="Content Placeholder 5"/>
          <p:cNvSpPr>
            <a:spLocks noGrp="1"/>
          </p:cNvSpPr>
          <p:nvPr>
            <p:ph sz="quarter" idx="13"/>
          </p:nvPr>
        </p:nvSpPr>
        <p:spPr/>
        <p:txBody>
          <a:bodyPr/>
          <a:lstStyle/>
          <a:p>
            <a:r>
              <a:rPr lang="en-US" dirty="0"/>
              <a:t>Harvinder S Jabbal</a:t>
            </a:r>
          </a:p>
          <a:p>
            <a:r>
              <a:rPr lang="en-US" dirty="0"/>
              <a:t>SSZG653 Software Architectures</a:t>
            </a:r>
          </a:p>
        </p:txBody>
      </p:sp>
      <p:sp>
        <p:nvSpPr>
          <p:cNvPr id="2" name="Slide Number Placeholder 1">
            <a:extLst>
              <a:ext uri="{FF2B5EF4-FFF2-40B4-BE49-F238E27FC236}">
                <a16:creationId xmlns:a16="http://schemas.microsoft.com/office/drawing/2014/main" id="{7F90C164-BD80-4958-B5AD-15C0024F6F1D}"/>
              </a:ext>
            </a:extLst>
          </p:cNvPr>
          <p:cNvSpPr>
            <a:spLocks noGrp="1"/>
          </p:cNvSpPr>
          <p:nvPr>
            <p:ph type="sldNum" sz="quarter" idx="16"/>
          </p:nvPr>
        </p:nvSpPr>
        <p:spPr/>
        <p:txBody>
          <a:bodyPr/>
          <a:lstStyle/>
          <a:p>
            <a:fld id="{BC8D7E44-7D4F-4942-A8C9-2DF6BF8399E8}" type="slidenum">
              <a:rPr lang="en-US" smtClean="0"/>
              <a:pPr/>
              <a:t>2</a:t>
            </a:fld>
            <a:endParaRPr lang="en-US" dirty="0"/>
          </a:p>
        </p:txBody>
      </p:sp>
      <p:sp>
        <p:nvSpPr>
          <p:cNvPr id="3" name="Footer Placeholder 2">
            <a:extLst>
              <a:ext uri="{FF2B5EF4-FFF2-40B4-BE49-F238E27FC236}">
                <a16:creationId xmlns:a16="http://schemas.microsoft.com/office/drawing/2014/main" id="{2618058F-E2B6-466F-9CC1-565AF74727FA}"/>
              </a:ext>
            </a:extLst>
          </p:cNvPr>
          <p:cNvSpPr>
            <a:spLocks noGrp="1"/>
          </p:cNvSpPr>
          <p:nvPr>
            <p:ph type="ftr" sz="quarter" idx="15"/>
          </p:nvPr>
        </p:nvSpPr>
        <p:spPr/>
        <p:txBody>
          <a:bodyPr/>
          <a:lstStyle/>
          <a:p>
            <a:r>
              <a:rPr lang="en-US"/>
              <a:t>SSZG653 Software Architectures</a:t>
            </a:r>
            <a:endParaRPr lang="en-US" dirty="0"/>
          </a:p>
        </p:txBody>
      </p:sp>
      <p:sp>
        <p:nvSpPr>
          <p:cNvPr id="4" name="Date Placeholder 3">
            <a:extLst>
              <a:ext uri="{FF2B5EF4-FFF2-40B4-BE49-F238E27FC236}">
                <a16:creationId xmlns:a16="http://schemas.microsoft.com/office/drawing/2014/main" id="{791BFCCC-1B52-43EB-9B30-A96190E558FD}"/>
              </a:ext>
            </a:extLst>
          </p:cNvPr>
          <p:cNvSpPr>
            <a:spLocks noGrp="1"/>
          </p:cNvSpPr>
          <p:nvPr>
            <p:ph type="dt" sz="half" idx="14"/>
          </p:nvPr>
        </p:nvSpPr>
        <p:spPr/>
        <p:txBody>
          <a:bodyPr/>
          <a:lstStyle/>
          <a:p>
            <a:r>
              <a:rPr lang="en-US"/>
              <a:t>September 5, 2026</a:t>
            </a:r>
          </a:p>
        </p:txBody>
      </p:sp>
    </p:spTree>
    <p:extLst>
      <p:ext uri="{BB962C8B-B14F-4D97-AF65-F5344CB8AC3E}">
        <p14:creationId xmlns:p14="http://schemas.microsoft.com/office/powerpoint/2010/main" val="16144983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1">
            <a:extLst>
              <a:ext uri="{FF2B5EF4-FFF2-40B4-BE49-F238E27FC236}">
                <a16:creationId xmlns:a16="http://schemas.microsoft.com/office/drawing/2014/main" id="{8506203F-26BC-3E95-1769-9F8F3C5200AA}"/>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IN" altLang="en-US"/>
              <a:t>Typical layers in Layered architecture</a:t>
            </a:r>
          </a:p>
          <a:p>
            <a:pPr fontAlgn="base">
              <a:spcAft>
                <a:spcPct val="0"/>
              </a:spcAft>
              <a:buFont typeface="Arial" pitchFamily="34" charset="0"/>
              <a:buChar char="•"/>
            </a:pPr>
            <a:endParaRPr lang="en-IN" altLang="en-US"/>
          </a:p>
          <a:p>
            <a:pPr fontAlgn="base">
              <a:spcAft>
                <a:spcPct val="0"/>
              </a:spcAft>
              <a:buFont typeface="Arial" pitchFamily="34" charset="0"/>
              <a:buChar char="•"/>
            </a:pPr>
            <a:r>
              <a:rPr lang="en-IN" altLang="en-US"/>
              <a:t>Techniques used in different layers</a:t>
            </a:r>
          </a:p>
        </p:txBody>
      </p:sp>
      <p:sp>
        <p:nvSpPr>
          <p:cNvPr id="3" name="Content Placeholder 2">
            <a:extLst>
              <a:ext uri="{FF2B5EF4-FFF2-40B4-BE49-F238E27FC236}">
                <a16:creationId xmlns:a16="http://schemas.microsoft.com/office/drawing/2014/main" id="{811B4A65-7BFD-3CBF-5887-B018207446BC}"/>
              </a:ext>
            </a:extLst>
          </p:cNvPr>
          <p:cNvSpPr>
            <a:spLocks noGrp="1"/>
          </p:cNvSpPr>
          <p:nvPr>
            <p:ph sz="quarter" idx="10"/>
          </p:nvPr>
        </p:nvSpPr>
        <p:spPr/>
        <p:txBody>
          <a:bodyPr/>
          <a:lstStyle/>
          <a:p>
            <a:pPr>
              <a:defRPr/>
            </a:pPr>
            <a:r>
              <a:rPr lang="en-IN" dirty="0"/>
              <a:t>Contents</a:t>
            </a:r>
          </a:p>
        </p:txBody>
      </p:sp>
      <p:sp>
        <p:nvSpPr>
          <p:cNvPr id="2" name="Date Placeholder 1">
            <a:extLst>
              <a:ext uri="{FF2B5EF4-FFF2-40B4-BE49-F238E27FC236}">
                <a16:creationId xmlns:a16="http://schemas.microsoft.com/office/drawing/2014/main" id="{51844D57-7EB9-ED05-6FC4-2C1671DBC7BA}"/>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F72B69DA-4324-08A8-6876-475A2AAE0D08}"/>
              </a:ext>
            </a:extLst>
          </p:cNvPr>
          <p:cNvSpPr>
            <a:spLocks noGrp="1"/>
          </p:cNvSpPr>
          <p:nvPr>
            <p:ph type="ftr" sz="quarter" idx="12"/>
          </p:nvPr>
        </p:nvSpPr>
        <p:spPr/>
        <p:txBody>
          <a:bodyPr/>
          <a:lstStyle/>
          <a:p>
            <a:pPr>
              <a:defRPr/>
            </a:pPr>
            <a:r>
              <a:rPr lang="en-US"/>
              <a:t>SSZG653 Software Architectures</a:t>
            </a:r>
          </a:p>
        </p:txBody>
      </p:sp>
      <p:sp>
        <p:nvSpPr>
          <p:cNvPr id="15366" name="Slide Number Placeholder 4">
            <a:extLst>
              <a:ext uri="{FF2B5EF4-FFF2-40B4-BE49-F238E27FC236}">
                <a16:creationId xmlns:a16="http://schemas.microsoft.com/office/drawing/2014/main" id="{79CEE806-A4DF-6162-DCF2-984E87707D37}"/>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59BBD6F-F77D-4160-866E-30AE9A406402}" type="slidenum">
              <a:rPr lang="en-US" altLang="en-US" sz="1200" smtClean="0">
                <a:solidFill>
                  <a:srgbClr val="898989"/>
                </a:solidFill>
              </a:rPr>
              <a:pPr>
                <a:spcBef>
                  <a:spcPct val="0"/>
                </a:spcBef>
                <a:buFontTx/>
                <a:buNone/>
              </a:pPr>
              <a:t>3</a:t>
            </a:fld>
            <a:endParaRPr lang="en-US" altLang="en-US" sz="1200">
              <a:solidFill>
                <a:srgbClr val="898989"/>
              </a:solidFill>
            </a:endParaRPr>
          </a:p>
        </p:txBody>
      </p:sp>
    </p:spTree>
    <p:extLst>
      <p:ext uri="{BB962C8B-B14F-4D97-AF65-F5344CB8AC3E}">
        <p14:creationId xmlns:p14="http://schemas.microsoft.com/office/powerpoint/2010/main" val="22542946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36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536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CDA8A9-9F37-9DBA-D857-EA66273EAB0C}"/>
              </a:ext>
            </a:extLst>
          </p:cNvPr>
          <p:cNvSpPr>
            <a:spLocks noGrp="1"/>
          </p:cNvSpPr>
          <p:nvPr>
            <p:ph sz="quarter" idx="10"/>
          </p:nvPr>
        </p:nvSpPr>
        <p:spPr/>
        <p:txBody>
          <a:bodyPr/>
          <a:lstStyle/>
          <a:p>
            <a:pPr>
              <a:defRPr/>
            </a:pPr>
            <a:r>
              <a:rPr lang="en-IN" dirty="0"/>
              <a:t>Typical layered architecture</a:t>
            </a:r>
          </a:p>
        </p:txBody>
      </p:sp>
      <p:pic>
        <p:nvPicPr>
          <p:cNvPr id="16387" name="Picture 3">
            <a:extLst>
              <a:ext uri="{FF2B5EF4-FFF2-40B4-BE49-F238E27FC236}">
                <a16:creationId xmlns:a16="http://schemas.microsoft.com/office/drawing/2014/main" id="{907B8885-FFCF-7078-22FC-7A13FE31A4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381125"/>
            <a:ext cx="6858000" cy="532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Date Placeholder 4">
            <a:extLst>
              <a:ext uri="{FF2B5EF4-FFF2-40B4-BE49-F238E27FC236}">
                <a16:creationId xmlns:a16="http://schemas.microsoft.com/office/drawing/2014/main" id="{F93DD064-2207-88C9-6E16-CED6AD072A4F}"/>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6" name="Footer Placeholder 5">
            <a:extLst>
              <a:ext uri="{FF2B5EF4-FFF2-40B4-BE49-F238E27FC236}">
                <a16:creationId xmlns:a16="http://schemas.microsoft.com/office/drawing/2014/main" id="{DD1CBE83-69A0-C50B-1827-047D21039777}"/>
              </a:ext>
            </a:extLst>
          </p:cNvPr>
          <p:cNvSpPr>
            <a:spLocks noGrp="1"/>
          </p:cNvSpPr>
          <p:nvPr>
            <p:ph type="ftr" sz="quarter" idx="12"/>
          </p:nvPr>
        </p:nvSpPr>
        <p:spPr/>
        <p:txBody>
          <a:bodyPr/>
          <a:lstStyle/>
          <a:p>
            <a:pPr>
              <a:defRPr/>
            </a:pPr>
            <a:r>
              <a:rPr lang="en-US"/>
              <a:t>SSZG653 Software Architectures</a:t>
            </a:r>
          </a:p>
        </p:txBody>
      </p:sp>
      <p:sp>
        <p:nvSpPr>
          <p:cNvPr id="16390" name="Slide Number Placeholder 6">
            <a:extLst>
              <a:ext uri="{FF2B5EF4-FFF2-40B4-BE49-F238E27FC236}">
                <a16:creationId xmlns:a16="http://schemas.microsoft.com/office/drawing/2014/main" id="{24A7205D-FC97-F406-9676-DCE827EE4527}"/>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C47B473-0784-4010-831B-9854B93E258A}" type="slidenum">
              <a:rPr lang="en-US" altLang="en-US" sz="1200" smtClean="0">
                <a:solidFill>
                  <a:srgbClr val="898989"/>
                </a:solidFill>
              </a:rPr>
              <a:pPr>
                <a:spcBef>
                  <a:spcPct val="0"/>
                </a:spcBef>
                <a:buFontTx/>
                <a:buNone/>
              </a:pPr>
              <a:t>4</a:t>
            </a:fld>
            <a:endParaRPr lang="en-US" altLang="en-US" sz="1200">
              <a:solidFill>
                <a:srgbClr val="898989"/>
              </a:solidFill>
            </a:endParaRPr>
          </a:p>
        </p:txBody>
      </p:sp>
    </p:spTree>
    <p:extLst>
      <p:ext uri="{BB962C8B-B14F-4D97-AF65-F5344CB8AC3E}">
        <p14:creationId xmlns:p14="http://schemas.microsoft.com/office/powerpoint/2010/main" val="32109779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CA5F04-7C09-40FB-17FC-4305DD1BF657}"/>
              </a:ext>
            </a:extLst>
          </p:cNvPr>
          <p:cNvSpPr>
            <a:spLocks noGrp="1"/>
          </p:cNvSpPr>
          <p:nvPr>
            <p:ph sz="quarter" idx="10"/>
          </p:nvPr>
        </p:nvSpPr>
        <p:spPr/>
        <p:txBody>
          <a:bodyPr/>
          <a:lstStyle/>
          <a:p>
            <a:pPr>
              <a:defRPr/>
            </a:pPr>
            <a:r>
              <a:rPr lang="en-IN" dirty="0"/>
              <a:t>Example of layers in Judiciary system</a:t>
            </a:r>
          </a:p>
        </p:txBody>
      </p:sp>
      <p:sp>
        <p:nvSpPr>
          <p:cNvPr id="17" name="Rectangle 16">
            <a:extLst>
              <a:ext uri="{FF2B5EF4-FFF2-40B4-BE49-F238E27FC236}">
                <a16:creationId xmlns:a16="http://schemas.microsoft.com/office/drawing/2014/main" id="{A23545E8-89CD-6948-37B3-FC8048690B83}"/>
              </a:ext>
            </a:extLst>
          </p:cNvPr>
          <p:cNvSpPr/>
          <p:nvPr/>
        </p:nvSpPr>
        <p:spPr>
          <a:xfrm>
            <a:off x="115888" y="2336800"/>
            <a:ext cx="7385050" cy="3933825"/>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2400" dirty="0">
              <a:solidFill>
                <a:schemeClr val="tx1"/>
              </a:solidFill>
            </a:endParaRPr>
          </a:p>
          <a:p>
            <a:pPr algn="ctr">
              <a:defRPr/>
            </a:pPr>
            <a:endParaRPr lang="en-IN" sz="2400" dirty="0">
              <a:solidFill>
                <a:schemeClr val="tx1"/>
              </a:solidFill>
            </a:endParaRPr>
          </a:p>
          <a:p>
            <a:pPr algn="ctr">
              <a:defRPr/>
            </a:pPr>
            <a:endParaRPr lang="en-IN" sz="2400" dirty="0">
              <a:solidFill>
                <a:schemeClr val="tx1"/>
              </a:solidFill>
            </a:endParaRPr>
          </a:p>
          <a:p>
            <a:pPr algn="ctr">
              <a:defRPr/>
            </a:pPr>
            <a:endParaRPr lang="en-IN" sz="2400" dirty="0">
              <a:solidFill>
                <a:schemeClr val="tx1"/>
              </a:solidFill>
            </a:endParaRPr>
          </a:p>
          <a:p>
            <a:pPr algn="ctr">
              <a:defRPr/>
            </a:pPr>
            <a:endParaRPr lang="en-IN" sz="2400" dirty="0">
              <a:solidFill>
                <a:schemeClr val="tx1"/>
              </a:solidFill>
            </a:endParaRPr>
          </a:p>
          <a:p>
            <a:pPr algn="ctr">
              <a:defRPr/>
            </a:pPr>
            <a:endParaRPr lang="en-IN" sz="2400" dirty="0">
              <a:solidFill>
                <a:schemeClr val="tx1"/>
              </a:solidFill>
            </a:endParaRPr>
          </a:p>
        </p:txBody>
      </p:sp>
      <p:grpSp>
        <p:nvGrpSpPr>
          <p:cNvPr id="17412" name="Group 6">
            <a:extLst>
              <a:ext uri="{FF2B5EF4-FFF2-40B4-BE49-F238E27FC236}">
                <a16:creationId xmlns:a16="http://schemas.microsoft.com/office/drawing/2014/main" id="{456D63AE-6822-F2F6-06C5-04CDF7BF9ACF}"/>
              </a:ext>
            </a:extLst>
          </p:cNvPr>
          <p:cNvGrpSpPr>
            <a:grpSpLocks/>
          </p:cNvGrpSpPr>
          <p:nvPr/>
        </p:nvGrpSpPr>
        <p:grpSpPr bwMode="auto">
          <a:xfrm>
            <a:off x="6494463" y="1447800"/>
            <a:ext cx="1354137" cy="658813"/>
            <a:chOff x="4953000" y="2828925"/>
            <a:chExt cx="3030840" cy="1336074"/>
          </a:xfrm>
        </p:grpSpPr>
        <p:sp>
          <p:nvSpPr>
            <p:cNvPr id="10" name="Rectangle 9">
              <a:extLst>
                <a:ext uri="{FF2B5EF4-FFF2-40B4-BE49-F238E27FC236}">
                  <a16:creationId xmlns:a16="http://schemas.microsoft.com/office/drawing/2014/main" id="{633E5E1C-E37D-7856-5CBF-508A38ECE048}"/>
                </a:ext>
              </a:extLst>
            </p:cNvPr>
            <p:cNvSpPr/>
            <p:nvPr/>
          </p:nvSpPr>
          <p:spPr>
            <a:xfrm>
              <a:off x="5286997" y="3363354"/>
              <a:ext cx="380186" cy="305849"/>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200" dirty="0"/>
            </a:p>
          </p:txBody>
        </p:sp>
        <p:sp>
          <p:nvSpPr>
            <p:cNvPr id="11" name="Rectangle 10">
              <a:extLst>
                <a:ext uri="{FF2B5EF4-FFF2-40B4-BE49-F238E27FC236}">
                  <a16:creationId xmlns:a16="http://schemas.microsoft.com/office/drawing/2014/main" id="{F10380EE-E1DC-1691-FDAF-FB001A493FCC}"/>
                </a:ext>
              </a:extLst>
            </p:cNvPr>
            <p:cNvSpPr/>
            <p:nvPr/>
          </p:nvSpPr>
          <p:spPr>
            <a:xfrm>
              <a:off x="5819970" y="3363354"/>
              <a:ext cx="383741" cy="305849"/>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200" dirty="0"/>
            </a:p>
          </p:txBody>
        </p:sp>
        <p:sp>
          <p:nvSpPr>
            <p:cNvPr id="12" name="Rectangle 11">
              <a:extLst>
                <a:ext uri="{FF2B5EF4-FFF2-40B4-BE49-F238E27FC236}">
                  <a16:creationId xmlns:a16="http://schemas.microsoft.com/office/drawing/2014/main" id="{F75DDCF3-BF13-2127-77BA-64441D5BA2BE}"/>
                </a:ext>
              </a:extLst>
            </p:cNvPr>
            <p:cNvSpPr/>
            <p:nvPr/>
          </p:nvSpPr>
          <p:spPr>
            <a:xfrm>
              <a:off x="6356495" y="3363354"/>
              <a:ext cx="380189" cy="305849"/>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200" dirty="0"/>
            </a:p>
          </p:txBody>
        </p:sp>
        <p:sp>
          <p:nvSpPr>
            <p:cNvPr id="17468" name="TextBox 12">
              <a:extLst>
                <a:ext uri="{FF2B5EF4-FFF2-40B4-BE49-F238E27FC236}">
                  <a16:creationId xmlns:a16="http://schemas.microsoft.com/office/drawing/2014/main" id="{4C051CBB-F691-B482-C82C-B27DAC524011}"/>
                </a:ext>
              </a:extLst>
            </p:cNvPr>
            <p:cNvSpPr txBox="1">
              <a:spLocks noChangeArrowheads="1"/>
            </p:cNvSpPr>
            <p:nvPr/>
          </p:nvSpPr>
          <p:spPr bwMode="auto">
            <a:xfrm>
              <a:off x="4953000" y="2828925"/>
              <a:ext cx="168341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400"/>
                <a:t>Judges, Court staff</a:t>
              </a:r>
            </a:p>
          </p:txBody>
        </p:sp>
        <p:cxnSp>
          <p:nvCxnSpPr>
            <p:cNvPr id="15" name="Straight Connector 14">
              <a:extLst>
                <a:ext uri="{FF2B5EF4-FFF2-40B4-BE49-F238E27FC236}">
                  <a16:creationId xmlns:a16="http://schemas.microsoft.com/office/drawing/2014/main" id="{E8F98B0E-348F-659F-F46F-E07E087517FB}"/>
                </a:ext>
              </a:extLst>
            </p:cNvPr>
            <p:cNvCxnSpPr/>
            <p:nvPr/>
          </p:nvCxnSpPr>
          <p:spPr>
            <a:xfrm>
              <a:off x="5006296" y="3929978"/>
              <a:ext cx="2114128" cy="0"/>
            </a:xfrm>
            <a:prstGeom prst="line">
              <a:avLst/>
            </a:prstGeom>
            <a:ln w="41275"/>
          </p:spPr>
          <p:style>
            <a:lnRef idx="1">
              <a:schemeClr val="accent1"/>
            </a:lnRef>
            <a:fillRef idx="0">
              <a:schemeClr val="accent1"/>
            </a:fillRef>
            <a:effectRef idx="0">
              <a:schemeClr val="accent1"/>
            </a:effectRef>
            <a:fontRef idx="minor">
              <a:schemeClr val="tx1"/>
            </a:fontRef>
          </p:style>
        </p:cxnSp>
        <p:sp>
          <p:nvSpPr>
            <p:cNvPr id="17470" name="TextBox 15">
              <a:extLst>
                <a:ext uri="{FF2B5EF4-FFF2-40B4-BE49-F238E27FC236}">
                  <a16:creationId xmlns:a16="http://schemas.microsoft.com/office/drawing/2014/main" id="{2A0BACED-D8F8-9AC8-42E9-52AEDF5DB159}"/>
                </a:ext>
              </a:extLst>
            </p:cNvPr>
            <p:cNvSpPr txBox="1">
              <a:spLocks noChangeArrowheads="1"/>
            </p:cNvSpPr>
            <p:nvPr/>
          </p:nvSpPr>
          <p:spPr bwMode="auto">
            <a:xfrm>
              <a:off x="7321549" y="3744914"/>
              <a:ext cx="662291" cy="420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100"/>
                <a:t>LAN</a:t>
              </a:r>
            </a:p>
          </p:txBody>
        </p:sp>
        <p:cxnSp>
          <p:nvCxnSpPr>
            <p:cNvPr id="24" name="Straight Connector 23">
              <a:extLst>
                <a:ext uri="{FF2B5EF4-FFF2-40B4-BE49-F238E27FC236}">
                  <a16:creationId xmlns:a16="http://schemas.microsoft.com/office/drawing/2014/main" id="{537392B5-528B-ED14-FEBE-31B01A692053}"/>
                </a:ext>
              </a:extLst>
            </p:cNvPr>
            <p:cNvCxnSpPr>
              <a:stCxn id="10" idx="2"/>
            </p:cNvCxnSpPr>
            <p:nvPr/>
          </p:nvCxnSpPr>
          <p:spPr>
            <a:xfrm>
              <a:off x="5478867" y="3669203"/>
              <a:ext cx="7106" cy="2607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AFAFFBD-32FA-7CE6-7770-598A364612B1}"/>
                </a:ext>
              </a:extLst>
            </p:cNvPr>
            <p:cNvCxnSpPr/>
            <p:nvPr/>
          </p:nvCxnSpPr>
          <p:spPr>
            <a:xfrm>
              <a:off x="6011840" y="3659544"/>
              <a:ext cx="7106" cy="257556"/>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90E5856-FE03-7AB3-0ECA-23D66FA38139}"/>
                </a:ext>
              </a:extLst>
            </p:cNvPr>
            <p:cNvCxnSpPr/>
            <p:nvPr/>
          </p:nvCxnSpPr>
          <p:spPr>
            <a:xfrm>
              <a:off x="6555472" y="3659544"/>
              <a:ext cx="7106" cy="257556"/>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7413" name="Group 1">
            <a:extLst>
              <a:ext uri="{FF2B5EF4-FFF2-40B4-BE49-F238E27FC236}">
                <a16:creationId xmlns:a16="http://schemas.microsoft.com/office/drawing/2014/main" id="{12619FBF-6ED2-0E38-CC8B-F701B1AF35C5}"/>
              </a:ext>
            </a:extLst>
          </p:cNvPr>
          <p:cNvGrpSpPr>
            <a:grpSpLocks/>
          </p:cNvGrpSpPr>
          <p:nvPr/>
        </p:nvGrpSpPr>
        <p:grpSpPr bwMode="auto">
          <a:xfrm>
            <a:off x="228600" y="1295400"/>
            <a:ext cx="1524000" cy="762000"/>
            <a:chOff x="1095376" y="1225534"/>
            <a:chExt cx="2581818" cy="2584466"/>
          </a:xfrm>
        </p:grpSpPr>
        <p:sp>
          <p:nvSpPr>
            <p:cNvPr id="4" name="Rectangle 3">
              <a:extLst>
                <a:ext uri="{FF2B5EF4-FFF2-40B4-BE49-F238E27FC236}">
                  <a16:creationId xmlns:a16="http://schemas.microsoft.com/office/drawing/2014/main" id="{2909C2AD-9F97-4B55-1ABC-7E86D9B9278F}"/>
                </a:ext>
              </a:extLst>
            </p:cNvPr>
            <p:cNvSpPr/>
            <p:nvPr/>
          </p:nvSpPr>
          <p:spPr>
            <a:xfrm>
              <a:off x="1512233" y="2113946"/>
              <a:ext cx="379204" cy="301521"/>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200" dirty="0"/>
            </a:p>
          </p:txBody>
        </p:sp>
        <p:sp>
          <p:nvSpPr>
            <p:cNvPr id="5" name="Rectangle 4">
              <a:extLst>
                <a:ext uri="{FF2B5EF4-FFF2-40B4-BE49-F238E27FC236}">
                  <a16:creationId xmlns:a16="http://schemas.microsoft.com/office/drawing/2014/main" id="{DFD09E66-37D3-4556-9B70-6A360BECC052}"/>
                </a:ext>
              </a:extLst>
            </p:cNvPr>
            <p:cNvSpPr/>
            <p:nvPr/>
          </p:nvSpPr>
          <p:spPr>
            <a:xfrm>
              <a:off x="2044733" y="2113946"/>
              <a:ext cx="379204" cy="301521"/>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200" dirty="0"/>
            </a:p>
          </p:txBody>
        </p:sp>
        <p:sp>
          <p:nvSpPr>
            <p:cNvPr id="6" name="Rectangle 5">
              <a:extLst>
                <a:ext uri="{FF2B5EF4-FFF2-40B4-BE49-F238E27FC236}">
                  <a16:creationId xmlns:a16="http://schemas.microsoft.com/office/drawing/2014/main" id="{76F95164-3F2B-9CA1-2AA8-F6F66515A1CB}"/>
                </a:ext>
              </a:extLst>
            </p:cNvPr>
            <p:cNvSpPr/>
            <p:nvPr/>
          </p:nvSpPr>
          <p:spPr>
            <a:xfrm>
              <a:off x="2577233" y="2113946"/>
              <a:ext cx="381894" cy="301521"/>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200" dirty="0"/>
            </a:p>
          </p:txBody>
        </p:sp>
        <p:sp>
          <p:nvSpPr>
            <p:cNvPr id="17460" name="TextBox 6">
              <a:extLst>
                <a:ext uri="{FF2B5EF4-FFF2-40B4-BE49-F238E27FC236}">
                  <a16:creationId xmlns:a16="http://schemas.microsoft.com/office/drawing/2014/main" id="{33343C77-B3F2-7C9F-BFF9-E993904850BA}"/>
                </a:ext>
              </a:extLst>
            </p:cNvPr>
            <p:cNvSpPr txBox="1">
              <a:spLocks noChangeArrowheads="1"/>
            </p:cNvSpPr>
            <p:nvPr/>
          </p:nvSpPr>
          <p:spPr bwMode="auto">
            <a:xfrm>
              <a:off x="1095376" y="1225534"/>
              <a:ext cx="2581818" cy="680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200"/>
                <a:t>Citizens &amp; Lawyers</a:t>
              </a:r>
            </a:p>
          </p:txBody>
        </p:sp>
        <p:pic>
          <p:nvPicPr>
            <p:cNvPr id="17461" name="Picture 8">
              <a:extLst>
                <a:ext uri="{FF2B5EF4-FFF2-40B4-BE49-F238E27FC236}">
                  <a16:creationId xmlns:a16="http://schemas.microsoft.com/office/drawing/2014/main" id="{F0F957A5-9E2F-5330-6D7C-1EB7D5A789D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73213" y="2676525"/>
              <a:ext cx="1323975"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8" name="Straight Connector 27">
              <a:extLst>
                <a:ext uri="{FF2B5EF4-FFF2-40B4-BE49-F238E27FC236}">
                  <a16:creationId xmlns:a16="http://schemas.microsoft.com/office/drawing/2014/main" id="{4354D05C-FC9D-1C37-8829-A63715A1ECC3}"/>
                </a:ext>
              </a:extLst>
            </p:cNvPr>
            <p:cNvCxnSpPr>
              <a:stCxn id="4" idx="2"/>
            </p:cNvCxnSpPr>
            <p:nvPr/>
          </p:nvCxnSpPr>
          <p:spPr>
            <a:xfrm>
              <a:off x="1703179" y="2415467"/>
              <a:ext cx="188258" cy="41459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3E3F099-FF56-637B-559C-1A06AB2F5A04}"/>
                </a:ext>
              </a:extLst>
            </p:cNvPr>
            <p:cNvCxnSpPr>
              <a:stCxn id="5" idx="2"/>
              <a:endCxn id="17461" idx="0"/>
            </p:cNvCxnSpPr>
            <p:nvPr/>
          </p:nvCxnSpPr>
          <p:spPr>
            <a:xfrm>
              <a:off x="2235679" y="2415467"/>
              <a:ext cx="0" cy="258447"/>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D496790-9B22-4E47-E5C7-5BE8DC2750FC}"/>
                </a:ext>
              </a:extLst>
            </p:cNvPr>
            <p:cNvCxnSpPr>
              <a:stCxn id="6" idx="2"/>
            </p:cNvCxnSpPr>
            <p:nvPr/>
          </p:nvCxnSpPr>
          <p:spPr>
            <a:xfrm flipH="1">
              <a:off x="2577233" y="2415467"/>
              <a:ext cx="190946" cy="414590"/>
            </a:xfrm>
            <a:prstGeom prst="line">
              <a:avLst/>
            </a:prstGeom>
          </p:spPr>
          <p:style>
            <a:lnRef idx="1">
              <a:schemeClr val="accent1"/>
            </a:lnRef>
            <a:fillRef idx="0">
              <a:schemeClr val="accent1"/>
            </a:fillRef>
            <a:effectRef idx="0">
              <a:schemeClr val="accent1"/>
            </a:effectRef>
            <a:fontRef idx="minor">
              <a:schemeClr val="tx1"/>
            </a:fontRef>
          </p:style>
        </p:cxnSp>
      </p:grpSp>
      <p:sp>
        <p:nvSpPr>
          <p:cNvPr id="27" name="Rectangle 26">
            <a:extLst>
              <a:ext uri="{FF2B5EF4-FFF2-40B4-BE49-F238E27FC236}">
                <a16:creationId xmlns:a16="http://schemas.microsoft.com/office/drawing/2014/main" id="{CE91551E-C5E4-BB3D-43D8-F09ABA3B3D98}"/>
              </a:ext>
            </a:extLst>
          </p:cNvPr>
          <p:cNvSpPr/>
          <p:nvPr/>
        </p:nvSpPr>
        <p:spPr>
          <a:xfrm>
            <a:off x="381000" y="2084388"/>
            <a:ext cx="1065213" cy="14922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200" dirty="0">
                <a:solidFill>
                  <a:schemeClr val="bg1"/>
                </a:solidFill>
              </a:rPr>
              <a:t>Firewall</a:t>
            </a:r>
          </a:p>
        </p:txBody>
      </p:sp>
      <p:sp>
        <p:nvSpPr>
          <p:cNvPr id="31" name="Flowchart: Magnetic Disk 30">
            <a:extLst>
              <a:ext uri="{FF2B5EF4-FFF2-40B4-BE49-F238E27FC236}">
                <a16:creationId xmlns:a16="http://schemas.microsoft.com/office/drawing/2014/main" id="{62518FBE-30FB-882F-69C1-A0B7F44B140E}"/>
              </a:ext>
            </a:extLst>
          </p:cNvPr>
          <p:cNvSpPr/>
          <p:nvPr/>
        </p:nvSpPr>
        <p:spPr>
          <a:xfrm>
            <a:off x="6477000" y="6416675"/>
            <a:ext cx="381000" cy="347663"/>
          </a:xfrm>
          <a:prstGeom prst="flowChartMagneticDisk">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100"/>
          </a:p>
        </p:txBody>
      </p:sp>
      <p:sp>
        <p:nvSpPr>
          <p:cNvPr id="33" name="Rectangle 32">
            <a:extLst>
              <a:ext uri="{FF2B5EF4-FFF2-40B4-BE49-F238E27FC236}">
                <a16:creationId xmlns:a16="http://schemas.microsoft.com/office/drawing/2014/main" id="{D3FB81C9-7802-43BF-3405-36CF0CA7AF4A}"/>
              </a:ext>
            </a:extLst>
          </p:cNvPr>
          <p:cNvSpPr/>
          <p:nvPr/>
        </p:nvSpPr>
        <p:spPr>
          <a:xfrm>
            <a:off x="3048000" y="6435725"/>
            <a:ext cx="1382713" cy="19367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400" b="1" dirty="0">
                <a:solidFill>
                  <a:schemeClr val="bg1"/>
                </a:solidFill>
              </a:rPr>
              <a:t>Firewall</a:t>
            </a:r>
          </a:p>
        </p:txBody>
      </p:sp>
      <p:sp>
        <p:nvSpPr>
          <p:cNvPr id="35" name="Rectangle 34">
            <a:extLst>
              <a:ext uri="{FF2B5EF4-FFF2-40B4-BE49-F238E27FC236}">
                <a16:creationId xmlns:a16="http://schemas.microsoft.com/office/drawing/2014/main" id="{20269D95-BC37-29CF-1082-82A31C6538B6}"/>
              </a:ext>
            </a:extLst>
          </p:cNvPr>
          <p:cNvSpPr/>
          <p:nvPr/>
        </p:nvSpPr>
        <p:spPr>
          <a:xfrm>
            <a:off x="4910138" y="6416675"/>
            <a:ext cx="1382712" cy="365125"/>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400" dirty="0">
                <a:solidFill>
                  <a:schemeClr val="tx1"/>
                </a:solidFill>
              </a:rPr>
              <a:t>DB server</a:t>
            </a:r>
          </a:p>
        </p:txBody>
      </p:sp>
      <p:cxnSp>
        <p:nvCxnSpPr>
          <p:cNvPr id="36" name="Straight Connector 35">
            <a:extLst>
              <a:ext uri="{FF2B5EF4-FFF2-40B4-BE49-F238E27FC236}">
                <a16:creationId xmlns:a16="http://schemas.microsoft.com/office/drawing/2014/main" id="{8A2CB407-663B-ABD0-70A0-FE57C4E27042}"/>
              </a:ext>
            </a:extLst>
          </p:cNvPr>
          <p:cNvCxnSpPr>
            <a:stCxn id="35" idx="3"/>
            <a:endCxn id="31" idx="2"/>
          </p:cNvCxnSpPr>
          <p:nvPr/>
        </p:nvCxnSpPr>
        <p:spPr>
          <a:xfrm flipV="1">
            <a:off x="6292850" y="6591300"/>
            <a:ext cx="184150" cy="7938"/>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F91A9A98-CBA9-0ED8-176B-6810A42629CF}"/>
              </a:ext>
            </a:extLst>
          </p:cNvPr>
          <p:cNvCxnSpPr>
            <a:stCxn id="67" idx="3"/>
            <a:endCxn id="69" idx="1"/>
          </p:cNvCxnSpPr>
          <p:nvPr/>
        </p:nvCxnSpPr>
        <p:spPr>
          <a:xfrm flipV="1">
            <a:off x="6977063" y="4616450"/>
            <a:ext cx="871537" cy="19050"/>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5697888E-00EF-AB50-E0A7-CB5A6191D146}"/>
              </a:ext>
            </a:extLst>
          </p:cNvPr>
          <p:cNvSpPr/>
          <p:nvPr/>
        </p:nvSpPr>
        <p:spPr>
          <a:xfrm>
            <a:off x="6096000" y="4419600"/>
            <a:ext cx="881063" cy="430213"/>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400" dirty="0">
                <a:solidFill>
                  <a:schemeClr val="tx1"/>
                </a:solidFill>
              </a:rPr>
              <a:t>Vodafone adaptor</a:t>
            </a:r>
          </a:p>
        </p:txBody>
      </p:sp>
      <p:sp>
        <p:nvSpPr>
          <p:cNvPr id="68" name="Rectangle 67">
            <a:extLst>
              <a:ext uri="{FF2B5EF4-FFF2-40B4-BE49-F238E27FC236}">
                <a16:creationId xmlns:a16="http://schemas.microsoft.com/office/drawing/2014/main" id="{0C9617DA-FD91-0628-E6B8-207F6CC0AA07}"/>
              </a:ext>
            </a:extLst>
          </p:cNvPr>
          <p:cNvSpPr/>
          <p:nvPr/>
        </p:nvSpPr>
        <p:spPr>
          <a:xfrm>
            <a:off x="7875588" y="3840163"/>
            <a:ext cx="1116012" cy="487362"/>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200" dirty="0">
                <a:solidFill>
                  <a:schemeClr val="tx1"/>
                </a:solidFill>
              </a:rPr>
              <a:t>Airtel SMS system</a:t>
            </a:r>
          </a:p>
        </p:txBody>
      </p:sp>
      <p:sp>
        <p:nvSpPr>
          <p:cNvPr id="69" name="Rectangle 68">
            <a:extLst>
              <a:ext uri="{FF2B5EF4-FFF2-40B4-BE49-F238E27FC236}">
                <a16:creationId xmlns:a16="http://schemas.microsoft.com/office/drawing/2014/main" id="{8ED8596F-7976-424A-48AF-6088E15D88B4}"/>
              </a:ext>
            </a:extLst>
          </p:cNvPr>
          <p:cNvSpPr/>
          <p:nvPr/>
        </p:nvSpPr>
        <p:spPr>
          <a:xfrm>
            <a:off x="7848600" y="4373563"/>
            <a:ext cx="1116013" cy="487362"/>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200" dirty="0">
                <a:solidFill>
                  <a:schemeClr val="tx1"/>
                </a:solidFill>
              </a:rPr>
              <a:t>Vodafone SMS system</a:t>
            </a:r>
          </a:p>
        </p:txBody>
      </p:sp>
      <p:cxnSp>
        <p:nvCxnSpPr>
          <p:cNvPr id="70" name="Straight Arrow Connector 69">
            <a:extLst>
              <a:ext uri="{FF2B5EF4-FFF2-40B4-BE49-F238E27FC236}">
                <a16:creationId xmlns:a16="http://schemas.microsoft.com/office/drawing/2014/main" id="{EFD092A9-4946-8F37-90EA-66C8D5A1927B}"/>
              </a:ext>
            </a:extLst>
          </p:cNvPr>
          <p:cNvCxnSpPr>
            <a:stCxn id="66" idx="3"/>
            <a:endCxn id="68" idx="1"/>
          </p:cNvCxnSpPr>
          <p:nvPr/>
        </p:nvCxnSpPr>
        <p:spPr>
          <a:xfrm>
            <a:off x="6996113" y="4068763"/>
            <a:ext cx="879475" cy="14287"/>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3C9718A-A433-8139-5E08-FFC89BA0DA0D}"/>
              </a:ext>
            </a:extLst>
          </p:cNvPr>
          <p:cNvCxnSpPr>
            <a:stCxn id="27" idx="2"/>
          </p:cNvCxnSpPr>
          <p:nvPr/>
        </p:nvCxnSpPr>
        <p:spPr>
          <a:xfrm>
            <a:off x="914400" y="2233613"/>
            <a:ext cx="0" cy="206375"/>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3D188ECE-29D7-7EF6-6C12-804BFFFA8809}"/>
              </a:ext>
            </a:extLst>
          </p:cNvPr>
          <p:cNvCxnSpPr>
            <a:endCxn id="33" idx="0"/>
          </p:cNvCxnSpPr>
          <p:nvPr/>
        </p:nvCxnSpPr>
        <p:spPr>
          <a:xfrm>
            <a:off x="3738563" y="6262688"/>
            <a:ext cx="1587" cy="173037"/>
          </a:xfrm>
          <a:prstGeom prst="line">
            <a:avLst/>
          </a:prstGeom>
        </p:spPr>
        <p:style>
          <a:lnRef idx="1">
            <a:schemeClr val="accent1"/>
          </a:lnRef>
          <a:fillRef idx="0">
            <a:schemeClr val="accent1"/>
          </a:fillRef>
          <a:effectRef idx="0">
            <a:schemeClr val="accent1"/>
          </a:effectRef>
          <a:fontRef idx="minor">
            <a:schemeClr val="tx1"/>
          </a:fontRef>
        </p:style>
      </p:cxnSp>
      <p:sp>
        <p:nvSpPr>
          <p:cNvPr id="62" name="Rectangle 61">
            <a:extLst>
              <a:ext uri="{FF2B5EF4-FFF2-40B4-BE49-F238E27FC236}">
                <a16:creationId xmlns:a16="http://schemas.microsoft.com/office/drawing/2014/main" id="{66B567AA-B735-DA16-342B-63B7E2EFE5ED}"/>
              </a:ext>
            </a:extLst>
          </p:cNvPr>
          <p:cNvSpPr/>
          <p:nvPr/>
        </p:nvSpPr>
        <p:spPr>
          <a:xfrm>
            <a:off x="198438" y="3025775"/>
            <a:ext cx="7192962" cy="1949450"/>
          </a:xfrm>
          <a:prstGeom prst="rect">
            <a:avLst/>
          </a:prstGeom>
          <a:solidFill>
            <a:schemeClr val="accent6">
              <a:lumMod val="20000"/>
              <a:lumOff val="80000"/>
              <a:alpha val="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400" dirty="0">
                <a:solidFill>
                  <a:schemeClr val="tx1"/>
                </a:solidFill>
              </a:rPr>
              <a:t>Presentation layer</a:t>
            </a:r>
          </a:p>
        </p:txBody>
      </p:sp>
      <p:sp>
        <p:nvSpPr>
          <p:cNvPr id="61" name="Rectangle 60">
            <a:extLst>
              <a:ext uri="{FF2B5EF4-FFF2-40B4-BE49-F238E27FC236}">
                <a16:creationId xmlns:a16="http://schemas.microsoft.com/office/drawing/2014/main" id="{0FB6F5EC-AF51-2557-1A83-A66C7F6FF6F6}"/>
              </a:ext>
            </a:extLst>
          </p:cNvPr>
          <p:cNvSpPr/>
          <p:nvPr/>
        </p:nvSpPr>
        <p:spPr>
          <a:xfrm>
            <a:off x="228600" y="2462213"/>
            <a:ext cx="7192963" cy="46037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b="1" dirty="0">
                <a:solidFill>
                  <a:srgbClr val="0070C0"/>
                </a:solidFill>
                <a:latin typeface="Arial" panose="020B0604020202020204" pitchFamily="34" charset="0"/>
                <a:cs typeface="Arial" panose="020B0604020202020204" pitchFamily="34" charset="0"/>
              </a:rPr>
              <a:t>Presentation layer</a:t>
            </a:r>
          </a:p>
        </p:txBody>
      </p:sp>
      <p:sp>
        <p:nvSpPr>
          <p:cNvPr id="52" name="Rectangle 51">
            <a:extLst>
              <a:ext uri="{FF2B5EF4-FFF2-40B4-BE49-F238E27FC236}">
                <a16:creationId xmlns:a16="http://schemas.microsoft.com/office/drawing/2014/main" id="{EAF5C30E-FB2C-2F4A-70A1-606E81D8E1E5}"/>
              </a:ext>
            </a:extLst>
          </p:cNvPr>
          <p:cNvSpPr/>
          <p:nvPr/>
        </p:nvSpPr>
        <p:spPr>
          <a:xfrm>
            <a:off x="339725" y="4187825"/>
            <a:ext cx="3927475" cy="56832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400" dirty="0">
                <a:solidFill>
                  <a:schemeClr val="tx1"/>
                </a:solidFill>
              </a:rPr>
              <a:t>Workflow engine</a:t>
            </a:r>
          </a:p>
        </p:txBody>
      </p:sp>
      <p:sp>
        <p:nvSpPr>
          <p:cNvPr id="53" name="Rectangle 52">
            <a:extLst>
              <a:ext uri="{FF2B5EF4-FFF2-40B4-BE49-F238E27FC236}">
                <a16:creationId xmlns:a16="http://schemas.microsoft.com/office/drawing/2014/main" id="{FE37DB33-D67C-2452-F144-F3C5F1BD9719}"/>
              </a:ext>
            </a:extLst>
          </p:cNvPr>
          <p:cNvSpPr/>
          <p:nvPr/>
        </p:nvSpPr>
        <p:spPr>
          <a:xfrm>
            <a:off x="339725" y="3124200"/>
            <a:ext cx="874713" cy="74612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400" dirty="0">
                <a:solidFill>
                  <a:schemeClr val="tx1"/>
                </a:solidFill>
              </a:rPr>
              <a:t>Case creation</a:t>
            </a:r>
          </a:p>
        </p:txBody>
      </p:sp>
      <p:sp>
        <p:nvSpPr>
          <p:cNvPr id="54" name="Rectangle 53">
            <a:extLst>
              <a:ext uri="{FF2B5EF4-FFF2-40B4-BE49-F238E27FC236}">
                <a16:creationId xmlns:a16="http://schemas.microsoft.com/office/drawing/2014/main" id="{61D4514F-629D-E9E0-E2BF-D56FF4414BA9}"/>
              </a:ext>
            </a:extLst>
          </p:cNvPr>
          <p:cNvSpPr/>
          <p:nvPr/>
        </p:nvSpPr>
        <p:spPr>
          <a:xfrm>
            <a:off x="1254125" y="3124200"/>
            <a:ext cx="874713" cy="74612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400" dirty="0">
                <a:solidFill>
                  <a:schemeClr val="tx1"/>
                </a:solidFill>
              </a:rPr>
              <a:t>Case scheduling</a:t>
            </a:r>
          </a:p>
        </p:txBody>
      </p:sp>
      <p:sp>
        <p:nvSpPr>
          <p:cNvPr id="55" name="Rectangle 54">
            <a:extLst>
              <a:ext uri="{FF2B5EF4-FFF2-40B4-BE49-F238E27FC236}">
                <a16:creationId xmlns:a16="http://schemas.microsoft.com/office/drawing/2014/main" id="{78DA4AA0-6C44-50B4-8FED-3116E23A3461}"/>
              </a:ext>
            </a:extLst>
          </p:cNvPr>
          <p:cNvSpPr/>
          <p:nvPr/>
        </p:nvSpPr>
        <p:spPr>
          <a:xfrm>
            <a:off x="2244725" y="3124200"/>
            <a:ext cx="973138" cy="74612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400" dirty="0">
                <a:solidFill>
                  <a:schemeClr val="tx1"/>
                </a:solidFill>
              </a:rPr>
              <a:t>Case proceedings</a:t>
            </a:r>
          </a:p>
        </p:txBody>
      </p:sp>
      <p:sp>
        <p:nvSpPr>
          <p:cNvPr id="56" name="Rectangle 55">
            <a:extLst>
              <a:ext uri="{FF2B5EF4-FFF2-40B4-BE49-F238E27FC236}">
                <a16:creationId xmlns:a16="http://schemas.microsoft.com/office/drawing/2014/main" id="{C2741D03-B8A0-4E3A-1E66-9CB5A73B4007}"/>
              </a:ext>
            </a:extLst>
          </p:cNvPr>
          <p:cNvSpPr/>
          <p:nvPr/>
        </p:nvSpPr>
        <p:spPr>
          <a:xfrm>
            <a:off x="3311525" y="3124200"/>
            <a:ext cx="874713" cy="74612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400" dirty="0">
                <a:solidFill>
                  <a:schemeClr val="tx1"/>
                </a:solidFill>
              </a:rPr>
              <a:t>Case judgement</a:t>
            </a:r>
          </a:p>
        </p:txBody>
      </p:sp>
      <p:cxnSp>
        <p:nvCxnSpPr>
          <p:cNvPr id="57" name="Straight Connector 56">
            <a:extLst>
              <a:ext uri="{FF2B5EF4-FFF2-40B4-BE49-F238E27FC236}">
                <a16:creationId xmlns:a16="http://schemas.microsoft.com/office/drawing/2014/main" id="{D505CDCD-4B6D-134F-1251-5B1C1E91A64B}"/>
              </a:ext>
            </a:extLst>
          </p:cNvPr>
          <p:cNvCxnSpPr>
            <a:stCxn id="53" idx="2"/>
          </p:cNvCxnSpPr>
          <p:nvPr/>
        </p:nvCxnSpPr>
        <p:spPr>
          <a:xfrm flipH="1">
            <a:off x="760413" y="3870325"/>
            <a:ext cx="15875" cy="3175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F452D2D0-3E97-5179-1587-02D10B5A420B}"/>
              </a:ext>
            </a:extLst>
          </p:cNvPr>
          <p:cNvCxnSpPr/>
          <p:nvPr/>
        </p:nvCxnSpPr>
        <p:spPr>
          <a:xfrm>
            <a:off x="2549525" y="3867150"/>
            <a:ext cx="0" cy="344488"/>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B21CF672-04B9-6AD7-AFEF-2348914C0D92}"/>
              </a:ext>
            </a:extLst>
          </p:cNvPr>
          <p:cNvCxnSpPr/>
          <p:nvPr/>
        </p:nvCxnSpPr>
        <p:spPr>
          <a:xfrm>
            <a:off x="4073525" y="3867150"/>
            <a:ext cx="0" cy="344488"/>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46F35551-767B-E85E-FFB9-9967413466B3}"/>
              </a:ext>
            </a:extLst>
          </p:cNvPr>
          <p:cNvCxnSpPr/>
          <p:nvPr/>
        </p:nvCxnSpPr>
        <p:spPr>
          <a:xfrm>
            <a:off x="5167313" y="4314825"/>
            <a:ext cx="0" cy="344488"/>
          </a:xfrm>
          <a:prstGeom prst="line">
            <a:avLst/>
          </a:prstGeom>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7ADCCFCD-943D-A5EE-BB72-F46B3B5184FA}"/>
              </a:ext>
            </a:extLst>
          </p:cNvPr>
          <p:cNvSpPr/>
          <p:nvPr/>
        </p:nvSpPr>
        <p:spPr>
          <a:xfrm>
            <a:off x="5029200" y="3886200"/>
            <a:ext cx="822325" cy="74612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400" dirty="0">
                <a:solidFill>
                  <a:schemeClr val="tx1"/>
                </a:solidFill>
              </a:rPr>
              <a:t>Generic SMS client</a:t>
            </a:r>
          </a:p>
        </p:txBody>
      </p:sp>
      <p:sp>
        <p:nvSpPr>
          <p:cNvPr id="66" name="Rectangle 65">
            <a:extLst>
              <a:ext uri="{FF2B5EF4-FFF2-40B4-BE49-F238E27FC236}">
                <a16:creationId xmlns:a16="http://schemas.microsoft.com/office/drawing/2014/main" id="{4CC8503A-47FD-2AED-4598-84A42EEE33E9}"/>
              </a:ext>
            </a:extLst>
          </p:cNvPr>
          <p:cNvSpPr/>
          <p:nvPr/>
        </p:nvSpPr>
        <p:spPr>
          <a:xfrm>
            <a:off x="6080125" y="3854450"/>
            <a:ext cx="915988" cy="430213"/>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400" dirty="0">
                <a:solidFill>
                  <a:schemeClr val="tx1"/>
                </a:solidFill>
              </a:rPr>
              <a:t>Airtel adaptor</a:t>
            </a:r>
          </a:p>
        </p:txBody>
      </p:sp>
      <p:cxnSp>
        <p:nvCxnSpPr>
          <p:cNvPr id="71" name="Straight Arrow Connector 70">
            <a:extLst>
              <a:ext uri="{FF2B5EF4-FFF2-40B4-BE49-F238E27FC236}">
                <a16:creationId xmlns:a16="http://schemas.microsoft.com/office/drawing/2014/main" id="{3B201ECC-D30E-4FA0-751A-C20938E3A8B3}"/>
              </a:ext>
            </a:extLst>
          </p:cNvPr>
          <p:cNvCxnSpPr>
            <a:stCxn id="64" idx="3"/>
            <a:endCxn id="66" idx="1"/>
          </p:cNvCxnSpPr>
          <p:nvPr/>
        </p:nvCxnSpPr>
        <p:spPr>
          <a:xfrm flipV="1">
            <a:off x="5851525" y="4068763"/>
            <a:ext cx="228600" cy="190500"/>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21533" name="Straight Arrow Connector 21532">
            <a:extLst>
              <a:ext uri="{FF2B5EF4-FFF2-40B4-BE49-F238E27FC236}">
                <a16:creationId xmlns:a16="http://schemas.microsoft.com/office/drawing/2014/main" id="{A7F9AD39-FA7E-4C38-840B-A2FDEB5DDF3D}"/>
              </a:ext>
            </a:extLst>
          </p:cNvPr>
          <p:cNvCxnSpPr>
            <a:stCxn id="64" idx="3"/>
            <a:endCxn id="67" idx="1"/>
          </p:cNvCxnSpPr>
          <p:nvPr/>
        </p:nvCxnSpPr>
        <p:spPr>
          <a:xfrm>
            <a:off x="5851525" y="4259263"/>
            <a:ext cx="244475" cy="376237"/>
          </a:xfrm>
          <a:prstGeom prst="straightConnector1">
            <a:avLst/>
          </a:prstGeom>
          <a:ln w="22225">
            <a:tailEnd type="triangle" w="lg" len="lg"/>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82695E9D-D2E1-5F86-B485-C49F3D9020D4}"/>
              </a:ext>
            </a:extLst>
          </p:cNvPr>
          <p:cNvCxnSpPr/>
          <p:nvPr/>
        </p:nvCxnSpPr>
        <p:spPr>
          <a:xfrm>
            <a:off x="1635125" y="3879850"/>
            <a:ext cx="0" cy="3444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33AC8DE6-5DDD-F7FD-5CD1-0805C86B6BED}"/>
              </a:ext>
            </a:extLst>
          </p:cNvPr>
          <p:cNvCxnSpPr>
            <a:stCxn id="54" idx="3"/>
            <a:endCxn id="64" idx="1"/>
          </p:cNvCxnSpPr>
          <p:nvPr/>
        </p:nvCxnSpPr>
        <p:spPr>
          <a:xfrm>
            <a:off x="2128838" y="3497263"/>
            <a:ext cx="2900362" cy="762000"/>
          </a:xfrm>
          <a:prstGeom prst="line">
            <a:avLst/>
          </a:prstGeom>
          <a:ln>
            <a:prstDash val="lgDash"/>
            <a:tailEnd type="triangle" w="lg" len="lg"/>
          </a:ln>
        </p:spPr>
        <p:style>
          <a:lnRef idx="1">
            <a:schemeClr val="accent1"/>
          </a:lnRef>
          <a:fillRef idx="0">
            <a:schemeClr val="accent1"/>
          </a:fillRef>
          <a:effectRef idx="0">
            <a:schemeClr val="accent1"/>
          </a:effectRef>
          <a:fontRef idx="minor">
            <a:schemeClr val="tx1"/>
          </a:fontRef>
        </p:style>
      </p:cxnSp>
      <p:sp>
        <p:nvSpPr>
          <p:cNvPr id="63" name="Rectangle 62">
            <a:extLst>
              <a:ext uri="{FF2B5EF4-FFF2-40B4-BE49-F238E27FC236}">
                <a16:creationId xmlns:a16="http://schemas.microsoft.com/office/drawing/2014/main" id="{7C8405B6-F24A-74E1-8CF7-1897E4BE612E}"/>
              </a:ext>
            </a:extLst>
          </p:cNvPr>
          <p:cNvSpPr/>
          <p:nvPr/>
        </p:nvSpPr>
        <p:spPr>
          <a:xfrm>
            <a:off x="228600" y="5084763"/>
            <a:ext cx="7192963" cy="110172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en-IN" b="1" dirty="0">
                <a:solidFill>
                  <a:srgbClr val="0070C0"/>
                </a:solidFill>
                <a:latin typeface="Arial" panose="020B0604020202020204" pitchFamily="34" charset="0"/>
                <a:cs typeface="Arial" panose="020B0604020202020204" pitchFamily="34" charset="0"/>
              </a:rPr>
              <a:t>Data access layer</a:t>
            </a:r>
          </a:p>
          <a:p>
            <a:pPr algn="ctr">
              <a:defRPr/>
            </a:pPr>
            <a:endParaRPr lang="en-IN" dirty="0">
              <a:solidFill>
                <a:schemeClr val="tx1"/>
              </a:solidFill>
              <a:latin typeface="Arial" panose="020B0604020202020204" pitchFamily="34" charset="0"/>
              <a:cs typeface="Arial" panose="020B0604020202020204" pitchFamily="34" charset="0"/>
            </a:endParaRPr>
          </a:p>
          <a:p>
            <a:pPr algn="ctr">
              <a:defRPr/>
            </a:pPr>
            <a:endParaRPr lang="en-IN" dirty="0">
              <a:solidFill>
                <a:schemeClr val="tx1"/>
              </a:solidFill>
              <a:latin typeface="Arial" panose="020B0604020202020204" pitchFamily="34" charset="0"/>
              <a:cs typeface="Arial" panose="020B0604020202020204" pitchFamily="34" charset="0"/>
            </a:endParaRPr>
          </a:p>
          <a:p>
            <a:pPr algn="ctr">
              <a:defRPr/>
            </a:pPr>
            <a:endParaRPr lang="en-IN" dirty="0">
              <a:solidFill>
                <a:schemeClr val="tx1"/>
              </a:solidFill>
              <a:latin typeface="Arial" panose="020B0604020202020204" pitchFamily="34" charset="0"/>
              <a:cs typeface="Arial" panose="020B0604020202020204" pitchFamily="34" charset="0"/>
            </a:endParaRPr>
          </a:p>
        </p:txBody>
      </p:sp>
      <p:sp>
        <p:nvSpPr>
          <p:cNvPr id="17444" name="TextBox 1">
            <a:extLst>
              <a:ext uri="{FF2B5EF4-FFF2-40B4-BE49-F238E27FC236}">
                <a16:creationId xmlns:a16="http://schemas.microsoft.com/office/drawing/2014/main" id="{78D00733-1E62-AD7B-AEA0-ACD38791FADF}"/>
              </a:ext>
            </a:extLst>
          </p:cNvPr>
          <p:cNvSpPr txBox="1">
            <a:spLocks noChangeArrowheads="1"/>
          </p:cNvSpPr>
          <p:nvPr/>
        </p:nvSpPr>
        <p:spPr bwMode="auto">
          <a:xfrm>
            <a:off x="5561013" y="3119438"/>
            <a:ext cx="18145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800" b="1">
                <a:solidFill>
                  <a:srgbClr val="0070C0"/>
                </a:solidFill>
              </a:rPr>
              <a:t>Business layer</a:t>
            </a:r>
          </a:p>
        </p:txBody>
      </p:sp>
      <p:sp>
        <p:nvSpPr>
          <p:cNvPr id="72" name="Rectangle 71">
            <a:extLst>
              <a:ext uri="{FF2B5EF4-FFF2-40B4-BE49-F238E27FC236}">
                <a16:creationId xmlns:a16="http://schemas.microsoft.com/office/drawing/2014/main" id="{1F9E2095-0DD3-2232-8EFA-B5C89785757E}"/>
              </a:ext>
            </a:extLst>
          </p:cNvPr>
          <p:cNvSpPr/>
          <p:nvPr/>
        </p:nvSpPr>
        <p:spPr>
          <a:xfrm>
            <a:off x="304800" y="5414963"/>
            <a:ext cx="727075" cy="62547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400" dirty="0">
                <a:solidFill>
                  <a:schemeClr val="tx1"/>
                </a:solidFill>
              </a:rPr>
              <a:t>Case DAO</a:t>
            </a:r>
          </a:p>
        </p:txBody>
      </p:sp>
      <p:sp>
        <p:nvSpPr>
          <p:cNvPr id="73" name="Rectangle 72">
            <a:extLst>
              <a:ext uri="{FF2B5EF4-FFF2-40B4-BE49-F238E27FC236}">
                <a16:creationId xmlns:a16="http://schemas.microsoft.com/office/drawing/2014/main" id="{E052D32B-88A7-14E8-6CFC-075483164813}"/>
              </a:ext>
            </a:extLst>
          </p:cNvPr>
          <p:cNvSpPr/>
          <p:nvPr/>
        </p:nvSpPr>
        <p:spPr>
          <a:xfrm>
            <a:off x="1101725" y="5410200"/>
            <a:ext cx="1108075" cy="62547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400" dirty="0">
                <a:solidFill>
                  <a:schemeClr val="tx1"/>
                </a:solidFill>
              </a:rPr>
              <a:t>Proceedings</a:t>
            </a:r>
          </a:p>
          <a:p>
            <a:pPr algn="ctr">
              <a:defRPr/>
            </a:pPr>
            <a:r>
              <a:rPr lang="en-IN" sz="1400" dirty="0">
                <a:solidFill>
                  <a:schemeClr val="tx1"/>
                </a:solidFill>
              </a:rPr>
              <a:t>DAO</a:t>
            </a:r>
          </a:p>
        </p:txBody>
      </p:sp>
      <p:sp>
        <p:nvSpPr>
          <p:cNvPr id="74" name="Rectangle 73">
            <a:extLst>
              <a:ext uri="{FF2B5EF4-FFF2-40B4-BE49-F238E27FC236}">
                <a16:creationId xmlns:a16="http://schemas.microsoft.com/office/drawing/2014/main" id="{D2FF0F7C-8972-4069-B3DC-5FFC52E09D19}"/>
              </a:ext>
            </a:extLst>
          </p:cNvPr>
          <p:cNvSpPr/>
          <p:nvPr/>
        </p:nvSpPr>
        <p:spPr>
          <a:xfrm>
            <a:off x="2320925" y="5410200"/>
            <a:ext cx="955675" cy="62547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400" dirty="0">
                <a:solidFill>
                  <a:schemeClr val="tx1"/>
                </a:solidFill>
              </a:rPr>
              <a:t>Schedule DAO</a:t>
            </a:r>
          </a:p>
        </p:txBody>
      </p:sp>
      <p:sp>
        <p:nvSpPr>
          <p:cNvPr id="75" name="Rectangle 74">
            <a:extLst>
              <a:ext uri="{FF2B5EF4-FFF2-40B4-BE49-F238E27FC236}">
                <a16:creationId xmlns:a16="http://schemas.microsoft.com/office/drawing/2014/main" id="{DF044E8E-7633-E67D-29EC-3B46F16298A6}"/>
              </a:ext>
            </a:extLst>
          </p:cNvPr>
          <p:cNvSpPr/>
          <p:nvPr/>
        </p:nvSpPr>
        <p:spPr>
          <a:xfrm>
            <a:off x="3387725" y="5410200"/>
            <a:ext cx="955675" cy="625475"/>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400" dirty="0">
                <a:solidFill>
                  <a:schemeClr val="tx1"/>
                </a:solidFill>
              </a:rPr>
              <a:t>Users</a:t>
            </a:r>
          </a:p>
          <a:p>
            <a:pPr algn="ctr">
              <a:defRPr/>
            </a:pPr>
            <a:r>
              <a:rPr lang="en-IN" sz="1400" dirty="0">
                <a:solidFill>
                  <a:schemeClr val="tx1"/>
                </a:solidFill>
              </a:rPr>
              <a:t>DAO</a:t>
            </a:r>
          </a:p>
        </p:txBody>
      </p:sp>
      <p:sp>
        <p:nvSpPr>
          <p:cNvPr id="76" name="Rectangle 75">
            <a:extLst>
              <a:ext uri="{FF2B5EF4-FFF2-40B4-BE49-F238E27FC236}">
                <a16:creationId xmlns:a16="http://schemas.microsoft.com/office/drawing/2014/main" id="{F31AB782-CB01-BD6C-A4BD-766AFD62C485}"/>
              </a:ext>
            </a:extLst>
          </p:cNvPr>
          <p:cNvSpPr/>
          <p:nvPr/>
        </p:nvSpPr>
        <p:spPr>
          <a:xfrm>
            <a:off x="4683125" y="5410200"/>
            <a:ext cx="1168400" cy="625475"/>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400" dirty="0">
                <a:solidFill>
                  <a:schemeClr val="tx1"/>
                </a:solidFill>
              </a:rPr>
              <a:t>DB Connections</a:t>
            </a:r>
          </a:p>
        </p:txBody>
      </p:sp>
      <p:cxnSp>
        <p:nvCxnSpPr>
          <p:cNvPr id="8" name="Straight Connector 7">
            <a:extLst>
              <a:ext uri="{FF2B5EF4-FFF2-40B4-BE49-F238E27FC236}">
                <a16:creationId xmlns:a16="http://schemas.microsoft.com/office/drawing/2014/main" id="{CE53C163-4BC2-49B0-59FE-3F55C877F741}"/>
              </a:ext>
            </a:extLst>
          </p:cNvPr>
          <p:cNvCxnSpPr>
            <a:stCxn id="33" idx="3"/>
            <a:endCxn id="35" idx="1"/>
          </p:cNvCxnSpPr>
          <p:nvPr/>
        </p:nvCxnSpPr>
        <p:spPr>
          <a:xfrm>
            <a:off x="4430713" y="6532563"/>
            <a:ext cx="479425" cy="666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C5D1715-BD17-88EC-9D2F-B34D29BB7AF8}"/>
              </a:ext>
            </a:extLst>
          </p:cNvPr>
          <p:cNvCxnSpPr/>
          <p:nvPr/>
        </p:nvCxnSpPr>
        <p:spPr>
          <a:xfrm>
            <a:off x="7121525" y="1990725"/>
            <a:ext cx="0" cy="4714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7" name="Rectangle 76">
            <a:extLst>
              <a:ext uri="{FF2B5EF4-FFF2-40B4-BE49-F238E27FC236}">
                <a16:creationId xmlns:a16="http://schemas.microsoft.com/office/drawing/2014/main" id="{5A25FBD9-9A86-F0BD-AAAC-32182D3F2083}"/>
              </a:ext>
            </a:extLst>
          </p:cNvPr>
          <p:cNvSpPr/>
          <p:nvPr/>
        </p:nvSpPr>
        <p:spPr>
          <a:xfrm>
            <a:off x="457200" y="2514600"/>
            <a:ext cx="1177925" cy="381000"/>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400" dirty="0">
                <a:solidFill>
                  <a:schemeClr val="tx1"/>
                </a:solidFill>
              </a:rPr>
              <a:t>Case creation screen</a:t>
            </a:r>
          </a:p>
        </p:txBody>
      </p:sp>
      <p:sp>
        <p:nvSpPr>
          <p:cNvPr id="78" name="Rectangle 77">
            <a:extLst>
              <a:ext uri="{FF2B5EF4-FFF2-40B4-BE49-F238E27FC236}">
                <a16:creationId xmlns:a16="http://schemas.microsoft.com/office/drawing/2014/main" id="{65A26658-F1E3-6358-3ED1-E80028A187AE}"/>
              </a:ext>
            </a:extLst>
          </p:cNvPr>
          <p:cNvSpPr/>
          <p:nvPr/>
        </p:nvSpPr>
        <p:spPr>
          <a:xfrm>
            <a:off x="6061075" y="2514600"/>
            <a:ext cx="1177925" cy="381000"/>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sz="1400" dirty="0">
                <a:solidFill>
                  <a:schemeClr val="tx1"/>
                </a:solidFill>
              </a:rPr>
              <a:t>Judgement screen</a:t>
            </a:r>
          </a:p>
        </p:txBody>
      </p:sp>
      <p:sp>
        <p:nvSpPr>
          <p:cNvPr id="7" name="Date Placeholder 6">
            <a:extLst>
              <a:ext uri="{FF2B5EF4-FFF2-40B4-BE49-F238E27FC236}">
                <a16:creationId xmlns:a16="http://schemas.microsoft.com/office/drawing/2014/main" id="{C2094006-E874-2FE7-BB62-0BF80689FD94}"/>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9" name="Footer Placeholder 8">
            <a:extLst>
              <a:ext uri="{FF2B5EF4-FFF2-40B4-BE49-F238E27FC236}">
                <a16:creationId xmlns:a16="http://schemas.microsoft.com/office/drawing/2014/main" id="{C734FD52-7BA8-80F6-DF4B-9027E79FF252}"/>
              </a:ext>
            </a:extLst>
          </p:cNvPr>
          <p:cNvSpPr>
            <a:spLocks noGrp="1"/>
          </p:cNvSpPr>
          <p:nvPr>
            <p:ph type="ftr" sz="quarter" idx="12"/>
          </p:nvPr>
        </p:nvSpPr>
        <p:spPr/>
        <p:txBody>
          <a:bodyPr/>
          <a:lstStyle/>
          <a:p>
            <a:pPr>
              <a:defRPr/>
            </a:pPr>
            <a:r>
              <a:rPr lang="en-US"/>
              <a:t>SSZG653 Software Architectures</a:t>
            </a:r>
          </a:p>
        </p:txBody>
      </p:sp>
      <p:sp>
        <p:nvSpPr>
          <p:cNvPr id="17456" name="Slide Number Placeholder 13">
            <a:extLst>
              <a:ext uri="{FF2B5EF4-FFF2-40B4-BE49-F238E27FC236}">
                <a16:creationId xmlns:a16="http://schemas.microsoft.com/office/drawing/2014/main" id="{4AD89528-F19B-C34F-A423-1317E3B6E1B1}"/>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587AE8D9-1157-4441-8057-BDE7B60B4D11}" type="slidenum">
              <a:rPr lang="en-US" altLang="en-US" sz="1200" smtClean="0">
                <a:solidFill>
                  <a:srgbClr val="898989"/>
                </a:solidFill>
              </a:rPr>
              <a:pPr>
                <a:spcBef>
                  <a:spcPct val="0"/>
                </a:spcBef>
                <a:buFontTx/>
                <a:buNone/>
              </a:pPr>
              <a:t>5</a:t>
            </a:fld>
            <a:endParaRPr lang="en-US" altLang="en-US" sz="1200">
              <a:solidFill>
                <a:srgbClr val="898989"/>
              </a:solidFill>
            </a:endParaRPr>
          </a:p>
        </p:txBody>
      </p:sp>
    </p:spTree>
    <p:extLst>
      <p:ext uri="{BB962C8B-B14F-4D97-AF65-F5344CB8AC3E}">
        <p14:creationId xmlns:p14="http://schemas.microsoft.com/office/powerpoint/2010/main" val="552978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553D56-8724-6C04-8D02-414EC2AC90B9}"/>
              </a:ext>
            </a:extLst>
          </p:cNvPr>
          <p:cNvSpPr>
            <a:spLocks noGrp="1"/>
          </p:cNvSpPr>
          <p:nvPr>
            <p:ph sz="quarter" idx="10"/>
          </p:nvPr>
        </p:nvSpPr>
        <p:spPr/>
        <p:txBody>
          <a:bodyPr/>
          <a:lstStyle/>
          <a:p>
            <a:pPr>
              <a:defRPr/>
            </a:pPr>
            <a:r>
              <a:rPr lang="en-IN" dirty="0"/>
              <a:t>Typical layered architecture</a:t>
            </a:r>
          </a:p>
        </p:txBody>
      </p:sp>
      <p:pic>
        <p:nvPicPr>
          <p:cNvPr id="18435" name="Picture 3" descr="Begin figure description. This figure shows n-tier connectivity with a workstation-based client, two web servers, and different database servers. End figure description.">
            <a:extLst>
              <a:ext uri="{FF2B5EF4-FFF2-40B4-BE49-F238E27FC236}">
                <a16:creationId xmlns:a16="http://schemas.microsoft.com/office/drawing/2014/main" id="{EF14429E-51AB-E1E7-4E1D-9375E4EF0B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379538"/>
            <a:ext cx="8382000" cy="517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Date Placeholder 3">
            <a:extLst>
              <a:ext uri="{FF2B5EF4-FFF2-40B4-BE49-F238E27FC236}">
                <a16:creationId xmlns:a16="http://schemas.microsoft.com/office/drawing/2014/main" id="{281AC91B-5F10-306E-262B-CDC60C9AB805}"/>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5" name="Footer Placeholder 4">
            <a:extLst>
              <a:ext uri="{FF2B5EF4-FFF2-40B4-BE49-F238E27FC236}">
                <a16:creationId xmlns:a16="http://schemas.microsoft.com/office/drawing/2014/main" id="{98265C02-1782-F214-4C57-3D9645634B93}"/>
              </a:ext>
            </a:extLst>
          </p:cNvPr>
          <p:cNvSpPr>
            <a:spLocks noGrp="1"/>
          </p:cNvSpPr>
          <p:nvPr>
            <p:ph type="ftr" sz="quarter" idx="12"/>
          </p:nvPr>
        </p:nvSpPr>
        <p:spPr/>
        <p:txBody>
          <a:bodyPr/>
          <a:lstStyle/>
          <a:p>
            <a:pPr>
              <a:defRPr/>
            </a:pPr>
            <a:r>
              <a:rPr lang="en-US"/>
              <a:t>SSZG653 Software Architectures</a:t>
            </a:r>
          </a:p>
        </p:txBody>
      </p:sp>
      <p:sp>
        <p:nvSpPr>
          <p:cNvPr id="18438" name="Slide Number Placeholder 5">
            <a:extLst>
              <a:ext uri="{FF2B5EF4-FFF2-40B4-BE49-F238E27FC236}">
                <a16:creationId xmlns:a16="http://schemas.microsoft.com/office/drawing/2014/main" id="{879F673E-2228-3D03-DA0A-4E34DA576655}"/>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C474781A-3799-4A41-A0C0-748C98F414AA}" type="slidenum">
              <a:rPr lang="en-US" altLang="en-US" sz="1200" smtClean="0">
                <a:solidFill>
                  <a:srgbClr val="898989"/>
                </a:solidFill>
              </a:rPr>
              <a:pPr>
                <a:spcBef>
                  <a:spcPct val="0"/>
                </a:spcBef>
                <a:buFontTx/>
                <a:buNone/>
              </a:pPr>
              <a:t>6</a:t>
            </a:fld>
            <a:endParaRPr lang="en-US" altLang="en-US" sz="1200">
              <a:solidFill>
                <a:srgbClr val="898989"/>
              </a:solidFill>
            </a:endParaRPr>
          </a:p>
        </p:txBody>
      </p:sp>
    </p:spTree>
    <p:extLst>
      <p:ext uri="{BB962C8B-B14F-4D97-AF65-F5344CB8AC3E}">
        <p14:creationId xmlns:p14="http://schemas.microsoft.com/office/powerpoint/2010/main" val="1944817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1">
            <a:extLst>
              <a:ext uri="{FF2B5EF4-FFF2-40B4-BE49-F238E27FC236}">
                <a16:creationId xmlns:a16="http://schemas.microsoft.com/office/drawing/2014/main" id="{B95F1AC0-336E-262F-8CA1-D1273D3E72AB}"/>
              </a:ext>
            </a:extLst>
          </p:cNvPr>
          <p:cNvSpPr>
            <a:spLocks noGrp="1"/>
          </p:cNvSpPr>
          <p:nvPr>
            <p:ph idx="1"/>
          </p:nvPr>
        </p:nvSpPr>
        <p:spPr>
          <a:xfrm>
            <a:off x="304800" y="1493838"/>
            <a:ext cx="8229600" cy="4525962"/>
          </a:xfrm>
        </p:spPr>
        <p:txBody>
          <a:bodyPr>
            <a:normAutofit lnSpcReduction="10000"/>
          </a:bodyPr>
          <a:lstStyle/>
          <a:p>
            <a:pPr fontAlgn="base">
              <a:spcAft>
                <a:spcPct val="0"/>
              </a:spcAft>
              <a:buFont typeface="Arial" pitchFamily="34" charset="0"/>
              <a:buChar char="•"/>
            </a:pPr>
            <a:r>
              <a:rPr lang="en-US" dirty="0"/>
              <a:t>"Separation of Concerns" principle. </a:t>
            </a:r>
          </a:p>
          <a:p>
            <a:pPr lvl="1" fontAlgn="base">
              <a:spcAft>
                <a:spcPct val="0"/>
              </a:spcAft>
              <a:buFont typeface="Arial" pitchFamily="34" charset="0"/>
              <a:buChar char="•"/>
            </a:pPr>
            <a:r>
              <a:rPr lang="en-US" dirty="0"/>
              <a:t>Why we use layers (maintainability, scalability).</a:t>
            </a:r>
          </a:p>
          <a:p>
            <a:pPr fontAlgn="base">
              <a:spcAft>
                <a:spcPct val="0"/>
              </a:spcAft>
              <a:buFont typeface="Arial" pitchFamily="34" charset="0"/>
              <a:buChar char="•"/>
            </a:pPr>
            <a:r>
              <a:rPr lang="en-US" b="1" dirty="0"/>
              <a:t>The Presentation Layer</a:t>
            </a:r>
            <a:r>
              <a:rPr lang="en-US" dirty="0"/>
              <a:t> </a:t>
            </a:r>
          </a:p>
          <a:p>
            <a:pPr lvl="1" fontAlgn="base">
              <a:spcAft>
                <a:spcPct val="0"/>
              </a:spcAft>
              <a:buFont typeface="Arial" pitchFamily="34" charset="0"/>
              <a:buChar char="•"/>
            </a:pPr>
            <a:r>
              <a:rPr lang="en-US" dirty="0"/>
              <a:t>Focus on the User Interface (UI) and User Experience (UX). </a:t>
            </a:r>
          </a:p>
          <a:p>
            <a:pPr lvl="1" fontAlgn="base">
              <a:spcAft>
                <a:spcPct val="0"/>
              </a:spcAft>
              <a:buFont typeface="Arial" pitchFamily="34" charset="0"/>
              <a:buChar char="•"/>
            </a:pPr>
            <a:r>
              <a:rPr lang="en-US" dirty="0"/>
              <a:t>Technologies like React, Angular, and mobile interfaces that handle user input.</a:t>
            </a:r>
          </a:p>
          <a:p>
            <a:pPr fontAlgn="base">
              <a:spcAft>
                <a:spcPct val="0"/>
              </a:spcAft>
              <a:buFont typeface="Arial" pitchFamily="34" charset="0"/>
              <a:buChar char="•"/>
            </a:pPr>
            <a:r>
              <a:rPr lang="en-US" b="1" dirty="0"/>
              <a:t>The Business/Logic Layer</a:t>
            </a:r>
            <a:r>
              <a:rPr lang="en-US" dirty="0"/>
              <a:t> </a:t>
            </a:r>
          </a:p>
          <a:p>
            <a:pPr lvl="1" fontAlgn="base">
              <a:spcAft>
                <a:spcPct val="0"/>
              </a:spcAft>
              <a:buFont typeface="Arial" pitchFamily="34" charset="0"/>
              <a:buChar char="•"/>
            </a:pPr>
            <a:r>
              <a:rPr lang="en-US" dirty="0"/>
              <a:t>This is the "heart" of the application. It handles data validation, business rules, and processing.</a:t>
            </a:r>
          </a:p>
          <a:p>
            <a:pPr fontAlgn="base">
              <a:spcAft>
                <a:spcPct val="0"/>
              </a:spcAft>
              <a:buFont typeface="Arial" pitchFamily="34" charset="0"/>
              <a:buChar char="•"/>
            </a:pPr>
            <a:r>
              <a:rPr lang="en-US" b="1" dirty="0"/>
              <a:t>The Service Layer</a:t>
            </a:r>
            <a:r>
              <a:rPr lang="en-US" dirty="0"/>
              <a:t> </a:t>
            </a:r>
          </a:p>
          <a:p>
            <a:pPr lvl="1" fontAlgn="base">
              <a:spcAft>
                <a:spcPct val="0"/>
              </a:spcAft>
              <a:buFont typeface="Arial" pitchFamily="34" charset="0"/>
              <a:buChar char="•"/>
            </a:pPr>
            <a:r>
              <a:rPr lang="en-US" dirty="0"/>
              <a:t>Role of APIs and Orchestration. Services act as a bridge between the business logic and external consumers.</a:t>
            </a:r>
          </a:p>
          <a:p>
            <a:pPr fontAlgn="base">
              <a:spcAft>
                <a:spcPct val="0"/>
              </a:spcAft>
              <a:buFont typeface="Arial" pitchFamily="34" charset="0"/>
              <a:buChar char="•"/>
            </a:pPr>
            <a:r>
              <a:rPr lang="en-US" b="1" dirty="0"/>
              <a:t>The Data Access Layer (DAL)</a:t>
            </a:r>
            <a:r>
              <a:rPr lang="en-US" dirty="0"/>
              <a:t> </a:t>
            </a:r>
          </a:p>
          <a:p>
            <a:pPr lvl="1" fontAlgn="base">
              <a:spcAft>
                <a:spcPct val="0"/>
              </a:spcAft>
              <a:buFont typeface="Arial" pitchFamily="34" charset="0"/>
              <a:buChar char="•"/>
            </a:pPr>
            <a:r>
              <a:rPr lang="en-US" dirty="0"/>
              <a:t>Focus on persistence. Object-Relational Mapping (ORM), database connections, and the abstraction of data storage.</a:t>
            </a:r>
            <a:endParaRPr lang="en-IN" altLang="en-US" dirty="0"/>
          </a:p>
        </p:txBody>
      </p:sp>
      <p:sp>
        <p:nvSpPr>
          <p:cNvPr id="3" name="Content Placeholder 2">
            <a:extLst>
              <a:ext uri="{FF2B5EF4-FFF2-40B4-BE49-F238E27FC236}">
                <a16:creationId xmlns:a16="http://schemas.microsoft.com/office/drawing/2014/main" id="{1A52089B-913F-708F-EEA3-48A0A0E5E321}"/>
              </a:ext>
            </a:extLst>
          </p:cNvPr>
          <p:cNvSpPr>
            <a:spLocks noGrp="1"/>
          </p:cNvSpPr>
          <p:nvPr>
            <p:ph sz="quarter" idx="10"/>
          </p:nvPr>
        </p:nvSpPr>
        <p:spPr/>
        <p:txBody>
          <a:bodyPr/>
          <a:lstStyle/>
          <a:p>
            <a:pPr>
              <a:defRPr/>
            </a:pPr>
            <a:r>
              <a:rPr lang="en-IN" dirty="0"/>
              <a:t>Benefits </a:t>
            </a:r>
            <a:r>
              <a:rPr lang="en-IN" altLang="en-US" dirty="0"/>
              <a:t>of layered architecture </a:t>
            </a:r>
            <a:r>
              <a:rPr lang="en-IN" dirty="0"/>
              <a:t>(The "How")</a:t>
            </a:r>
          </a:p>
        </p:txBody>
      </p:sp>
      <p:sp>
        <p:nvSpPr>
          <p:cNvPr id="2" name="Date Placeholder 1">
            <a:extLst>
              <a:ext uri="{FF2B5EF4-FFF2-40B4-BE49-F238E27FC236}">
                <a16:creationId xmlns:a16="http://schemas.microsoft.com/office/drawing/2014/main" id="{EF12BF5E-3C2E-A8A8-8843-AE2705057A8E}"/>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58216EA6-3E41-0653-60A7-E5B85D44DEC0}"/>
              </a:ext>
            </a:extLst>
          </p:cNvPr>
          <p:cNvSpPr>
            <a:spLocks noGrp="1"/>
          </p:cNvSpPr>
          <p:nvPr>
            <p:ph type="ftr" sz="quarter" idx="12"/>
          </p:nvPr>
        </p:nvSpPr>
        <p:spPr/>
        <p:txBody>
          <a:bodyPr/>
          <a:lstStyle/>
          <a:p>
            <a:pPr>
              <a:defRPr/>
            </a:pPr>
            <a:r>
              <a:rPr lang="en-US"/>
              <a:t>SSZG653 Software Architectures</a:t>
            </a:r>
          </a:p>
        </p:txBody>
      </p:sp>
      <p:sp>
        <p:nvSpPr>
          <p:cNvPr id="19462" name="Slide Number Placeholder 4">
            <a:extLst>
              <a:ext uri="{FF2B5EF4-FFF2-40B4-BE49-F238E27FC236}">
                <a16:creationId xmlns:a16="http://schemas.microsoft.com/office/drawing/2014/main" id="{FF27E1A6-27B8-5A96-3949-1B6CAB087C81}"/>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323447BC-AC0B-450B-9038-D994C2280624}" type="slidenum">
              <a:rPr lang="en-US" altLang="en-US" sz="1200" smtClean="0">
                <a:solidFill>
                  <a:srgbClr val="898989"/>
                </a:solidFill>
              </a:rPr>
              <a:pPr>
                <a:spcBef>
                  <a:spcPct val="0"/>
                </a:spcBef>
                <a:buFontTx/>
                <a:buNone/>
              </a:pPr>
              <a:t>7</a:t>
            </a:fld>
            <a:endParaRPr lang="en-US" altLang="en-US" sz="1200">
              <a:solidFill>
                <a:srgbClr val="898989"/>
              </a:solidFill>
            </a:endParaRPr>
          </a:p>
        </p:txBody>
      </p:sp>
    </p:spTree>
    <p:extLst>
      <p:ext uri="{BB962C8B-B14F-4D97-AF65-F5344CB8AC3E}">
        <p14:creationId xmlns:p14="http://schemas.microsoft.com/office/powerpoint/2010/main" val="14221753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1">
            <a:extLst>
              <a:ext uri="{FF2B5EF4-FFF2-40B4-BE49-F238E27FC236}">
                <a16:creationId xmlns:a16="http://schemas.microsoft.com/office/drawing/2014/main" id="{FA3A6D99-D9AF-81B7-A849-F6AB6B21646C}"/>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IN" altLang="en-US"/>
              <a:t>Clearly defined functional layers (separation of concerns)</a:t>
            </a:r>
          </a:p>
          <a:p>
            <a:pPr fontAlgn="base">
              <a:spcAft>
                <a:spcPct val="0"/>
              </a:spcAft>
              <a:buFont typeface="Arial" pitchFamily="34" charset="0"/>
              <a:buChar char="•"/>
            </a:pPr>
            <a:r>
              <a:rPr lang="en-IN" altLang="en-US"/>
              <a:t>Loose coupling</a:t>
            </a:r>
          </a:p>
          <a:p>
            <a:pPr fontAlgn="base">
              <a:spcAft>
                <a:spcPct val="0"/>
              </a:spcAft>
              <a:buFont typeface="Arial" pitchFamily="34" charset="0"/>
              <a:buChar char="•"/>
            </a:pPr>
            <a:r>
              <a:rPr lang="en-IN" altLang="en-US"/>
              <a:t>Reusable lower layer components</a:t>
            </a:r>
          </a:p>
          <a:p>
            <a:pPr fontAlgn="base">
              <a:spcAft>
                <a:spcPct val="0"/>
              </a:spcAft>
              <a:buFont typeface="Arial" pitchFamily="34" charset="0"/>
              <a:buChar char="•"/>
            </a:pPr>
            <a:r>
              <a:rPr lang="en-IN" altLang="en-US"/>
              <a:t>Exchangeable parts</a:t>
            </a:r>
          </a:p>
        </p:txBody>
      </p:sp>
      <p:sp>
        <p:nvSpPr>
          <p:cNvPr id="3" name="Content Placeholder 2">
            <a:extLst>
              <a:ext uri="{FF2B5EF4-FFF2-40B4-BE49-F238E27FC236}">
                <a16:creationId xmlns:a16="http://schemas.microsoft.com/office/drawing/2014/main" id="{00AC299A-8156-5390-46C0-FB49A212758D}"/>
              </a:ext>
            </a:extLst>
          </p:cNvPr>
          <p:cNvSpPr>
            <a:spLocks noGrp="1"/>
          </p:cNvSpPr>
          <p:nvPr>
            <p:ph sz="quarter" idx="10"/>
          </p:nvPr>
        </p:nvSpPr>
        <p:spPr/>
        <p:txBody>
          <a:bodyPr/>
          <a:lstStyle/>
          <a:p>
            <a:pPr>
              <a:defRPr/>
            </a:pPr>
            <a:r>
              <a:rPr lang="en-IN" dirty="0"/>
              <a:t>Characteristics &amp; benefits</a:t>
            </a:r>
          </a:p>
        </p:txBody>
      </p:sp>
      <p:sp>
        <p:nvSpPr>
          <p:cNvPr id="2" name="Date Placeholder 1">
            <a:extLst>
              <a:ext uri="{FF2B5EF4-FFF2-40B4-BE49-F238E27FC236}">
                <a16:creationId xmlns:a16="http://schemas.microsoft.com/office/drawing/2014/main" id="{C1B1C6FE-CFC7-7CE1-61E8-343EB8B8361F}"/>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EAF088B3-B459-A4F6-4AE8-07EA0EA8B2F2}"/>
              </a:ext>
            </a:extLst>
          </p:cNvPr>
          <p:cNvSpPr>
            <a:spLocks noGrp="1"/>
          </p:cNvSpPr>
          <p:nvPr>
            <p:ph type="ftr" sz="quarter" idx="12"/>
          </p:nvPr>
        </p:nvSpPr>
        <p:spPr/>
        <p:txBody>
          <a:bodyPr/>
          <a:lstStyle/>
          <a:p>
            <a:pPr>
              <a:defRPr/>
            </a:pPr>
            <a:r>
              <a:rPr lang="en-US"/>
              <a:t>SSZG653 Software Architectures</a:t>
            </a:r>
          </a:p>
        </p:txBody>
      </p:sp>
      <p:sp>
        <p:nvSpPr>
          <p:cNvPr id="20486" name="Slide Number Placeholder 4">
            <a:extLst>
              <a:ext uri="{FF2B5EF4-FFF2-40B4-BE49-F238E27FC236}">
                <a16:creationId xmlns:a16="http://schemas.microsoft.com/office/drawing/2014/main" id="{662CCA50-1954-BDA8-DF71-50AAD942CB39}"/>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8135C837-99C6-4680-BD04-95AAC8842764}" type="slidenum">
              <a:rPr lang="en-US" altLang="en-US" sz="1200" smtClean="0">
                <a:solidFill>
                  <a:srgbClr val="898989"/>
                </a:solidFill>
              </a:rPr>
              <a:pPr>
                <a:spcBef>
                  <a:spcPct val="0"/>
                </a:spcBef>
                <a:buFontTx/>
                <a:buNone/>
              </a:pPr>
              <a:t>8</a:t>
            </a:fld>
            <a:endParaRPr lang="en-US" altLang="en-US" sz="1200">
              <a:solidFill>
                <a:srgbClr val="898989"/>
              </a:solidFill>
            </a:endParaRPr>
          </a:p>
        </p:txBody>
      </p:sp>
    </p:spTree>
    <p:extLst>
      <p:ext uri="{BB962C8B-B14F-4D97-AF65-F5344CB8AC3E}">
        <p14:creationId xmlns:p14="http://schemas.microsoft.com/office/powerpoint/2010/main" val="32773156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7DF988-61C9-528A-0A3A-6322C958069B}"/>
              </a:ext>
            </a:extLst>
          </p:cNvPr>
          <p:cNvSpPr>
            <a:spLocks noGrp="1"/>
          </p:cNvSpPr>
          <p:nvPr>
            <p:ph sz="quarter" idx="10"/>
          </p:nvPr>
        </p:nvSpPr>
        <p:spPr>
          <a:xfrm>
            <a:off x="304800" y="2895600"/>
            <a:ext cx="8458200" cy="1143000"/>
          </a:xfrm>
        </p:spPr>
        <p:txBody>
          <a:bodyPr/>
          <a:lstStyle/>
          <a:p>
            <a:pPr algn="ctr">
              <a:defRPr/>
            </a:pPr>
            <a:r>
              <a:rPr lang="en-IN" dirty="0"/>
              <a:t>Techniques used in different layers</a:t>
            </a:r>
          </a:p>
        </p:txBody>
      </p:sp>
      <p:sp>
        <p:nvSpPr>
          <p:cNvPr id="4" name="Date Placeholder 3">
            <a:extLst>
              <a:ext uri="{FF2B5EF4-FFF2-40B4-BE49-F238E27FC236}">
                <a16:creationId xmlns:a16="http://schemas.microsoft.com/office/drawing/2014/main" id="{3845FD7F-3044-F017-CC4C-76E43A2B7639}"/>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5" name="Footer Placeholder 4">
            <a:extLst>
              <a:ext uri="{FF2B5EF4-FFF2-40B4-BE49-F238E27FC236}">
                <a16:creationId xmlns:a16="http://schemas.microsoft.com/office/drawing/2014/main" id="{DDED55D9-91F6-AFAB-4548-0F49E04D6898}"/>
              </a:ext>
            </a:extLst>
          </p:cNvPr>
          <p:cNvSpPr>
            <a:spLocks noGrp="1"/>
          </p:cNvSpPr>
          <p:nvPr>
            <p:ph type="ftr" sz="quarter" idx="12"/>
          </p:nvPr>
        </p:nvSpPr>
        <p:spPr/>
        <p:txBody>
          <a:bodyPr/>
          <a:lstStyle/>
          <a:p>
            <a:pPr>
              <a:defRPr/>
            </a:pPr>
            <a:r>
              <a:rPr lang="en-US"/>
              <a:t>SSZG653 Software Architectures</a:t>
            </a:r>
          </a:p>
        </p:txBody>
      </p:sp>
      <p:sp>
        <p:nvSpPr>
          <p:cNvPr id="21509" name="Slide Number Placeholder 5">
            <a:extLst>
              <a:ext uri="{FF2B5EF4-FFF2-40B4-BE49-F238E27FC236}">
                <a16:creationId xmlns:a16="http://schemas.microsoft.com/office/drawing/2014/main" id="{C197CEAD-6EC4-47EB-AEB5-1A3C16872A49}"/>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5EF54978-1FFF-4FD0-91CE-C3BEC721EBD8}" type="slidenum">
              <a:rPr lang="en-US" altLang="en-US" sz="1200" smtClean="0">
                <a:solidFill>
                  <a:srgbClr val="898989"/>
                </a:solidFill>
              </a:rPr>
              <a:pPr>
                <a:spcBef>
                  <a:spcPct val="0"/>
                </a:spcBef>
                <a:buFontTx/>
                <a:buNone/>
              </a:pPr>
              <a:t>9</a:t>
            </a:fld>
            <a:endParaRPr lang="en-US" altLang="en-US" sz="1200">
              <a:solidFill>
                <a:srgbClr val="898989"/>
              </a:solidFill>
            </a:endParaRPr>
          </a:p>
        </p:txBody>
      </p:sp>
    </p:spTree>
    <p:extLst>
      <p:ext uri="{BB962C8B-B14F-4D97-AF65-F5344CB8AC3E}">
        <p14:creationId xmlns:p14="http://schemas.microsoft.com/office/powerpoint/2010/main" val="21157229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1">
            <a:extLst>
              <a:ext uri="{FF2B5EF4-FFF2-40B4-BE49-F238E27FC236}">
                <a16:creationId xmlns:a16="http://schemas.microsoft.com/office/drawing/2014/main" id="{7AF902BF-20F8-2195-0865-C9993585796A}"/>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IN" altLang="en-US" sz="2000"/>
              <a:t>Cache frequently used data such as Product catalog (Client side caching vs Server side caching)</a:t>
            </a:r>
          </a:p>
          <a:p>
            <a:pPr fontAlgn="base">
              <a:spcAft>
                <a:spcPct val="0"/>
              </a:spcAft>
              <a:buFont typeface="Arial" pitchFamily="34" charset="0"/>
              <a:buChar char="•"/>
            </a:pPr>
            <a:endParaRPr lang="en-IN" altLang="en-US" sz="2000"/>
          </a:p>
          <a:p>
            <a:pPr fontAlgn="base">
              <a:spcAft>
                <a:spcPct val="0"/>
              </a:spcAft>
              <a:buFont typeface="Arial" pitchFamily="34" charset="0"/>
              <a:buChar char="•"/>
            </a:pPr>
            <a:r>
              <a:rPr lang="en-IN" altLang="en-US" sz="2000"/>
              <a:t>Use asynchronous communication between UI &amp; Webserver to update parts of the web page without loading the whole web page (ex. AJAX)</a:t>
            </a:r>
          </a:p>
          <a:p>
            <a:pPr fontAlgn="base">
              <a:spcAft>
                <a:spcPct val="0"/>
              </a:spcAft>
              <a:buFont typeface="Arial" pitchFamily="34" charset="0"/>
              <a:buChar char="•"/>
            </a:pPr>
            <a:endParaRPr lang="en-IN" altLang="en-US" sz="2000"/>
          </a:p>
          <a:p>
            <a:pPr fontAlgn="base">
              <a:spcAft>
                <a:spcPct val="0"/>
              </a:spcAft>
              <a:buFont typeface="Arial" pitchFamily="34" charset="0"/>
              <a:buChar char="•"/>
            </a:pPr>
            <a:r>
              <a:rPr lang="en-IN" altLang="en-US" sz="2000"/>
              <a:t>Different rendering for different form-factors: Responsive design</a:t>
            </a:r>
          </a:p>
        </p:txBody>
      </p:sp>
      <p:sp>
        <p:nvSpPr>
          <p:cNvPr id="3" name="Content Placeholder 2">
            <a:extLst>
              <a:ext uri="{FF2B5EF4-FFF2-40B4-BE49-F238E27FC236}">
                <a16:creationId xmlns:a16="http://schemas.microsoft.com/office/drawing/2014/main" id="{6BFFABC5-2E78-D465-0062-312637DC8641}"/>
              </a:ext>
            </a:extLst>
          </p:cNvPr>
          <p:cNvSpPr>
            <a:spLocks noGrp="1"/>
          </p:cNvSpPr>
          <p:nvPr>
            <p:ph sz="quarter" idx="10"/>
          </p:nvPr>
        </p:nvSpPr>
        <p:spPr/>
        <p:txBody>
          <a:bodyPr/>
          <a:lstStyle/>
          <a:p>
            <a:pPr>
              <a:defRPr/>
            </a:pPr>
            <a:r>
              <a:rPr lang="en-IN" dirty="0"/>
              <a:t>Presentation layer techniques</a:t>
            </a:r>
          </a:p>
        </p:txBody>
      </p:sp>
      <p:sp>
        <p:nvSpPr>
          <p:cNvPr id="2" name="Date Placeholder 1">
            <a:extLst>
              <a:ext uri="{FF2B5EF4-FFF2-40B4-BE49-F238E27FC236}">
                <a16:creationId xmlns:a16="http://schemas.microsoft.com/office/drawing/2014/main" id="{0828CDD5-C1DD-A34C-26DC-0CC7500BF395}"/>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1C7502B7-DC0D-4D64-B531-17F9E3AB7982}"/>
              </a:ext>
            </a:extLst>
          </p:cNvPr>
          <p:cNvSpPr>
            <a:spLocks noGrp="1"/>
          </p:cNvSpPr>
          <p:nvPr>
            <p:ph type="ftr" sz="quarter" idx="12"/>
          </p:nvPr>
        </p:nvSpPr>
        <p:spPr/>
        <p:txBody>
          <a:bodyPr/>
          <a:lstStyle/>
          <a:p>
            <a:pPr>
              <a:defRPr/>
            </a:pPr>
            <a:r>
              <a:rPr lang="en-US"/>
              <a:t>SSZG653 Software Architectures</a:t>
            </a:r>
          </a:p>
        </p:txBody>
      </p:sp>
      <p:sp>
        <p:nvSpPr>
          <p:cNvPr id="22534" name="Slide Number Placeholder 4">
            <a:extLst>
              <a:ext uri="{FF2B5EF4-FFF2-40B4-BE49-F238E27FC236}">
                <a16:creationId xmlns:a16="http://schemas.microsoft.com/office/drawing/2014/main" id="{34AC11C2-E05C-3220-C08C-776A75F5DA12}"/>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F61DB6E-E369-401C-BB37-26503AEB9E95}" type="slidenum">
              <a:rPr lang="en-US" altLang="en-US" sz="1200" smtClean="0">
                <a:solidFill>
                  <a:srgbClr val="898989"/>
                </a:solidFill>
              </a:rPr>
              <a:pPr>
                <a:spcBef>
                  <a:spcPct val="0"/>
                </a:spcBef>
                <a:buFontTx/>
                <a:buNone/>
              </a:pPr>
              <a:t>10</a:t>
            </a:fld>
            <a:endParaRPr lang="en-US" altLang="en-US" sz="1200">
              <a:solidFill>
                <a:srgbClr val="898989"/>
              </a:solidFill>
            </a:endParaRPr>
          </a:p>
        </p:txBody>
      </p:sp>
    </p:spTree>
    <p:extLst>
      <p:ext uri="{BB962C8B-B14F-4D97-AF65-F5344CB8AC3E}">
        <p14:creationId xmlns:p14="http://schemas.microsoft.com/office/powerpoint/2010/main" val="4221953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1">
            <a:extLst>
              <a:ext uri="{FF2B5EF4-FFF2-40B4-BE49-F238E27FC236}">
                <a16:creationId xmlns:a16="http://schemas.microsoft.com/office/drawing/2014/main" id="{D2BAFB96-1976-A92D-39CE-ACEC8E372E0F}"/>
              </a:ext>
            </a:extLst>
          </p:cNvPr>
          <p:cNvSpPr>
            <a:spLocks noGrp="1"/>
          </p:cNvSpPr>
          <p:nvPr>
            <p:ph idx="1"/>
          </p:nvPr>
        </p:nvSpPr>
        <p:spPr>
          <a:xfrm>
            <a:off x="304800" y="1493838"/>
            <a:ext cx="8229600" cy="4525962"/>
          </a:xfrm>
        </p:spPr>
        <p:txBody>
          <a:bodyPr/>
          <a:lstStyle/>
          <a:p>
            <a:pPr fontAlgn="base">
              <a:spcAft>
                <a:spcPct val="0"/>
              </a:spcAft>
            </a:pPr>
            <a:r>
              <a:rPr lang="en-IN" altLang="en-US" sz="2000" b="1"/>
              <a:t>Client-side caching</a:t>
            </a:r>
            <a:r>
              <a:rPr lang="en-IN" altLang="en-US" sz="2000"/>
              <a:t>: Here we store frequently used data in the browser of the client machine – example user preference such as payment method, delivery address, etc. </a:t>
            </a:r>
          </a:p>
          <a:p>
            <a:pPr fontAlgn="base">
              <a:spcAft>
                <a:spcPct val="0"/>
              </a:spcAft>
            </a:pPr>
            <a:endParaRPr lang="en-IN" altLang="en-US" sz="2000"/>
          </a:p>
          <a:p>
            <a:pPr fontAlgn="base">
              <a:spcAft>
                <a:spcPct val="0"/>
              </a:spcAft>
            </a:pPr>
            <a:r>
              <a:rPr lang="en-IN" altLang="en-US" sz="2000" b="1"/>
              <a:t>Server-side caching</a:t>
            </a:r>
            <a:r>
              <a:rPr lang="en-IN" altLang="en-US" sz="2000"/>
              <a:t>: Here we store frequently used data needed by different back-end modules on the server-side – example: Product codes and description, promotions, etc.</a:t>
            </a:r>
          </a:p>
          <a:p>
            <a:pPr fontAlgn="base">
              <a:spcAft>
                <a:spcPct val="0"/>
              </a:spcAft>
            </a:pPr>
            <a:endParaRPr lang="en-IN" altLang="en-US" sz="2000"/>
          </a:p>
          <a:p>
            <a:pPr fontAlgn="base">
              <a:spcAft>
                <a:spcPct val="0"/>
              </a:spcAft>
            </a:pPr>
            <a:r>
              <a:rPr lang="en-IN" altLang="en-US" sz="2000" b="1"/>
              <a:t>Combination:</a:t>
            </a:r>
            <a:r>
              <a:rPr lang="en-IN" altLang="en-US" sz="2000"/>
              <a:t> In practice, a combination the above 2 techniques is used.</a:t>
            </a:r>
          </a:p>
        </p:txBody>
      </p:sp>
      <p:sp>
        <p:nvSpPr>
          <p:cNvPr id="3" name="Content Placeholder 2">
            <a:extLst>
              <a:ext uri="{FF2B5EF4-FFF2-40B4-BE49-F238E27FC236}">
                <a16:creationId xmlns:a16="http://schemas.microsoft.com/office/drawing/2014/main" id="{3F5D0EDC-2AB0-824A-CCA1-A8A7253FA19A}"/>
              </a:ext>
            </a:extLst>
          </p:cNvPr>
          <p:cNvSpPr>
            <a:spLocks noGrp="1"/>
          </p:cNvSpPr>
          <p:nvPr>
            <p:ph sz="quarter" idx="10"/>
          </p:nvPr>
        </p:nvSpPr>
        <p:spPr/>
        <p:txBody>
          <a:bodyPr/>
          <a:lstStyle/>
          <a:p>
            <a:pPr>
              <a:defRPr/>
            </a:pPr>
            <a:r>
              <a:rPr lang="en-IN" dirty="0"/>
              <a:t>Client side caching vs Server side caching</a:t>
            </a:r>
          </a:p>
        </p:txBody>
      </p:sp>
      <p:sp>
        <p:nvSpPr>
          <p:cNvPr id="2" name="Date Placeholder 1">
            <a:extLst>
              <a:ext uri="{FF2B5EF4-FFF2-40B4-BE49-F238E27FC236}">
                <a16:creationId xmlns:a16="http://schemas.microsoft.com/office/drawing/2014/main" id="{68A2BD9F-AD0E-106F-DF6E-AE3C89864C51}"/>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3BF0EB58-FE1D-C676-3A0D-E5E93044ADF8}"/>
              </a:ext>
            </a:extLst>
          </p:cNvPr>
          <p:cNvSpPr>
            <a:spLocks noGrp="1"/>
          </p:cNvSpPr>
          <p:nvPr>
            <p:ph type="ftr" sz="quarter" idx="12"/>
          </p:nvPr>
        </p:nvSpPr>
        <p:spPr/>
        <p:txBody>
          <a:bodyPr/>
          <a:lstStyle/>
          <a:p>
            <a:pPr>
              <a:defRPr/>
            </a:pPr>
            <a:r>
              <a:rPr lang="en-US"/>
              <a:t>SSZG653 Software Architectures</a:t>
            </a:r>
          </a:p>
        </p:txBody>
      </p:sp>
      <p:sp>
        <p:nvSpPr>
          <p:cNvPr id="23558" name="Slide Number Placeholder 4">
            <a:extLst>
              <a:ext uri="{FF2B5EF4-FFF2-40B4-BE49-F238E27FC236}">
                <a16:creationId xmlns:a16="http://schemas.microsoft.com/office/drawing/2014/main" id="{164A6BBF-FB81-A9CE-BB3E-CCEA6E1C6936}"/>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36941CC6-5FA8-4D14-95B0-F54C10E5B15E}" type="slidenum">
              <a:rPr lang="en-US" altLang="en-US" sz="1200" smtClean="0">
                <a:solidFill>
                  <a:srgbClr val="898989"/>
                </a:solidFill>
              </a:rPr>
              <a:pPr>
                <a:spcBef>
                  <a:spcPct val="0"/>
                </a:spcBef>
                <a:buFontTx/>
                <a:buNone/>
              </a:pPr>
              <a:t>11</a:t>
            </a:fld>
            <a:endParaRPr lang="en-US" altLang="en-US" sz="1200">
              <a:solidFill>
                <a:srgbClr val="898989"/>
              </a:solidFill>
            </a:endParaRPr>
          </a:p>
        </p:txBody>
      </p:sp>
    </p:spTree>
    <p:extLst>
      <p:ext uri="{BB962C8B-B14F-4D97-AF65-F5344CB8AC3E}">
        <p14:creationId xmlns:p14="http://schemas.microsoft.com/office/powerpoint/2010/main" val="36013753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Content Placeholder 3">
            <a:extLst>
              <a:ext uri="{FF2B5EF4-FFF2-40B4-BE49-F238E27FC236}">
                <a16:creationId xmlns:a16="http://schemas.microsoft.com/office/drawing/2014/main" id="{7AEA1961-81B7-5317-B9F8-B4179B837FB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33400" y="1066800"/>
            <a:ext cx="3048000" cy="5683250"/>
          </a:xfrm>
        </p:spPr>
      </p:pic>
      <p:sp>
        <p:nvSpPr>
          <p:cNvPr id="3" name="Content Placeholder 2">
            <a:extLst>
              <a:ext uri="{FF2B5EF4-FFF2-40B4-BE49-F238E27FC236}">
                <a16:creationId xmlns:a16="http://schemas.microsoft.com/office/drawing/2014/main" id="{B28435C5-1AD0-579F-32B1-5F63373612DD}"/>
              </a:ext>
            </a:extLst>
          </p:cNvPr>
          <p:cNvSpPr>
            <a:spLocks noGrp="1"/>
          </p:cNvSpPr>
          <p:nvPr>
            <p:ph sz="quarter" idx="10"/>
          </p:nvPr>
        </p:nvSpPr>
        <p:spPr/>
        <p:txBody>
          <a:bodyPr/>
          <a:lstStyle/>
          <a:p>
            <a:pPr>
              <a:defRPr/>
            </a:pPr>
            <a:r>
              <a:rPr lang="en-IN" dirty="0" err="1"/>
              <a:t>Memcached</a:t>
            </a:r>
            <a:endParaRPr lang="en-IN" dirty="0"/>
          </a:p>
        </p:txBody>
      </p:sp>
      <p:sp>
        <p:nvSpPr>
          <p:cNvPr id="24580" name="Rectangle 4">
            <a:extLst>
              <a:ext uri="{FF2B5EF4-FFF2-40B4-BE49-F238E27FC236}">
                <a16:creationId xmlns:a16="http://schemas.microsoft.com/office/drawing/2014/main" id="{BE1570DA-715A-1488-739B-7CF697AD1F66}"/>
              </a:ext>
            </a:extLst>
          </p:cNvPr>
          <p:cNvSpPr>
            <a:spLocks noChangeArrowheads="1"/>
          </p:cNvSpPr>
          <p:nvPr/>
        </p:nvSpPr>
        <p:spPr bwMode="auto">
          <a:xfrm>
            <a:off x="4038600" y="1625600"/>
            <a:ext cx="4572000"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800"/>
              <a:t>memcached is a high-performance, distributed memory object caching system, generic in nature, but originally intended for use in speeding up dynamic web applications by alleviating database load. </a:t>
            </a:r>
          </a:p>
          <a:p>
            <a:pPr>
              <a:spcBef>
                <a:spcPct val="0"/>
              </a:spcBef>
              <a:buFontTx/>
              <a:buNone/>
            </a:pPr>
            <a:endParaRPr lang="en-IN" altLang="en-US" sz="1800"/>
          </a:p>
          <a:p>
            <a:pPr>
              <a:spcBef>
                <a:spcPct val="0"/>
              </a:spcBef>
              <a:buFontTx/>
              <a:buNone/>
            </a:pPr>
            <a:r>
              <a:rPr lang="en-IN" altLang="en-US" sz="1800"/>
              <a:t>You can think of it as a short-term memory for your applications. </a:t>
            </a:r>
          </a:p>
          <a:p>
            <a:pPr>
              <a:spcBef>
                <a:spcPct val="0"/>
              </a:spcBef>
              <a:buFontTx/>
              <a:buNone/>
            </a:pPr>
            <a:endParaRPr lang="en-IN" altLang="en-US" sz="1800"/>
          </a:p>
          <a:p>
            <a:pPr>
              <a:spcBef>
                <a:spcPct val="0"/>
              </a:spcBef>
              <a:buFontTx/>
              <a:buNone/>
            </a:pPr>
            <a:r>
              <a:rPr lang="en-IN" altLang="en-US" sz="1800"/>
              <a:t>memcached allows you to take memory from parts of your system where you have more than you need and make it accessible to areas where you have less than you need. </a:t>
            </a:r>
          </a:p>
        </p:txBody>
      </p:sp>
      <p:sp>
        <p:nvSpPr>
          <p:cNvPr id="2" name="Date Placeholder 1">
            <a:extLst>
              <a:ext uri="{FF2B5EF4-FFF2-40B4-BE49-F238E27FC236}">
                <a16:creationId xmlns:a16="http://schemas.microsoft.com/office/drawing/2014/main" id="{CFFA689D-5264-C288-EE37-FC099A84D901}"/>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C3D2959A-3102-D78C-898D-67D0ED5E8AB1}"/>
              </a:ext>
            </a:extLst>
          </p:cNvPr>
          <p:cNvSpPr>
            <a:spLocks noGrp="1"/>
          </p:cNvSpPr>
          <p:nvPr>
            <p:ph type="ftr" sz="quarter" idx="12"/>
          </p:nvPr>
        </p:nvSpPr>
        <p:spPr/>
        <p:txBody>
          <a:bodyPr/>
          <a:lstStyle/>
          <a:p>
            <a:pPr>
              <a:defRPr/>
            </a:pPr>
            <a:r>
              <a:rPr lang="en-US"/>
              <a:t>SSZG653 Software Architectures</a:t>
            </a:r>
          </a:p>
        </p:txBody>
      </p:sp>
      <p:sp>
        <p:nvSpPr>
          <p:cNvPr id="24583" name="Slide Number Placeholder 4">
            <a:extLst>
              <a:ext uri="{FF2B5EF4-FFF2-40B4-BE49-F238E27FC236}">
                <a16:creationId xmlns:a16="http://schemas.microsoft.com/office/drawing/2014/main" id="{1E4243EA-7D67-F870-A67D-79C3D0008527}"/>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43AC075E-3B10-41CA-8B6F-F800EE3C64C7}" type="slidenum">
              <a:rPr lang="en-US" altLang="en-US" sz="1200" smtClean="0">
                <a:solidFill>
                  <a:srgbClr val="898989"/>
                </a:solidFill>
              </a:rPr>
              <a:pPr>
                <a:spcBef>
                  <a:spcPct val="0"/>
                </a:spcBef>
                <a:buFontTx/>
                <a:buNone/>
              </a:pPr>
              <a:t>12</a:t>
            </a:fld>
            <a:endParaRPr lang="en-US" altLang="en-US" sz="1200">
              <a:solidFill>
                <a:srgbClr val="898989"/>
              </a:solidFill>
            </a:endParaRPr>
          </a:p>
        </p:txBody>
      </p:sp>
    </p:spTree>
    <p:extLst>
      <p:ext uri="{BB962C8B-B14F-4D97-AF65-F5344CB8AC3E}">
        <p14:creationId xmlns:p14="http://schemas.microsoft.com/office/powerpoint/2010/main" val="15649737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1">
            <a:extLst>
              <a:ext uri="{FF2B5EF4-FFF2-40B4-BE49-F238E27FC236}">
                <a16:creationId xmlns:a16="http://schemas.microsoft.com/office/drawing/2014/main" id="{7DAED992-0C98-4129-64AB-4A0B03396C39}"/>
              </a:ext>
            </a:extLst>
          </p:cNvPr>
          <p:cNvSpPr>
            <a:spLocks noGrp="1"/>
          </p:cNvSpPr>
          <p:nvPr>
            <p:ph idx="1"/>
          </p:nvPr>
        </p:nvSpPr>
        <p:spPr>
          <a:xfrm>
            <a:off x="304800" y="1493838"/>
            <a:ext cx="8229600" cy="4525962"/>
          </a:xfrm>
        </p:spPr>
        <p:txBody>
          <a:bodyPr/>
          <a:lstStyle/>
          <a:p>
            <a:pPr fontAlgn="base">
              <a:spcAft>
                <a:spcPct val="0"/>
              </a:spcAft>
            </a:pPr>
            <a:r>
              <a:rPr lang="en-IN" altLang="en-US" sz="1800"/>
              <a:t>Example use cases:</a:t>
            </a:r>
          </a:p>
          <a:p>
            <a:pPr fontAlgn="base">
              <a:spcAft>
                <a:spcPct val="0"/>
              </a:spcAft>
            </a:pPr>
            <a:endParaRPr lang="en-IN" altLang="en-US" sz="1800"/>
          </a:p>
          <a:p>
            <a:pPr fontAlgn="base">
              <a:spcAft>
                <a:spcPct val="0"/>
              </a:spcAft>
              <a:buFont typeface="Arial" pitchFamily="34" charset="0"/>
              <a:buChar char="•"/>
            </a:pPr>
            <a:r>
              <a:rPr lang="en-IN" altLang="en-US" sz="1800"/>
              <a:t>Show product list depending on the product category selected by user</a:t>
            </a:r>
          </a:p>
          <a:p>
            <a:pPr fontAlgn="base">
              <a:spcAft>
                <a:spcPct val="0"/>
              </a:spcAft>
              <a:buFont typeface="Arial" pitchFamily="34" charset="0"/>
              <a:buChar char="•"/>
            </a:pPr>
            <a:endParaRPr lang="en-IN" altLang="en-US" sz="1800"/>
          </a:p>
          <a:p>
            <a:pPr fontAlgn="base">
              <a:spcAft>
                <a:spcPct val="0"/>
              </a:spcAft>
              <a:buFont typeface="Arial" pitchFamily="34" charset="0"/>
              <a:buChar char="•"/>
            </a:pPr>
            <a:r>
              <a:rPr lang="en-IN" altLang="en-US" sz="1800"/>
              <a:t>Validating a user input such as loan amount - whether it is within permissible limits, depending on user profile</a:t>
            </a:r>
          </a:p>
          <a:p>
            <a:pPr fontAlgn="base">
              <a:spcAft>
                <a:spcPct val="0"/>
              </a:spcAft>
              <a:buFont typeface="Arial" pitchFamily="34" charset="0"/>
              <a:buChar char="•"/>
            </a:pPr>
            <a:endParaRPr lang="en-IN" altLang="en-US" sz="1800"/>
          </a:p>
          <a:p>
            <a:pPr fontAlgn="base">
              <a:spcAft>
                <a:spcPct val="0"/>
              </a:spcAft>
              <a:buFont typeface="Arial" pitchFamily="34" charset="0"/>
              <a:buChar char="•"/>
            </a:pPr>
            <a:r>
              <a:rPr lang="en-IN" altLang="en-US" sz="1800"/>
              <a:t>Displaying a chat panel</a:t>
            </a:r>
          </a:p>
          <a:p>
            <a:pPr fontAlgn="base">
              <a:spcAft>
                <a:spcPct val="0"/>
              </a:spcAft>
              <a:buFont typeface="Arial" pitchFamily="34" charset="0"/>
              <a:buChar char="•"/>
            </a:pPr>
            <a:endParaRPr lang="en-IN" altLang="en-US" sz="1800"/>
          </a:p>
          <a:p>
            <a:pPr fontAlgn="base">
              <a:spcAft>
                <a:spcPct val="0"/>
              </a:spcAft>
              <a:buFont typeface="Arial" pitchFamily="34" charset="0"/>
              <a:buChar char="•"/>
            </a:pPr>
            <a:r>
              <a:rPr lang="en-IN" altLang="en-US" sz="1800"/>
              <a:t>Reloading Captcha</a:t>
            </a:r>
          </a:p>
        </p:txBody>
      </p:sp>
      <p:sp>
        <p:nvSpPr>
          <p:cNvPr id="3" name="Content Placeholder 2">
            <a:extLst>
              <a:ext uri="{FF2B5EF4-FFF2-40B4-BE49-F238E27FC236}">
                <a16:creationId xmlns:a16="http://schemas.microsoft.com/office/drawing/2014/main" id="{4527ADE1-F078-1298-E357-B1278A308FB5}"/>
              </a:ext>
            </a:extLst>
          </p:cNvPr>
          <p:cNvSpPr>
            <a:spLocks noGrp="1"/>
          </p:cNvSpPr>
          <p:nvPr>
            <p:ph sz="quarter" idx="10"/>
          </p:nvPr>
        </p:nvSpPr>
        <p:spPr/>
        <p:txBody>
          <a:bodyPr>
            <a:normAutofit fontScale="92500"/>
          </a:bodyPr>
          <a:lstStyle/>
          <a:p>
            <a:pPr>
              <a:defRPr/>
            </a:pPr>
            <a:r>
              <a:rPr lang="en-IN" dirty="0"/>
              <a:t>Asynchronous communication with web server</a:t>
            </a:r>
          </a:p>
        </p:txBody>
      </p:sp>
      <p:sp>
        <p:nvSpPr>
          <p:cNvPr id="2" name="Date Placeholder 1">
            <a:extLst>
              <a:ext uri="{FF2B5EF4-FFF2-40B4-BE49-F238E27FC236}">
                <a16:creationId xmlns:a16="http://schemas.microsoft.com/office/drawing/2014/main" id="{166A3975-FE18-3DC3-55A7-AFA508A91CF6}"/>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CCF35F4C-6269-5A66-98B0-2DAD952E1C60}"/>
              </a:ext>
            </a:extLst>
          </p:cNvPr>
          <p:cNvSpPr>
            <a:spLocks noGrp="1"/>
          </p:cNvSpPr>
          <p:nvPr>
            <p:ph type="ftr" sz="quarter" idx="12"/>
          </p:nvPr>
        </p:nvSpPr>
        <p:spPr/>
        <p:txBody>
          <a:bodyPr/>
          <a:lstStyle/>
          <a:p>
            <a:pPr>
              <a:defRPr/>
            </a:pPr>
            <a:r>
              <a:rPr lang="en-US"/>
              <a:t>SSZG653 Software Architectures</a:t>
            </a:r>
          </a:p>
        </p:txBody>
      </p:sp>
      <p:sp>
        <p:nvSpPr>
          <p:cNvPr id="25606" name="Slide Number Placeholder 4">
            <a:extLst>
              <a:ext uri="{FF2B5EF4-FFF2-40B4-BE49-F238E27FC236}">
                <a16:creationId xmlns:a16="http://schemas.microsoft.com/office/drawing/2014/main" id="{74F74160-21CB-F35E-278B-ED5155CC8D1A}"/>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C6CF196C-82B4-4277-A41E-CABAC28E8A52}" type="slidenum">
              <a:rPr lang="en-US" altLang="en-US" sz="1200" smtClean="0">
                <a:solidFill>
                  <a:srgbClr val="898989"/>
                </a:solidFill>
              </a:rPr>
              <a:pPr>
                <a:spcBef>
                  <a:spcPct val="0"/>
                </a:spcBef>
                <a:buFontTx/>
                <a:buNone/>
              </a:pPr>
              <a:t>13</a:t>
            </a:fld>
            <a:endParaRPr lang="en-US" altLang="en-US" sz="1200">
              <a:solidFill>
                <a:srgbClr val="898989"/>
              </a:solidFill>
            </a:endParaRPr>
          </a:p>
        </p:txBody>
      </p:sp>
    </p:spTree>
    <p:extLst>
      <p:ext uri="{BB962C8B-B14F-4D97-AF65-F5344CB8AC3E}">
        <p14:creationId xmlns:p14="http://schemas.microsoft.com/office/powerpoint/2010/main" val="39125244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765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7650">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7650">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7650">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765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0AAB17-BED7-ED73-8923-DD6FF50E6E9C}"/>
              </a:ext>
            </a:extLst>
          </p:cNvPr>
          <p:cNvSpPr>
            <a:spLocks noGrp="1"/>
          </p:cNvSpPr>
          <p:nvPr>
            <p:ph sz="quarter" idx="10"/>
          </p:nvPr>
        </p:nvSpPr>
        <p:spPr/>
        <p:txBody>
          <a:bodyPr>
            <a:normAutofit fontScale="92500"/>
          </a:bodyPr>
          <a:lstStyle/>
          <a:p>
            <a:pPr>
              <a:defRPr/>
            </a:pPr>
            <a:r>
              <a:rPr lang="en-IN" dirty="0"/>
              <a:t>Asynchronous communication with web server</a:t>
            </a:r>
          </a:p>
        </p:txBody>
      </p:sp>
      <p:sp>
        <p:nvSpPr>
          <p:cNvPr id="26627" name="Rectangle 3">
            <a:extLst>
              <a:ext uri="{FF2B5EF4-FFF2-40B4-BE49-F238E27FC236}">
                <a16:creationId xmlns:a16="http://schemas.microsoft.com/office/drawing/2014/main" id="{5BAD9878-A80F-7698-26DF-F7259525AB46}"/>
              </a:ext>
            </a:extLst>
          </p:cNvPr>
          <p:cNvSpPr>
            <a:spLocks noChangeArrowheads="1"/>
          </p:cNvSpPr>
          <p:nvPr/>
        </p:nvSpPr>
        <p:spPr bwMode="auto">
          <a:xfrm>
            <a:off x="4191000" y="2070100"/>
            <a:ext cx="4572000"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800"/>
              <a:t>AJAX stands for </a:t>
            </a:r>
            <a:r>
              <a:rPr lang="en-IN" altLang="en-US" sz="1800" b="1"/>
              <a:t>A</a:t>
            </a:r>
            <a:r>
              <a:rPr lang="en-IN" altLang="en-US" sz="1800"/>
              <a:t>synchronous </a:t>
            </a:r>
            <a:r>
              <a:rPr lang="en-IN" altLang="en-US" sz="1800" b="1"/>
              <a:t>Ja</a:t>
            </a:r>
            <a:r>
              <a:rPr lang="en-IN" altLang="en-US" sz="1800"/>
              <a:t>vaScript and </a:t>
            </a:r>
            <a:r>
              <a:rPr lang="en-IN" altLang="en-US" sz="1800" b="1"/>
              <a:t>X</a:t>
            </a:r>
            <a:r>
              <a:rPr lang="en-IN" altLang="en-US" sz="1800"/>
              <a:t>ML. </a:t>
            </a:r>
          </a:p>
          <a:p>
            <a:pPr>
              <a:spcBef>
                <a:spcPct val="0"/>
              </a:spcBef>
              <a:buFontTx/>
              <a:buNone/>
            </a:pPr>
            <a:endParaRPr lang="en-IN" altLang="en-US" sz="1800"/>
          </a:p>
          <a:p>
            <a:pPr>
              <a:spcBef>
                <a:spcPct val="0"/>
              </a:spcBef>
              <a:buFontTx/>
              <a:buNone/>
            </a:pPr>
            <a:r>
              <a:rPr lang="en-IN" altLang="en-US" sz="1800"/>
              <a:t>AJAX is a technique for creating better, faster, and more interactive web applications with the help of XML, HTML, CSS, and Java Script.</a:t>
            </a:r>
          </a:p>
          <a:p>
            <a:pPr>
              <a:spcBef>
                <a:spcPct val="0"/>
              </a:spcBef>
              <a:buFontTx/>
              <a:buNone/>
            </a:pPr>
            <a:endParaRPr lang="en-IN" altLang="en-US" sz="1800"/>
          </a:p>
          <a:p>
            <a:pPr>
              <a:spcBef>
                <a:spcPct val="0"/>
              </a:spcBef>
              <a:buFontTx/>
              <a:buNone/>
            </a:pPr>
            <a:r>
              <a:rPr lang="en-IN" altLang="en-US" sz="1800"/>
              <a:t>Some famous web applications that use AJAX:</a:t>
            </a:r>
          </a:p>
          <a:p>
            <a:pPr>
              <a:spcBef>
                <a:spcPct val="0"/>
              </a:spcBef>
              <a:buFontTx/>
              <a:buNone/>
            </a:pPr>
            <a:endParaRPr lang="en-IN" altLang="en-US" sz="1800"/>
          </a:p>
          <a:p>
            <a:pPr>
              <a:spcBef>
                <a:spcPct val="0"/>
              </a:spcBef>
              <a:buFontTx/>
              <a:buNone/>
            </a:pPr>
            <a:r>
              <a:rPr lang="en-IN" altLang="en-US" sz="1800"/>
              <a:t>Google Maps (Drag entire map)</a:t>
            </a:r>
          </a:p>
          <a:p>
            <a:pPr>
              <a:spcBef>
                <a:spcPct val="0"/>
              </a:spcBef>
              <a:buFontTx/>
              <a:buNone/>
            </a:pPr>
            <a:r>
              <a:rPr lang="en-IN" altLang="en-US" sz="1800"/>
              <a:t>Google Suggest (Google suggests as you type)</a:t>
            </a:r>
          </a:p>
        </p:txBody>
      </p:sp>
      <p:pic>
        <p:nvPicPr>
          <p:cNvPr id="26628" name="Picture 6">
            <a:extLst>
              <a:ext uri="{FF2B5EF4-FFF2-40B4-BE49-F238E27FC236}">
                <a16:creationId xmlns:a16="http://schemas.microsoft.com/office/drawing/2014/main" id="{66A8D661-35E9-0FBD-EA4F-D1CEA0BFD48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552575"/>
            <a:ext cx="3190875" cy="500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Date Placeholder 3">
            <a:extLst>
              <a:ext uri="{FF2B5EF4-FFF2-40B4-BE49-F238E27FC236}">
                <a16:creationId xmlns:a16="http://schemas.microsoft.com/office/drawing/2014/main" id="{903E9875-91EA-C063-E1D3-8F8D3EA810A2}"/>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5" name="Footer Placeholder 4">
            <a:extLst>
              <a:ext uri="{FF2B5EF4-FFF2-40B4-BE49-F238E27FC236}">
                <a16:creationId xmlns:a16="http://schemas.microsoft.com/office/drawing/2014/main" id="{39E8FCE0-33BE-6506-3B4D-B01063ACE184}"/>
              </a:ext>
            </a:extLst>
          </p:cNvPr>
          <p:cNvSpPr>
            <a:spLocks noGrp="1"/>
          </p:cNvSpPr>
          <p:nvPr>
            <p:ph type="ftr" sz="quarter" idx="12"/>
          </p:nvPr>
        </p:nvSpPr>
        <p:spPr/>
        <p:txBody>
          <a:bodyPr/>
          <a:lstStyle/>
          <a:p>
            <a:pPr>
              <a:defRPr/>
            </a:pPr>
            <a:r>
              <a:rPr lang="en-US"/>
              <a:t>SSZG653 Software Architectures</a:t>
            </a:r>
          </a:p>
        </p:txBody>
      </p:sp>
      <p:sp>
        <p:nvSpPr>
          <p:cNvPr id="26631" name="Slide Number Placeholder 5">
            <a:extLst>
              <a:ext uri="{FF2B5EF4-FFF2-40B4-BE49-F238E27FC236}">
                <a16:creationId xmlns:a16="http://schemas.microsoft.com/office/drawing/2014/main" id="{1CAAC43F-B4E7-72A3-037C-8CC2BBA0BE3B}"/>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6EFAEC9-B684-4DD1-BDF6-2DBDE66A1A8F}" type="slidenum">
              <a:rPr lang="en-US" altLang="en-US" sz="1200" smtClean="0">
                <a:solidFill>
                  <a:srgbClr val="898989"/>
                </a:solidFill>
              </a:rPr>
              <a:pPr>
                <a:spcBef>
                  <a:spcPct val="0"/>
                </a:spcBef>
                <a:buFontTx/>
                <a:buNone/>
              </a:pPr>
              <a:t>14</a:t>
            </a:fld>
            <a:endParaRPr lang="en-US" altLang="en-US" sz="1200">
              <a:solidFill>
                <a:srgbClr val="898989"/>
              </a:solidFill>
            </a:endParaRPr>
          </a:p>
        </p:txBody>
      </p:sp>
    </p:spTree>
    <p:extLst>
      <p:ext uri="{BB962C8B-B14F-4D97-AF65-F5344CB8AC3E}">
        <p14:creationId xmlns:p14="http://schemas.microsoft.com/office/powerpoint/2010/main" val="5432203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Content Placeholder 3">
            <a:extLst>
              <a:ext uri="{FF2B5EF4-FFF2-40B4-BE49-F238E27FC236}">
                <a16:creationId xmlns:a16="http://schemas.microsoft.com/office/drawing/2014/main" id="{5D58F697-F995-F2F2-360C-AA6058B6E29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704975" y="2919413"/>
            <a:ext cx="5429250" cy="1676400"/>
          </a:xfrm>
        </p:spPr>
      </p:pic>
      <p:sp>
        <p:nvSpPr>
          <p:cNvPr id="8" name="Content Placeholder 7">
            <a:extLst>
              <a:ext uri="{FF2B5EF4-FFF2-40B4-BE49-F238E27FC236}">
                <a16:creationId xmlns:a16="http://schemas.microsoft.com/office/drawing/2014/main" id="{CF8B6B31-FAC9-EB10-E0B0-ADB815E4AA41}"/>
              </a:ext>
            </a:extLst>
          </p:cNvPr>
          <p:cNvSpPr>
            <a:spLocks noGrp="1"/>
          </p:cNvSpPr>
          <p:nvPr>
            <p:ph sz="quarter" idx="10"/>
          </p:nvPr>
        </p:nvSpPr>
        <p:spPr/>
        <p:txBody>
          <a:bodyPr/>
          <a:lstStyle/>
          <a:p>
            <a:pPr>
              <a:defRPr/>
            </a:pPr>
            <a:r>
              <a:rPr lang="en-IN" dirty="0"/>
              <a:t>Responsive web design: Examples</a:t>
            </a:r>
          </a:p>
        </p:txBody>
      </p:sp>
      <p:sp>
        <p:nvSpPr>
          <p:cNvPr id="27652" name="TextBox 1">
            <a:extLst>
              <a:ext uri="{FF2B5EF4-FFF2-40B4-BE49-F238E27FC236}">
                <a16:creationId xmlns:a16="http://schemas.microsoft.com/office/drawing/2014/main" id="{5E1FC121-6E46-A714-A48E-F44F3833766D}"/>
              </a:ext>
            </a:extLst>
          </p:cNvPr>
          <p:cNvSpPr txBox="1">
            <a:spLocks noChangeArrowheads="1"/>
          </p:cNvSpPr>
          <p:nvPr/>
        </p:nvSpPr>
        <p:spPr bwMode="auto">
          <a:xfrm>
            <a:off x="1219200" y="4114800"/>
            <a:ext cx="6019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800"/>
              <a:t>Notice how the layout changes depending on screen size</a:t>
            </a:r>
          </a:p>
        </p:txBody>
      </p:sp>
      <p:sp>
        <p:nvSpPr>
          <p:cNvPr id="27653" name="Rectangle 1">
            <a:extLst>
              <a:ext uri="{FF2B5EF4-FFF2-40B4-BE49-F238E27FC236}">
                <a16:creationId xmlns:a16="http://schemas.microsoft.com/office/drawing/2014/main" id="{B38727B6-2AA6-0B8C-C485-D61C184B4D95}"/>
              </a:ext>
            </a:extLst>
          </p:cNvPr>
          <p:cNvSpPr>
            <a:spLocks noChangeArrowheads="1"/>
          </p:cNvSpPr>
          <p:nvPr/>
        </p:nvSpPr>
        <p:spPr bwMode="auto">
          <a:xfrm>
            <a:off x="533400" y="4724400"/>
            <a:ext cx="8077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800" b="1"/>
              <a:t>Responsive web design</a:t>
            </a:r>
            <a:r>
              <a:rPr lang="en-IN" altLang="en-US" sz="1800"/>
              <a:t> is an approach that renders web pages well on a variety of devices or screen sizes.</a:t>
            </a:r>
          </a:p>
          <a:p>
            <a:pPr>
              <a:spcBef>
                <a:spcPct val="0"/>
              </a:spcBef>
              <a:buFontTx/>
              <a:buNone/>
            </a:pPr>
            <a:endParaRPr lang="en-IN" altLang="en-US" sz="1800"/>
          </a:p>
          <a:p>
            <a:pPr>
              <a:spcBef>
                <a:spcPct val="0"/>
              </a:spcBef>
              <a:buFontTx/>
              <a:buNone/>
            </a:pPr>
            <a:endParaRPr lang="en-IN" altLang="en-US" sz="1800"/>
          </a:p>
        </p:txBody>
      </p:sp>
      <p:sp>
        <p:nvSpPr>
          <p:cNvPr id="2" name="Date Placeholder 1">
            <a:extLst>
              <a:ext uri="{FF2B5EF4-FFF2-40B4-BE49-F238E27FC236}">
                <a16:creationId xmlns:a16="http://schemas.microsoft.com/office/drawing/2014/main" id="{7B577D01-E2FA-E1BF-2491-8AB66B177A04}"/>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3" name="Footer Placeholder 2">
            <a:extLst>
              <a:ext uri="{FF2B5EF4-FFF2-40B4-BE49-F238E27FC236}">
                <a16:creationId xmlns:a16="http://schemas.microsoft.com/office/drawing/2014/main" id="{A272395F-F333-91D6-B39B-2D655AEF2879}"/>
              </a:ext>
            </a:extLst>
          </p:cNvPr>
          <p:cNvSpPr>
            <a:spLocks noGrp="1"/>
          </p:cNvSpPr>
          <p:nvPr>
            <p:ph type="ftr" sz="quarter" idx="12"/>
          </p:nvPr>
        </p:nvSpPr>
        <p:spPr/>
        <p:txBody>
          <a:bodyPr/>
          <a:lstStyle/>
          <a:p>
            <a:pPr>
              <a:defRPr/>
            </a:pPr>
            <a:r>
              <a:rPr lang="en-US"/>
              <a:t>SSZG653 Software Architectures</a:t>
            </a:r>
          </a:p>
        </p:txBody>
      </p:sp>
      <p:sp>
        <p:nvSpPr>
          <p:cNvPr id="27656" name="Slide Number Placeholder 3">
            <a:extLst>
              <a:ext uri="{FF2B5EF4-FFF2-40B4-BE49-F238E27FC236}">
                <a16:creationId xmlns:a16="http://schemas.microsoft.com/office/drawing/2014/main" id="{8E5AB781-3D52-0A8E-2225-85D6CC1FDD6C}"/>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C698D0B5-8F7D-498D-850C-EC2954B803A5}" type="slidenum">
              <a:rPr lang="en-US" altLang="en-US" sz="1200" smtClean="0">
                <a:solidFill>
                  <a:srgbClr val="898989"/>
                </a:solidFill>
              </a:rPr>
              <a:pPr>
                <a:spcBef>
                  <a:spcPct val="0"/>
                </a:spcBef>
                <a:buFontTx/>
                <a:buNone/>
              </a:pPr>
              <a:t>15</a:t>
            </a:fld>
            <a:endParaRPr lang="en-US" altLang="en-US" sz="1200">
              <a:solidFill>
                <a:srgbClr val="898989"/>
              </a:solidFill>
            </a:endParaRPr>
          </a:p>
        </p:txBody>
      </p:sp>
    </p:spTree>
    <p:extLst>
      <p:ext uri="{BB962C8B-B14F-4D97-AF65-F5344CB8AC3E}">
        <p14:creationId xmlns:p14="http://schemas.microsoft.com/office/powerpoint/2010/main" val="3264457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6A8CD9-E0FD-EBDF-50E6-7A96C10C549B}"/>
              </a:ext>
            </a:extLst>
          </p:cNvPr>
          <p:cNvSpPr>
            <a:spLocks noGrp="1"/>
          </p:cNvSpPr>
          <p:nvPr>
            <p:ph sz="quarter" idx="10"/>
          </p:nvPr>
        </p:nvSpPr>
        <p:spPr/>
        <p:txBody>
          <a:bodyPr/>
          <a:lstStyle/>
          <a:p>
            <a:pPr>
              <a:defRPr/>
            </a:pPr>
            <a:r>
              <a:rPr lang="en-IN" dirty="0"/>
              <a:t>Consider different form factors – Use Responsive design</a:t>
            </a:r>
          </a:p>
        </p:txBody>
      </p:sp>
      <p:sp>
        <p:nvSpPr>
          <p:cNvPr id="28675" name="Content Placeholder 1">
            <a:extLst>
              <a:ext uri="{FF2B5EF4-FFF2-40B4-BE49-F238E27FC236}">
                <a16:creationId xmlns:a16="http://schemas.microsoft.com/office/drawing/2014/main" id="{5A9CE1A3-6AAB-6AE6-C692-C78985C19D5E}"/>
              </a:ext>
            </a:extLst>
          </p:cNvPr>
          <p:cNvSpPr txBox="1">
            <a:spLocks/>
          </p:cNvSpPr>
          <p:nvPr/>
        </p:nvSpPr>
        <p:spPr bwMode="auto">
          <a:xfrm>
            <a:off x="304800" y="1493838"/>
            <a:ext cx="822960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101141"/>
              </a:buClr>
              <a:buFont typeface="Arial" panose="020B0604020202020204" pitchFamily="34" charset="0"/>
              <a:buNone/>
            </a:pPr>
            <a:r>
              <a:rPr lang="en-IN" altLang="en-US" sz="2400"/>
              <a:t>Ref: Wikipedia</a:t>
            </a:r>
          </a:p>
        </p:txBody>
      </p:sp>
      <p:pic>
        <p:nvPicPr>
          <p:cNvPr id="28676" name="Picture 4" descr="C:\Users\BITW\Google Drive\Usability engineering\Articles\10. Responsive web design - Wikipedia_files\190px-Complete.png">
            <a:extLst>
              <a:ext uri="{FF2B5EF4-FFF2-40B4-BE49-F238E27FC236}">
                <a16:creationId xmlns:a16="http://schemas.microsoft.com/office/drawing/2014/main" id="{E46E8ED7-E08B-FAA9-43A1-6DB46835A6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1371600"/>
            <a:ext cx="3352800" cy="505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7" name="TextBox 5">
            <a:extLst>
              <a:ext uri="{FF2B5EF4-FFF2-40B4-BE49-F238E27FC236}">
                <a16:creationId xmlns:a16="http://schemas.microsoft.com/office/drawing/2014/main" id="{E202A512-8227-78EC-0072-55BCA4C93BB5}"/>
              </a:ext>
            </a:extLst>
          </p:cNvPr>
          <p:cNvSpPr txBox="1">
            <a:spLocks noChangeArrowheads="1"/>
          </p:cNvSpPr>
          <p:nvPr/>
        </p:nvSpPr>
        <p:spPr bwMode="auto">
          <a:xfrm>
            <a:off x="7162800" y="3962400"/>
            <a:ext cx="1828800" cy="258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800"/>
              <a:t>Flexible grids</a:t>
            </a:r>
          </a:p>
          <a:p>
            <a:pPr>
              <a:spcBef>
                <a:spcPct val="0"/>
              </a:spcBef>
              <a:buFontTx/>
              <a:buNone/>
            </a:pPr>
            <a:endParaRPr lang="en-IN" altLang="en-US" sz="1800"/>
          </a:p>
          <a:p>
            <a:pPr>
              <a:spcBef>
                <a:spcPct val="0"/>
              </a:spcBef>
              <a:buFontTx/>
              <a:buNone/>
            </a:pPr>
            <a:r>
              <a:rPr lang="en-IN" altLang="en-US" sz="1400"/>
              <a:t>Allows varying layout depending on screen size</a:t>
            </a:r>
          </a:p>
          <a:p>
            <a:pPr>
              <a:spcBef>
                <a:spcPct val="0"/>
              </a:spcBef>
              <a:buFontTx/>
              <a:buNone/>
            </a:pPr>
            <a:endParaRPr lang="en-IN" altLang="en-US" sz="1400"/>
          </a:p>
          <a:p>
            <a:pPr>
              <a:spcBef>
                <a:spcPct val="0"/>
              </a:spcBef>
              <a:buFont typeface="Arial" panose="020B0604020202020204" pitchFamily="34" charset="0"/>
              <a:buNone/>
            </a:pPr>
            <a:r>
              <a:rPr lang="en-IN" altLang="en-US" sz="1400"/>
              <a:t>HTML5 and CSS3 help in specifying the display arrangement</a:t>
            </a:r>
          </a:p>
          <a:p>
            <a:pPr>
              <a:spcBef>
                <a:spcPct val="0"/>
              </a:spcBef>
              <a:buFontTx/>
              <a:buNone/>
            </a:pPr>
            <a:endParaRPr lang="en-IN" altLang="en-US" sz="1400"/>
          </a:p>
        </p:txBody>
      </p:sp>
      <p:sp>
        <p:nvSpPr>
          <p:cNvPr id="4" name="Date Placeholder 3">
            <a:extLst>
              <a:ext uri="{FF2B5EF4-FFF2-40B4-BE49-F238E27FC236}">
                <a16:creationId xmlns:a16="http://schemas.microsoft.com/office/drawing/2014/main" id="{8197BD98-9148-6F06-ED9A-0E69DC343737}"/>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5" name="Footer Placeholder 4">
            <a:extLst>
              <a:ext uri="{FF2B5EF4-FFF2-40B4-BE49-F238E27FC236}">
                <a16:creationId xmlns:a16="http://schemas.microsoft.com/office/drawing/2014/main" id="{2FA284FE-7495-1C8C-048B-18A0235DBC84}"/>
              </a:ext>
            </a:extLst>
          </p:cNvPr>
          <p:cNvSpPr>
            <a:spLocks noGrp="1"/>
          </p:cNvSpPr>
          <p:nvPr>
            <p:ph type="ftr" sz="quarter" idx="12"/>
          </p:nvPr>
        </p:nvSpPr>
        <p:spPr/>
        <p:txBody>
          <a:bodyPr/>
          <a:lstStyle/>
          <a:p>
            <a:pPr>
              <a:defRPr/>
            </a:pPr>
            <a:r>
              <a:rPr lang="en-US"/>
              <a:t>SSZG653 Software Architectures</a:t>
            </a:r>
          </a:p>
        </p:txBody>
      </p:sp>
      <p:sp>
        <p:nvSpPr>
          <p:cNvPr id="28680" name="Slide Number Placeholder 5">
            <a:extLst>
              <a:ext uri="{FF2B5EF4-FFF2-40B4-BE49-F238E27FC236}">
                <a16:creationId xmlns:a16="http://schemas.microsoft.com/office/drawing/2014/main" id="{4599367F-898A-0E60-3CB7-5B9375A0F1C4}"/>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7D3F2894-2553-417E-BC56-878E19B319CE}" type="slidenum">
              <a:rPr lang="en-US" altLang="en-US" sz="1200" smtClean="0">
                <a:solidFill>
                  <a:srgbClr val="898989"/>
                </a:solidFill>
              </a:rPr>
              <a:pPr>
                <a:spcBef>
                  <a:spcPct val="0"/>
                </a:spcBef>
                <a:buFontTx/>
                <a:buNone/>
              </a:pPr>
              <a:t>16</a:t>
            </a:fld>
            <a:endParaRPr lang="en-US" altLang="en-US" sz="1200">
              <a:solidFill>
                <a:srgbClr val="898989"/>
              </a:solidFill>
            </a:endParaRPr>
          </a:p>
        </p:txBody>
      </p:sp>
    </p:spTree>
    <p:extLst>
      <p:ext uri="{BB962C8B-B14F-4D97-AF65-F5344CB8AC3E}">
        <p14:creationId xmlns:p14="http://schemas.microsoft.com/office/powerpoint/2010/main" val="32867308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ontent Placeholder 1">
            <a:extLst>
              <a:ext uri="{FF2B5EF4-FFF2-40B4-BE49-F238E27FC236}">
                <a16:creationId xmlns:a16="http://schemas.microsoft.com/office/drawing/2014/main" id="{915307AF-46F0-CCF7-689A-0F2B9485DA7E}"/>
              </a:ext>
            </a:extLst>
          </p:cNvPr>
          <p:cNvSpPr>
            <a:spLocks noGrp="1"/>
          </p:cNvSpPr>
          <p:nvPr>
            <p:ph idx="1"/>
          </p:nvPr>
        </p:nvSpPr>
        <p:spPr>
          <a:xfrm>
            <a:off x="304800" y="1493838"/>
            <a:ext cx="8229600" cy="4525962"/>
          </a:xfrm>
        </p:spPr>
        <p:txBody>
          <a:bodyPr/>
          <a:lstStyle/>
          <a:p>
            <a:pPr fontAlgn="base">
              <a:spcAft>
                <a:spcPct val="0"/>
              </a:spcAft>
            </a:pPr>
            <a:r>
              <a:rPr lang="en-IN" altLang="en-US" dirty="0"/>
              <a:t>Have you used any other techniques in Presentation layer?</a:t>
            </a:r>
          </a:p>
        </p:txBody>
      </p:sp>
      <p:sp>
        <p:nvSpPr>
          <p:cNvPr id="3" name="Content Placeholder 2">
            <a:extLst>
              <a:ext uri="{FF2B5EF4-FFF2-40B4-BE49-F238E27FC236}">
                <a16:creationId xmlns:a16="http://schemas.microsoft.com/office/drawing/2014/main" id="{7C8C9453-8388-E6DC-7C7F-1EAFA3CEF749}"/>
              </a:ext>
            </a:extLst>
          </p:cNvPr>
          <p:cNvSpPr>
            <a:spLocks noGrp="1"/>
          </p:cNvSpPr>
          <p:nvPr>
            <p:ph sz="quarter" idx="10"/>
          </p:nvPr>
        </p:nvSpPr>
        <p:spPr/>
        <p:txBody>
          <a:bodyPr/>
          <a:lstStyle/>
          <a:p>
            <a:pPr>
              <a:defRPr/>
            </a:pPr>
            <a:r>
              <a:rPr lang="en-IN" dirty="0"/>
              <a:t>Presentation layer</a:t>
            </a:r>
          </a:p>
        </p:txBody>
      </p:sp>
      <p:sp>
        <p:nvSpPr>
          <p:cNvPr id="2" name="Date Placeholder 1">
            <a:extLst>
              <a:ext uri="{FF2B5EF4-FFF2-40B4-BE49-F238E27FC236}">
                <a16:creationId xmlns:a16="http://schemas.microsoft.com/office/drawing/2014/main" id="{28320402-C019-8227-3BE3-9039BC780C62}"/>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504A73B3-A482-418F-0F61-B24E33CF6FE6}"/>
              </a:ext>
            </a:extLst>
          </p:cNvPr>
          <p:cNvSpPr>
            <a:spLocks noGrp="1"/>
          </p:cNvSpPr>
          <p:nvPr>
            <p:ph type="ftr" sz="quarter" idx="12"/>
          </p:nvPr>
        </p:nvSpPr>
        <p:spPr/>
        <p:txBody>
          <a:bodyPr/>
          <a:lstStyle/>
          <a:p>
            <a:pPr>
              <a:defRPr/>
            </a:pPr>
            <a:r>
              <a:rPr lang="en-US"/>
              <a:t>SSZG653 Software Architectures</a:t>
            </a:r>
          </a:p>
        </p:txBody>
      </p:sp>
      <p:sp>
        <p:nvSpPr>
          <p:cNvPr id="29702" name="Slide Number Placeholder 4">
            <a:extLst>
              <a:ext uri="{FF2B5EF4-FFF2-40B4-BE49-F238E27FC236}">
                <a16:creationId xmlns:a16="http://schemas.microsoft.com/office/drawing/2014/main" id="{AAD49FEB-0E71-E896-442D-CC056B6EB324}"/>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C7B8B873-3E16-4061-8509-4E06B47FC807}" type="slidenum">
              <a:rPr lang="en-US" altLang="en-US" sz="1200" smtClean="0">
                <a:solidFill>
                  <a:srgbClr val="898989"/>
                </a:solidFill>
              </a:rPr>
              <a:pPr>
                <a:spcBef>
                  <a:spcPct val="0"/>
                </a:spcBef>
                <a:buFontTx/>
                <a:buNone/>
              </a:pPr>
              <a:t>17</a:t>
            </a:fld>
            <a:endParaRPr lang="en-US" altLang="en-US" sz="1200">
              <a:solidFill>
                <a:srgbClr val="898989"/>
              </a:solidFill>
            </a:endParaRPr>
          </a:p>
        </p:txBody>
      </p:sp>
    </p:spTree>
    <p:extLst>
      <p:ext uri="{BB962C8B-B14F-4D97-AF65-F5344CB8AC3E}">
        <p14:creationId xmlns:p14="http://schemas.microsoft.com/office/powerpoint/2010/main" val="30473023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FC45A6-87F3-A621-7ED1-DD37B6F635CD}"/>
              </a:ext>
            </a:extLst>
          </p:cNvPr>
          <p:cNvSpPr>
            <a:spLocks noGrp="1"/>
          </p:cNvSpPr>
          <p:nvPr>
            <p:ph sz="quarter" idx="10"/>
          </p:nvPr>
        </p:nvSpPr>
        <p:spPr/>
        <p:txBody>
          <a:bodyPr/>
          <a:lstStyle/>
          <a:p>
            <a:pPr>
              <a:defRPr/>
            </a:pPr>
            <a:r>
              <a:rPr lang="en-IN" dirty="0"/>
              <a:t>Business layer</a:t>
            </a:r>
          </a:p>
        </p:txBody>
      </p:sp>
      <p:pic>
        <p:nvPicPr>
          <p:cNvPr id="30723" name="Picture 3">
            <a:extLst>
              <a:ext uri="{FF2B5EF4-FFF2-40B4-BE49-F238E27FC236}">
                <a16:creationId xmlns:a16="http://schemas.microsoft.com/office/drawing/2014/main" id="{5BC3A01F-A86C-25B8-B3CF-F3A6524429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219200"/>
            <a:ext cx="5638800"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Date Placeholder 3">
            <a:extLst>
              <a:ext uri="{FF2B5EF4-FFF2-40B4-BE49-F238E27FC236}">
                <a16:creationId xmlns:a16="http://schemas.microsoft.com/office/drawing/2014/main" id="{27FFF9DD-BA7E-AB86-D281-BED31EEF3441}"/>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5" name="Footer Placeholder 4">
            <a:extLst>
              <a:ext uri="{FF2B5EF4-FFF2-40B4-BE49-F238E27FC236}">
                <a16:creationId xmlns:a16="http://schemas.microsoft.com/office/drawing/2014/main" id="{CB7CA6DA-76D8-842C-DA57-E7D7077C63F6}"/>
              </a:ext>
            </a:extLst>
          </p:cNvPr>
          <p:cNvSpPr>
            <a:spLocks noGrp="1"/>
          </p:cNvSpPr>
          <p:nvPr>
            <p:ph type="ftr" sz="quarter" idx="12"/>
          </p:nvPr>
        </p:nvSpPr>
        <p:spPr/>
        <p:txBody>
          <a:bodyPr/>
          <a:lstStyle/>
          <a:p>
            <a:pPr>
              <a:defRPr/>
            </a:pPr>
            <a:r>
              <a:rPr lang="en-US"/>
              <a:t>SSZG653 Software Architectures</a:t>
            </a:r>
          </a:p>
        </p:txBody>
      </p:sp>
      <p:sp>
        <p:nvSpPr>
          <p:cNvPr id="30726" name="Slide Number Placeholder 5">
            <a:extLst>
              <a:ext uri="{FF2B5EF4-FFF2-40B4-BE49-F238E27FC236}">
                <a16:creationId xmlns:a16="http://schemas.microsoft.com/office/drawing/2014/main" id="{00308F91-3E6C-BE81-6ED7-A6F52670412A}"/>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DF7E1313-E343-46D3-8BD9-251108C0CDC1}" type="slidenum">
              <a:rPr lang="en-US" altLang="en-US" sz="1200" smtClean="0">
                <a:solidFill>
                  <a:srgbClr val="898989"/>
                </a:solidFill>
              </a:rPr>
              <a:pPr>
                <a:spcBef>
                  <a:spcPct val="0"/>
                </a:spcBef>
                <a:buFontTx/>
                <a:buNone/>
              </a:pPr>
              <a:t>18</a:t>
            </a:fld>
            <a:endParaRPr lang="en-US" altLang="en-US" sz="1200">
              <a:solidFill>
                <a:srgbClr val="898989"/>
              </a:solidFill>
            </a:endParaRPr>
          </a:p>
        </p:txBody>
      </p:sp>
    </p:spTree>
    <p:extLst>
      <p:ext uri="{BB962C8B-B14F-4D97-AF65-F5344CB8AC3E}">
        <p14:creationId xmlns:p14="http://schemas.microsoft.com/office/powerpoint/2010/main" val="12874035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ontent Placeholder 1">
            <a:extLst>
              <a:ext uri="{FF2B5EF4-FFF2-40B4-BE49-F238E27FC236}">
                <a16:creationId xmlns:a16="http://schemas.microsoft.com/office/drawing/2014/main" id="{FAD5FD90-EB5A-02F0-FE69-CC5D8EA0E48E}"/>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IN" altLang="en-US"/>
              <a:t>Use Application façade to hide internal modules</a:t>
            </a:r>
          </a:p>
          <a:p>
            <a:pPr fontAlgn="base">
              <a:spcAft>
                <a:spcPct val="0"/>
              </a:spcAft>
              <a:buFont typeface="Arial" pitchFamily="34" charset="0"/>
              <a:buChar char="•"/>
            </a:pPr>
            <a:endParaRPr lang="en-IN" altLang="en-US"/>
          </a:p>
          <a:p>
            <a:pPr fontAlgn="base">
              <a:spcAft>
                <a:spcPct val="0"/>
              </a:spcAft>
              <a:buFont typeface="Arial" pitchFamily="34" charset="0"/>
              <a:buChar char="•"/>
            </a:pPr>
            <a:r>
              <a:rPr lang="en-IN" altLang="en-US"/>
              <a:t>Implement session management</a:t>
            </a:r>
          </a:p>
          <a:p>
            <a:pPr fontAlgn="base">
              <a:spcAft>
                <a:spcPct val="0"/>
              </a:spcAft>
              <a:buFont typeface="Arial" pitchFamily="34" charset="0"/>
              <a:buChar char="•"/>
            </a:pPr>
            <a:endParaRPr lang="en-IN" altLang="en-US"/>
          </a:p>
          <a:p>
            <a:pPr fontAlgn="base">
              <a:spcAft>
                <a:spcPct val="0"/>
              </a:spcAft>
              <a:buFont typeface="Arial" pitchFamily="34" charset="0"/>
              <a:buChar char="•"/>
            </a:pPr>
            <a:r>
              <a:rPr lang="en-IN" altLang="en-US"/>
              <a:t>Use Work flow engine, Rules engine, etc. for modifiability</a:t>
            </a:r>
          </a:p>
          <a:p>
            <a:pPr fontAlgn="base">
              <a:spcAft>
                <a:spcPct val="0"/>
              </a:spcAft>
              <a:buFont typeface="Arial" pitchFamily="34" charset="0"/>
              <a:buChar char="•"/>
            </a:pPr>
            <a:endParaRPr lang="en-IN" altLang="en-US"/>
          </a:p>
        </p:txBody>
      </p:sp>
      <p:sp>
        <p:nvSpPr>
          <p:cNvPr id="3" name="Content Placeholder 2">
            <a:extLst>
              <a:ext uri="{FF2B5EF4-FFF2-40B4-BE49-F238E27FC236}">
                <a16:creationId xmlns:a16="http://schemas.microsoft.com/office/drawing/2014/main" id="{97FC19A3-4A96-857C-1640-8BA4968EB6C3}"/>
              </a:ext>
            </a:extLst>
          </p:cNvPr>
          <p:cNvSpPr>
            <a:spLocks noGrp="1"/>
          </p:cNvSpPr>
          <p:nvPr>
            <p:ph sz="quarter" idx="10"/>
          </p:nvPr>
        </p:nvSpPr>
        <p:spPr/>
        <p:txBody>
          <a:bodyPr/>
          <a:lstStyle/>
          <a:p>
            <a:pPr>
              <a:defRPr/>
            </a:pPr>
            <a:r>
              <a:rPr lang="en-IN" dirty="0"/>
              <a:t>Business layer techniques</a:t>
            </a:r>
          </a:p>
        </p:txBody>
      </p:sp>
      <p:sp>
        <p:nvSpPr>
          <p:cNvPr id="2" name="Date Placeholder 1">
            <a:extLst>
              <a:ext uri="{FF2B5EF4-FFF2-40B4-BE49-F238E27FC236}">
                <a16:creationId xmlns:a16="http://schemas.microsoft.com/office/drawing/2014/main" id="{A68E551A-F570-7CE3-FEEB-67A5423C69F7}"/>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C423183A-90F9-D561-7726-D7F693F632C1}"/>
              </a:ext>
            </a:extLst>
          </p:cNvPr>
          <p:cNvSpPr>
            <a:spLocks noGrp="1"/>
          </p:cNvSpPr>
          <p:nvPr>
            <p:ph type="ftr" sz="quarter" idx="12"/>
          </p:nvPr>
        </p:nvSpPr>
        <p:spPr/>
        <p:txBody>
          <a:bodyPr/>
          <a:lstStyle/>
          <a:p>
            <a:pPr>
              <a:defRPr/>
            </a:pPr>
            <a:r>
              <a:rPr lang="en-US"/>
              <a:t>SSZG653 Software Architectures</a:t>
            </a:r>
          </a:p>
        </p:txBody>
      </p:sp>
      <p:sp>
        <p:nvSpPr>
          <p:cNvPr id="31750" name="Slide Number Placeholder 4">
            <a:extLst>
              <a:ext uri="{FF2B5EF4-FFF2-40B4-BE49-F238E27FC236}">
                <a16:creationId xmlns:a16="http://schemas.microsoft.com/office/drawing/2014/main" id="{D33C8C64-5E48-57B6-3F22-844EA3F4C88B}"/>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6D4EA23-73D3-4AB8-8F23-1923075F78AE}" type="slidenum">
              <a:rPr lang="en-US" altLang="en-US" sz="1200" smtClean="0">
                <a:solidFill>
                  <a:srgbClr val="898989"/>
                </a:solidFill>
              </a:rPr>
              <a:pPr>
                <a:spcBef>
                  <a:spcPct val="0"/>
                </a:spcBef>
                <a:buFontTx/>
                <a:buNone/>
              </a:pPr>
              <a:t>19</a:t>
            </a:fld>
            <a:endParaRPr lang="en-US" altLang="en-US" sz="1200">
              <a:solidFill>
                <a:srgbClr val="898989"/>
              </a:solidFill>
            </a:endParaRPr>
          </a:p>
        </p:txBody>
      </p:sp>
    </p:spTree>
    <p:extLst>
      <p:ext uri="{BB962C8B-B14F-4D97-AF65-F5344CB8AC3E}">
        <p14:creationId xmlns:p14="http://schemas.microsoft.com/office/powerpoint/2010/main" val="3190334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ACBF3-208A-4204-CD9E-40EAEF1323D9}"/>
              </a:ext>
            </a:extLst>
          </p:cNvPr>
          <p:cNvSpPr>
            <a:spLocks noGrp="1"/>
          </p:cNvSpPr>
          <p:nvPr>
            <p:ph type="title"/>
          </p:nvPr>
        </p:nvSpPr>
        <p:spPr/>
        <p:txBody>
          <a:bodyPr/>
          <a:lstStyle/>
          <a:p>
            <a:pPr>
              <a:defRPr/>
            </a:pPr>
            <a:r>
              <a:rPr lang="en-IN" sz="3200" dirty="0"/>
              <a:t>Facade: Making sub-system easier to use </a:t>
            </a:r>
          </a:p>
        </p:txBody>
      </p:sp>
      <p:sp>
        <p:nvSpPr>
          <p:cNvPr id="32771" name="Slide Number Placeholder 3">
            <a:extLst>
              <a:ext uri="{FF2B5EF4-FFF2-40B4-BE49-F238E27FC236}">
                <a16:creationId xmlns:a16="http://schemas.microsoft.com/office/drawing/2014/main" id="{3EF8FDA9-7892-B2DC-419F-8C170A84E690}"/>
              </a:ext>
            </a:extLst>
          </p:cNvPr>
          <p:cNvSpPr>
            <a:spLocks noGrp="1"/>
          </p:cNvSpPr>
          <p:nvPr>
            <p:ph type="sldNum" sz="quarter" idx="12"/>
          </p:nvPr>
        </p:nvSpPr>
        <p:spPr bwMode="auto">
          <a:xfrm>
            <a:off x="6553200" y="6356350"/>
            <a:ext cx="21336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defPPr>
              <a:defRPr lang="en-US"/>
            </a:defPPr>
            <a:lvl1pPr algn="r" rtl="0" eaLnBrk="1" fontAlgn="base" hangingPunct="1">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spcBef>
                <a:spcPct val="0"/>
              </a:spcBef>
              <a:buFontTx/>
              <a:buNone/>
              <a:defRPr/>
            </a:pPr>
            <a:fld id="{DB801A75-3409-42A6-9E96-A9F7CA98F978}" type="slidenum">
              <a:rPr lang="en-US" altLang="en-US" smtClean="0"/>
              <a:pPr>
                <a:spcBef>
                  <a:spcPct val="0"/>
                </a:spcBef>
                <a:buFontTx/>
                <a:buNone/>
                <a:defRPr/>
              </a:pPr>
              <a:t>20</a:t>
            </a:fld>
            <a:endParaRPr lang="en-US" altLang="en-US" sz="1200">
              <a:solidFill>
                <a:srgbClr val="898989"/>
              </a:solidFill>
            </a:endParaRPr>
          </a:p>
        </p:txBody>
      </p:sp>
      <p:pic>
        <p:nvPicPr>
          <p:cNvPr id="128002" name="Picture 2">
            <a:extLst>
              <a:ext uri="{FF2B5EF4-FFF2-40B4-BE49-F238E27FC236}">
                <a16:creationId xmlns:a16="http://schemas.microsoft.com/office/drawing/2014/main" id="{877086C6-E012-9831-98CC-F46C18EA6E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3413" y="1752600"/>
            <a:ext cx="7877175"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727DBF47-3BA6-A43A-8CD9-B0F37AB78834}"/>
              </a:ext>
            </a:extLst>
          </p:cNvPr>
          <p:cNvSpPr/>
          <p:nvPr/>
        </p:nvSpPr>
        <p:spPr>
          <a:xfrm>
            <a:off x="304800" y="4848225"/>
            <a:ext cx="8382000" cy="1323975"/>
          </a:xfrm>
          <a:prstGeom prst="rect">
            <a:avLst/>
          </a:prstGeom>
          <a:solidFill>
            <a:schemeClr val="accent6">
              <a:lumMod val="20000"/>
              <a:lumOff val="80000"/>
            </a:schemeClr>
          </a:solidFill>
        </p:spPr>
        <p:txBody>
          <a:bodyPr>
            <a:spAutoFit/>
          </a:bodyPr>
          <a:lstStyle/>
          <a:p>
            <a:pPr>
              <a:defRPr/>
            </a:pPr>
            <a:r>
              <a:rPr lang="en-IN" sz="1600" b="1" dirty="0"/>
              <a:t>Intent</a:t>
            </a:r>
            <a:r>
              <a:rPr lang="en-IN" sz="1600" dirty="0"/>
              <a:t>: </a:t>
            </a:r>
          </a:p>
          <a:p>
            <a:pPr marL="265113" indent="-265113">
              <a:buFont typeface="Arial" pitchFamily="34" charset="0"/>
              <a:buChar char="•"/>
              <a:defRPr/>
            </a:pPr>
            <a:r>
              <a:rPr lang="en-IN" sz="1600" dirty="0"/>
              <a:t>Provide a unified interface to a set of interfaces in a subsystem. </a:t>
            </a:r>
          </a:p>
          <a:p>
            <a:pPr marL="265113" indent="-265113">
              <a:buFont typeface="Arial" pitchFamily="34" charset="0"/>
              <a:buChar char="•"/>
              <a:defRPr/>
            </a:pPr>
            <a:r>
              <a:rPr lang="en-IN" sz="1600" dirty="0"/>
              <a:t>Facade defines a higher-level interface that makes the subsystem easier to use.</a:t>
            </a:r>
          </a:p>
          <a:p>
            <a:pPr marL="265113" indent="-265113">
              <a:buFont typeface="Arial" pitchFamily="34" charset="0"/>
              <a:buChar char="•"/>
              <a:defRPr/>
            </a:pPr>
            <a:r>
              <a:rPr lang="en-IN" sz="1600" dirty="0"/>
              <a:t>It typically involves a single wrapper class which contains a set of members required by client. </a:t>
            </a:r>
          </a:p>
        </p:txBody>
      </p:sp>
      <p:sp>
        <p:nvSpPr>
          <p:cNvPr id="3" name="Date Placeholder 2">
            <a:extLst>
              <a:ext uri="{FF2B5EF4-FFF2-40B4-BE49-F238E27FC236}">
                <a16:creationId xmlns:a16="http://schemas.microsoft.com/office/drawing/2014/main" id="{BD08E988-E56A-ED54-2A46-4EEFEA184C4A}"/>
              </a:ext>
            </a:extLst>
          </p:cNvPr>
          <p:cNvSpPr>
            <a:spLocks noGrp="1"/>
          </p:cNvSpPr>
          <p:nvPr>
            <p:ph type="dt" sz="quarter" idx="10"/>
          </p:nvPr>
        </p:nvSpPr>
        <p:spPr>
          <a:xfrm>
            <a:off x="457200" y="6356350"/>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endParaRPr lang="en-US" altLang="en-US"/>
          </a:p>
        </p:txBody>
      </p:sp>
      <p:sp>
        <p:nvSpPr>
          <p:cNvPr id="4" name="Footer Placeholder 3">
            <a:extLst>
              <a:ext uri="{FF2B5EF4-FFF2-40B4-BE49-F238E27FC236}">
                <a16:creationId xmlns:a16="http://schemas.microsoft.com/office/drawing/2014/main" id="{DEA549DA-8071-9CA1-B49A-50AFD23EBA1F}"/>
              </a:ext>
            </a:extLst>
          </p:cNvPr>
          <p:cNvSpPr>
            <a:spLocks noGrp="1"/>
          </p:cNvSpPr>
          <p:nvPr>
            <p:ph type="ftr" sz="quarter" idx="11"/>
          </p:nvPr>
        </p:nvSpPr>
        <p:spPr/>
        <p:txBody>
          <a:bodyPr/>
          <a:lstStyle/>
          <a:p>
            <a:pPr>
              <a:defRPr/>
            </a:pPr>
            <a:r>
              <a:rPr lang="en-US" altLang="en-US"/>
              <a:t>SSZG653 Software Architectures</a:t>
            </a:r>
          </a:p>
        </p:txBody>
      </p:sp>
    </p:spTree>
    <p:extLst>
      <p:ext uri="{BB962C8B-B14F-4D97-AF65-F5344CB8AC3E}">
        <p14:creationId xmlns:p14="http://schemas.microsoft.com/office/powerpoint/2010/main" val="98743398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800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bg/>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3"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355D3E-B75E-C8AD-EE79-2B28B7A728DB}"/>
              </a:ext>
            </a:extLst>
          </p:cNvPr>
          <p:cNvSpPr>
            <a:spLocks noGrp="1"/>
          </p:cNvSpPr>
          <p:nvPr>
            <p:ph sz="quarter" idx="10"/>
          </p:nvPr>
        </p:nvSpPr>
        <p:spPr/>
        <p:txBody>
          <a:bodyPr/>
          <a:lstStyle/>
          <a:p>
            <a:pPr>
              <a:defRPr/>
            </a:pPr>
            <a:r>
              <a:rPr lang="en-IN" dirty="0"/>
              <a:t>Example of Application façade: Flight booking</a:t>
            </a:r>
          </a:p>
        </p:txBody>
      </p:sp>
      <p:sp>
        <p:nvSpPr>
          <p:cNvPr id="4" name="Rectangle 3">
            <a:extLst>
              <a:ext uri="{FF2B5EF4-FFF2-40B4-BE49-F238E27FC236}">
                <a16:creationId xmlns:a16="http://schemas.microsoft.com/office/drawing/2014/main" id="{1BA7465E-3E04-69B7-F1D1-2818DDF4293C}"/>
              </a:ext>
            </a:extLst>
          </p:cNvPr>
          <p:cNvSpPr/>
          <p:nvPr/>
        </p:nvSpPr>
        <p:spPr bwMode="auto">
          <a:xfrm>
            <a:off x="3203575" y="3068638"/>
            <a:ext cx="1800225" cy="1008062"/>
          </a:xfrm>
          <a:prstGeom prst="rect">
            <a:avLst/>
          </a:prstGeom>
          <a:solidFill>
            <a:schemeClr val="accent1">
              <a:lumMod val="20000"/>
              <a:lumOff val="80000"/>
            </a:schemeClr>
          </a:solidFill>
          <a:ln w="9525" cap="flat" cmpd="sng" algn="ctr">
            <a:solidFill>
              <a:schemeClr val="tx1"/>
            </a:solidFill>
            <a:prstDash val="solid"/>
            <a:round/>
            <a:headEnd type="none" w="med" len="med"/>
            <a:tailEnd type="none" w="lg" len="lg"/>
          </a:ln>
          <a:effectLst/>
        </p:spPr>
        <p:txBody>
          <a:bodyPr/>
          <a:lstStyle/>
          <a:p>
            <a:pPr>
              <a:defRPr/>
            </a:pPr>
            <a:r>
              <a:rPr lang="en-IN" sz="1200" dirty="0" err="1">
                <a:latin typeface="Arial" charset="0"/>
              </a:rPr>
              <a:t>Booking_Engine</a:t>
            </a:r>
            <a:endParaRPr lang="en-IN" sz="1200" dirty="0">
              <a:latin typeface="Arial" charset="0"/>
            </a:endParaRPr>
          </a:p>
          <a:p>
            <a:pPr>
              <a:defRPr/>
            </a:pPr>
            <a:endParaRPr lang="en-IN" sz="1200" dirty="0">
              <a:latin typeface="Arial" charset="0"/>
            </a:endParaRPr>
          </a:p>
          <a:p>
            <a:pPr>
              <a:defRPr/>
            </a:pPr>
            <a:endParaRPr lang="en-IN" sz="1200" dirty="0">
              <a:latin typeface="Arial" charset="0"/>
            </a:endParaRPr>
          </a:p>
          <a:p>
            <a:pPr>
              <a:defRPr/>
            </a:pPr>
            <a:r>
              <a:rPr lang="en-IN" sz="1200" dirty="0" err="1">
                <a:latin typeface="Arial" charset="0"/>
              </a:rPr>
              <a:t>Get_flt_details</a:t>
            </a:r>
            <a:endParaRPr lang="en-IN" sz="1200" dirty="0">
              <a:latin typeface="Arial" charset="0"/>
            </a:endParaRPr>
          </a:p>
        </p:txBody>
      </p:sp>
      <p:sp>
        <p:nvSpPr>
          <p:cNvPr id="5" name="Rectangle 4">
            <a:extLst>
              <a:ext uri="{FF2B5EF4-FFF2-40B4-BE49-F238E27FC236}">
                <a16:creationId xmlns:a16="http://schemas.microsoft.com/office/drawing/2014/main" id="{47396231-BCFF-7283-271F-1BCD1908088E}"/>
              </a:ext>
            </a:extLst>
          </p:cNvPr>
          <p:cNvSpPr/>
          <p:nvPr/>
        </p:nvSpPr>
        <p:spPr bwMode="auto">
          <a:xfrm>
            <a:off x="1331913" y="4941888"/>
            <a:ext cx="1800225" cy="1008062"/>
          </a:xfrm>
          <a:prstGeom prst="rect">
            <a:avLst/>
          </a:prstGeom>
          <a:solidFill>
            <a:schemeClr val="accent3">
              <a:lumMod val="95000"/>
            </a:schemeClr>
          </a:solidFill>
          <a:ln w="9525" cap="flat" cmpd="sng" algn="ctr">
            <a:solidFill>
              <a:schemeClr val="tx1"/>
            </a:solidFill>
            <a:prstDash val="solid"/>
            <a:round/>
            <a:headEnd type="none" w="med" len="med"/>
            <a:tailEnd type="none" w="lg" len="lg"/>
          </a:ln>
          <a:effectLst/>
        </p:spPr>
        <p:txBody>
          <a:bodyPr/>
          <a:lstStyle/>
          <a:p>
            <a:pPr>
              <a:defRPr/>
            </a:pPr>
            <a:r>
              <a:rPr lang="en-IN" sz="1200" dirty="0">
                <a:latin typeface="Arial" charset="0"/>
              </a:rPr>
              <a:t>Schedule</a:t>
            </a:r>
          </a:p>
          <a:p>
            <a:pPr>
              <a:defRPr/>
            </a:pPr>
            <a:endParaRPr lang="en-IN" sz="1200" dirty="0">
              <a:latin typeface="Arial" charset="0"/>
            </a:endParaRPr>
          </a:p>
          <a:p>
            <a:pPr>
              <a:defRPr/>
            </a:pPr>
            <a:endParaRPr lang="en-IN" sz="1200" dirty="0">
              <a:latin typeface="Arial" charset="0"/>
            </a:endParaRPr>
          </a:p>
          <a:p>
            <a:pPr>
              <a:defRPr/>
            </a:pPr>
            <a:r>
              <a:rPr lang="en-IN" sz="1200" dirty="0" err="1">
                <a:latin typeface="Arial" charset="0"/>
              </a:rPr>
              <a:t>Get_flt_list</a:t>
            </a:r>
            <a:endParaRPr lang="en-IN" sz="1200" dirty="0">
              <a:latin typeface="Arial" charset="0"/>
            </a:endParaRPr>
          </a:p>
        </p:txBody>
      </p:sp>
      <p:sp>
        <p:nvSpPr>
          <p:cNvPr id="6" name="Rectangle 5">
            <a:extLst>
              <a:ext uri="{FF2B5EF4-FFF2-40B4-BE49-F238E27FC236}">
                <a16:creationId xmlns:a16="http://schemas.microsoft.com/office/drawing/2014/main" id="{B96CE3E4-90C4-2FB8-4518-88396F9FDF7F}"/>
              </a:ext>
            </a:extLst>
          </p:cNvPr>
          <p:cNvSpPr/>
          <p:nvPr/>
        </p:nvSpPr>
        <p:spPr bwMode="auto">
          <a:xfrm>
            <a:off x="3492500" y="4941888"/>
            <a:ext cx="1800225" cy="1008062"/>
          </a:xfrm>
          <a:prstGeom prst="rect">
            <a:avLst/>
          </a:prstGeom>
          <a:solidFill>
            <a:schemeClr val="accent3">
              <a:lumMod val="95000"/>
            </a:schemeClr>
          </a:solidFill>
          <a:ln w="9525" cap="flat" cmpd="sng" algn="ctr">
            <a:solidFill>
              <a:schemeClr val="tx1"/>
            </a:solidFill>
            <a:prstDash val="solid"/>
            <a:round/>
            <a:headEnd type="none" w="med" len="med"/>
            <a:tailEnd type="none" w="lg" len="lg"/>
          </a:ln>
          <a:effectLst/>
        </p:spPr>
        <p:txBody>
          <a:bodyPr/>
          <a:lstStyle/>
          <a:p>
            <a:pPr>
              <a:defRPr/>
            </a:pPr>
            <a:r>
              <a:rPr lang="en-IN" sz="1200" dirty="0"/>
              <a:t>Seat Inventory</a:t>
            </a:r>
          </a:p>
          <a:p>
            <a:pPr>
              <a:defRPr/>
            </a:pPr>
            <a:endParaRPr lang="en-IN" sz="1200" dirty="0"/>
          </a:p>
          <a:p>
            <a:pPr>
              <a:defRPr/>
            </a:pPr>
            <a:endParaRPr lang="en-IN" sz="1200" dirty="0">
              <a:latin typeface="Arial" charset="0"/>
            </a:endParaRPr>
          </a:p>
          <a:p>
            <a:pPr>
              <a:defRPr/>
            </a:pPr>
            <a:r>
              <a:rPr lang="en-IN" sz="1200" dirty="0" err="1">
                <a:latin typeface="Arial" charset="0"/>
              </a:rPr>
              <a:t>Get_seat_availability</a:t>
            </a:r>
            <a:endParaRPr lang="en-IN" sz="1200" dirty="0">
              <a:latin typeface="Arial" charset="0"/>
            </a:endParaRPr>
          </a:p>
        </p:txBody>
      </p:sp>
      <p:sp>
        <p:nvSpPr>
          <p:cNvPr id="7" name="Rectangle 6">
            <a:extLst>
              <a:ext uri="{FF2B5EF4-FFF2-40B4-BE49-F238E27FC236}">
                <a16:creationId xmlns:a16="http://schemas.microsoft.com/office/drawing/2014/main" id="{3EE90E6E-3CA3-B76C-BC11-AB101E174130}"/>
              </a:ext>
            </a:extLst>
          </p:cNvPr>
          <p:cNvSpPr/>
          <p:nvPr/>
        </p:nvSpPr>
        <p:spPr bwMode="auto">
          <a:xfrm>
            <a:off x="5724525" y="4941888"/>
            <a:ext cx="1800225" cy="1008062"/>
          </a:xfrm>
          <a:prstGeom prst="rect">
            <a:avLst/>
          </a:prstGeom>
          <a:solidFill>
            <a:schemeClr val="accent3">
              <a:lumMod val="95000"/>
            </a:schemeClr>
          </a:solidFill>
          <a:ln w="9525" cap="flat" cmpd="sng" algn="ctr">
            <a:solidFill>
              <a:schemeClr val="tx1"/>
            </a:solidFill>
            <a:prstDash val="solid"/>
            <a:round/>
            <a:headEnd type="none" w="med" len="med"/>
            <a:tailEnd type="none" w="lg" len="lg"/>
          </a:ln>
          <a:effectLst/>
        </p:spPr>
        <p:txBody>
          <a:bodyPr/>
          <a:lstStyle/>
          <a:p>
            <a:pPr>
              <a:defRPr/>
            </a:pPr>
            <a:r>
              <a:rPr lang="en-IN" sz="1200" dirty="0">
                <a:latin typeface="Arial" charset="0"/>
              </a:rPr>
              <a:t>Pricing</a:t>
            </a:r>
          </a:p>
          <a:p>
            <a:pPr>
              <a:defRPr/>
            </a:pPr>
            <a:endParaRPr lang="en-IN" sz="1200" dirty="0">
              <a:latin typeface="Arial" charset="0"/>
            </a:endParaRPr>
          </a:p>
          <a:p>
            <a:pPr>
              <a:defRPr/>
            </a:pPr>
            <a:endParaRPr lang="en-IN" sz="1200" dirty="0"/>
          </a:p>
          <a:p>
            <a:pPr>
              <a:defRPr/>
            </a:pPr>
            <a:r>
              <a:rPr lang="en-IN" sz="1200" dirty="0" err="1">
                <a:latin typeface="Arial" charset="0"/>
              </a:rPr>
              <a:t>Get_flt_price</a:t>
            </a:r>
            <a:endParaRPr lang="en-IN" sz="1200" dirty="0">
              <a:latin typeface="Arial" charset="0"/>
            </a:endParaRPr>
          </a:p>
        </p:txBody>
      </p:sp>
      <p:cxnSp>
        <p:nvCxnSpPr>
          <p:cNvPr id="33799" name="Straight Arrow Connector 7">
            <a:extLst>
              <a:ext uri="{FF2B5EF4-FFF2-40B4-BE49-F238E27FC236}">
                <a16:creationId xmlns:a16="http://schemas.microsoft.com/office/drawing/2014/main" id="{6AF82D06-7273-73C9-4E7C-F7197E1E525F}"/>
              </a:ext>
            </a:extLst>
          </p:cNvPr>
          <p:cNvCxnSpPr>
            <a:cxnSpLocks noChangeShapeType="1"/>
            <a:stCxn id="4" idx="2"/>
            <a:endCxn id="5" idx="0"/>
          </p:cNvCxnSpPr>
          <p:nvPr/>
        </p:nvCxnSpPr>
        <p:spPr bwMode="auto">
          <a:xfrm flipH="1">
            <a:off x="2232025" y="4076700"/>
            <a:ext cx="1871663" cy="8651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33800" name="Straight Arrow Connector 8">
            <a:extLst>
              <a:ext uri="{FF2B5EF4-FFF2-40B4-BE49-F238E27FC236}">
                <a16:creationId xmlns:a16="http://schemas.microsoft.com/office/drawing/2014/main" id="{39826AA7-0981-EE16-D9C7-65A69384F7FF}"/>
              </a:ext>
            </a:extLst>
          </p:cNvPr>
          <p:cNvCxnSpPr>
            <a:cxnSpLocks noChangeShapeType="1"/>
            <a:stCxn id="4" idx="2"/>
            <a:endCxn id="6" idx="0"/>
          </p:cNvCxnSpPr>
          <p:nvPr/>
        </p:nvCxnSpPr>
        <p:spPr bwMode="auto">
          <a:xfrm>
            <a:off x="4103688" y="4076700"/>
            <a:ext cx="288925" cy="8651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33801" name="Straight Arrow Connector 9">
            <a:extLst>
              <a:ext uri="{FF2B5EF4-FFF2-40B4-BE49-F238E27FC236}">
                <a16:creationId xmlns:a16="http://schemas.microsoft.com/office/drawing/2014/main" id="{88388720-54A3-291C-07C0-292F8C853ED0}"/>
              </a:ext>
            </a:extLst>
          </p:cNvPr>
          <p:cNvCxnSpPr>
            <a:cxnSpLocks noChangeShapeType="1"/>
            <a:stCxn id="4" idx="2"/>
            <a:endCxn id="7" idx="0"/>
          </p:cNvCxnSpPr>
          <p:nvPr/>
        </p:nvCxnSpPr>
        <p:spPr bwMode="auto">
          <a:xfrm>
            <a:off x="4103688" y="4076700"/>
            <a:ext cx="2520950" cy="8651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1" name="Rectangle 10">
            <a:extLst>
              <a:ext uri="{FF2B5EF4-FFF2-40B4-BE49-F238E27FC236}">
                <a16:creationId xmlns:a16="http://schemas.microsoft.com/office/drawing/2014/main" id="{DE3120AA-FDE1-01F8-0785-2176CF707E1C}"/>
              </a:ext>
            </a:extLst>
          </p:cNvPr>
          <p:cNvSpPr/>
          <p:nvPr/>
        </p:nvSpPr>
        <p:spPr bwMode="auto">
          <a:xfrm>
            <a:off x="3203575" y="1628775"/>
            <a:ext cx="1800225" cy="1008063"/>
          </a:xfrm>
          <a:prstGeom prst="rect">
            <a:avLst/>
          </a:prstGeom>
          <a:solidFill>
            <a:schemeClr val="accent6">
              <a:lumMod val="20000"/>
              <a:lumOff val="80000"/>
            </a:schemeClr>
          </a:solidFill>
          <a:ln w="9525" cap="flat" cmpd="sng" algn="ctr">
            <a:solidFill>
              <a:schemeClr val="tx1"/>
            </a:solidFill>
            <a:prstDash val="solid"/>
            <a:round/>
            <a:headEnd type="none" w="med" len="med"/>
            <a:tailEnd type="none" w="lg" len="lg"/>
          </a:ln>
          <a:effectLst/>
        </p:spPr>
        <p:txBody>
          <a:bodyPr/>
          <a:lstStyle/>
          <a:p>
            <a:pPr>
              <a:defRPr/>
            </a:pPr>
            <a:r>
              <a:rPr lang="en-IN" sz="1200" dirty="0" err="1"/>
              <a:t>Booking_User_Interace</a:t>
            </a:r>
            <a:endParaRPr lang="en-IN" sz="1200" dirty="0">
              <a:latin typeface="Arial" charset="0"/>
            </a:endParaRPr>
          </a:p>
          <a:p>
            <a:pPr>
              <a:defRPr/>
            </a:pPr>
            <a:endParaRPr lang="en-IN" sz="1200" dirty="0"/>
          </a:p>
          <a:p>
            <a:pPr>
              <a:defRPr/>
            </a:pPr>
            <a:endParaRPr lang="en-IN" sz="1200" dirty="0">
              <a:latin typeface="Arial" charset="0"/>
            </a:endParaRPr>
          </a:p>
          <a:p>
            <a:pPr>
              <a:defRPr/>
            </a:pPr>
            <a:r>
              <a:rPr lang="en-IN" sz="1200" dirty="0" err="1">
                <a:latin typeface="Arial" charset="0"/>
              </a:rPr>
              <a:t>Get_flt_details</a:t>
            </a:r>
            <a:endParaRPr lang="en-IN" sz="1200" dirty="0">
              <a:latin typeface="Arial" charset="0"/>
            </a:endParaRPr>
          </a:p>
        </p:txBody>
      </p:sp>
      <p:cxnSp>
        <p:nvCxnSpPr>
          <p:cNvPr id="33803" name="Straight Connector 11">
            <a:extLst>
              <a:ext uri="{FF2B5EF4-FFF2-40B4-BE49-F238E27FC236}">
                <a16:creationId xmlns:a16="http://schemas.microsoft.com/office/drawing/2014/main" id="{0F0504AA-02DE-FF32-DE9D-B50E7AC51AC3}"/>
              </a:ext>
            </a:extLst>
          </p:cNvPr>
          <p:cNvCxnSpPr>
            <a:cxnSpLocks noChangeShapeType="1"/>
          </p:cNvCxnSpPr>
          <p:nvPr/>
        </p:nvCxnSpPr>
        <p:spPr bwMode="auto">
          <a:xfrm>
            <a:off x="3203575" y="1916113"/>
            <a:ext cx="1800225" cy="0"/>
          </a:xfrm>
          <a:prstGeom prst="line">
            <a:avLst/>
          </a:prstGeom>
          <a:noFill/>
          <a:ln w="9525" algn="ctr">
            <a:solidFill>
              <a:schemeClr val="tx1"/>
            </a:solidFill>
            <a:round/>
            <a:headEnd/>
            <a:tailEnd type="none" w="lg" len="lg"/>
          </a:ln>
          <a:extLst>
            <a:ext uri="{909E8E84-426E-40DD-AFC4-6F175D3DCCD1}">
              <a14:hiddenFill xmlns:a14="http://schemas.microsoft.com/office/drawing/2010/main">
                <a:noFill/>
              </a14:hiddenFill>
            </a:ext>
          </a:extLst>
        </p:spPr>
      </p:cxnSp>
      <p:cxnSp>
        <p:nvCxnSpPr>
          <p:cNvPr id="33804" name="Straight Connector 12">
            <a:extLst>
              <a:ext uri="{FF2B5EF4-FFF2-40B4-BE49-F238E27FC236}">
                <a16:creationId xmlns:a16="http://schemas.microsoft.com/office/drawing/2014/main" id="{9390D1F0-7C75-5747-2A03-7CD32388C6E6}"/>
              </a:ext>
            </a:extLst>
          </p:cNvPr>
          <p:cNvCxnSpPr>
            <a:cxnSpLocks noChangeShapeType="1"/>
          </p:cNvCxnSpPr>
          <p:nvPr/>
        </p:nvCxnSpPr>
        <p:spPr bwMode="auto">
          <a:xfrm>
            <a:off x="3203575" y="2133600"/>
            <a:ext cx="1800225" cy="0"/>
          </a:xfrm>
          <a:prstGeom prst="line">
            <a:avLst/>
          </a:prstGeom>
          <a:noFill/>
          <a:ln w="9525" algn="ctr">
            <a:solidFill>
              <a:schemeClr val="tx1"/>
            </a:solidFill>
            <a:round/>
            <a:headEnd/>
            <a:tailEnd type="none" w="lg" len="lg"/>
          </a:ln>
          <a:extLst>
            <a:ext uri="{909E8E84-426E-40DD-AFC4-6F175D3DCCD1}">
              <a14:hiddenFill xmlns:a14="http://schemas.microsoft.com/office/drawing/2010/main">
                <a:noFill/>
              </a14:hiddenFill>
            </a:ext>
          </a:extLst>
        </p:spPr>
      </p:cxnSp>
      <p:cxnSp>
        <p:nvCxnSpPr>
          <p:cNvPr id="33805" name="Straight Connector 13">
            <a:extLst>
              <a:ext uri="{FF2B5EF4-FFF2-40B4-BE49-F238E27FC236}">
                <a16:creationId xmlns:a16="http://schemas.microsoft.com/office/drawing/2014/main" id="{269B77C3-536C-503E-DF96-37AA176785E1}"/>
              </a:ext>
            </a:extLst>
          </p:cNvPr>
          <p:cNvCxnSpPr>
            <a:cxnSpLocks noChangeShapeType="1"/>
          </p:cNvCxnSpPr>
          <p:nvPr/>
        </p:nvCxnSpPr>
        <p:spPr bwMode="auto">
          <a:xfrm>
            <a:off x="3203575" y="3357563"/>
            <a:ext cx="1800225" cy="0"/>
          </a:xfrm>
          <a:prstGeom prst="line">
            <a:avLst/>
          </a:prstGeom>
          <a:noFill/>
          <a:ln w="9525" algn="ctr">
            <a:solidFill>
              <a:schemeClr val="tx1"/>
            </a:solidFill>
            <a:round/>
            <a:headEnd/>
            <a:tailEnd type="none" w="lg" len="lg"/>
          </a:ln>
          <a:extLst>
            <a:ext uri="{909E8E84-426E-40DD-AFC4-6F175D3DCCD1}">
              <a14:hiddenFill xmlns:a14="http://schemas.microsoft.com/office/drawing/2010/main">
                <a:noFill/>
              </a14:hiddenFill>
            </a:ext>
          </a:extLst>
        </p:spPr>
      </p:cxnSp>
      <p:cxnSp>
        <p:nvCxnSpPr>
          <p:cNvPr id="33806" name="Straight Connector 14">
            <a:extLst>
              <a:ext uri="{FF2B5EF4-FFF2-40B4-BE49-F238E27FC236}">
                <a16:creationId xmlns:a16="http://schemas.microsoft.com/office/drawing/2014/main" id="{84C36A4E-A760-F55C-D72F-172FADB01B7E}"/>
              </a:ext>
            </a:extLst>
          </p:cNvPr>
          <p:cNvCxnSpPr>
            <a:cxnSpLocks noChangeShapeType="1"/>
          </p:cNvCxnSpPr>
          <p:nvPr/>
        </p:nvCxnSpPr>
        <p:spPr bwMode="auto">
          <a:xfrm>
            <a:off x="3203575" y="3573463"/>
            <a:ext cx="1800225" cy="0"/>
          </a:xfrm>
          <a:prstGeom prst="line">
            <a:avLst/>
          </a:prstGeom>
          <a:noFill/>
          <a:ln w="9525" algn="ctr">
            <a:solidFill>
              <a:schemeClr val="tx1"/>
            </a:solidFill>
            <a:round/>
            <a:headEnd/>
            <a:tailEnd type="none" w="lg" len="lg"/>
          </a:ln>
          <a:extLst>
            <a:ext uri="{909E8E84-426E-40DD-AFC4-6F175D3DCCD1}">
              <a14:hiddenFill xmlns:a14="http://schemas.microsoft.com/office/drawing/2010/main">
                <a:noFill/>
              </a14:hiddenFill>
            </a:ext>
          </a:extLst>
        </p:spPr>
      </p:cxnSp>
      <p:cxnSp>
        <p:nvCxnSpPr>
          <p:cNvPr id="33807" name="Straight Connector 15">
            <a:extLst>
              <a:ext uri="{FF2B5EF4-FFF2-40B4-BE49-F238E27FC236}">
                <a16:creationId xmlns:a16="http://schemas.microsoft.com/office/drawing/2014/main" id="{4B714046-6E18-B8E4-4F59-95E5456C7059}"/>
              </a:ext>
            </a:extLst>
          </p:cNvPr>
          <p:cNvCxnSpPr>
            <a:cxnSpLocks noChangeShapeType="1"/>
          </p:cNvCxnSpPr>
          <p:nvPr/>
        </p:nvCxnSpPr>
        <p:spPr bwMode="auto">
          <a:xfrm>
            <a:off x="1331913" y="5229225"/>
            <a:ext cx="1800225" cy="0"/>
          </a:xfrm>
          <a:prstGeom prst="line">
            <a:avLst/>
          </a:prstGeom>
          <a:noFill/>
          <a:ln w="9525" algn="ctr">
            <a:solidFill>
              <a:schemeClr val="tx1"/>
            </a:solidFill>
            <a:round/>
            <a:headEnd/>
            <a:tailEnd type="none" w="lg" len="lg"/>
          </a:ln>
          <a:extLst>
            <a:ext uri="{909E8E84-426E-40DD-AFC4-6F175D3DCCD1}">
              <a14:hiddenFill xmlns:a14="http://schemas.microsoft.com/office/drawing/2010/main">
                <a:noFill/>
              </a14:hiddenFill>
            </a:ext>
          </a:extLst>
        </p:spPr>
      </p:cxnSp>
      <p:cxnSp>
        <p:nvCxnSpPr>
          <p:cNvPr id="33808" name="Straight Connector 16">
            <a:extLst>
              <a:ext uri="{FF2B5EF4-FFF2-40B4-BE49-F238E27FC236}">
                <a16:creationId xmlns:a16="http://schemas.microsoft.com/office/drawing/2014/main" id="{992CEA1F-3D76-ACDE-643E-4C8AD4D8728F}"/>
              </a:ext>
            </a:extLst>
          </p:cNvPr>
          <p:cNvCxnSpPr>
            <a:cxnSpLocks noChangeShapeType="1"/>
          </p:cNvCxnSpPr>
          <p:nvPr/>
        </p:nvCxnSpPr>
        <p:spPr bwMode="auto">
          <a:xfrm>
            <a:off x="1331913" y="5445125"/>
            <a:ext cx="1800225" cy="0"/>
          </a:xfrm>
          <a:prstGeom prst="line">
            <a:avLst/>
          </a:prstGeom>
          <a:noFill/>
          <a:ln w="9525" algn="ctr">
            <a:solidFill>
              <a:schemeClr val="tx1"/>
            </a:solidFill>
            <a:round/>
            <a:headEnd/>
            <a:tailEnd type="none" w="lg" len="lg"/>
          </a:ln>
          <a:extLst>
            <a:ext uri="{909E8E84-426E-40DD-AFC4-6F175D3DCCD1}">
              <a14:hiddenFill xmlns:a14="http://schemas.microsoft.com/office/drawing/2010/main">
                <a:noFill/>
              </a14:hiddenFill>
            </a:ext>
          </a:extLst>
        </p:spPr>
      </p:cxnSp>
      <p:cxnSp>
        <p:nvCxnSpPr>
          <p:cNvPr id="33809" name="Straight Connector 17">
            <a:extLst>
              <a:ext uri="{FF2B5EF4-FFF2-40B4-BE49-F238E27FC236}">
                <a16:creationId xmlns:a16="http://schemas.microsoft.com/office/drawing/2014/main" id="{DD58452D-040C-C440-4CEE-48C6611869A1}"/>
              </a:ext>
            </a:extLst>
          </p:cNvPr>
          <p:cNvCxnSpPr>
            <a:cxnSpLocks noChangeShapeType="1"/>
          </p:cNvCxnSpPr>
          <p:nvPr/>
        </p:nvCxnSpPr>
        <p:spPr bwMode="auto">
          <a:xfrm>
            <a:off x="3492500" y="5229225"/>
            <a:ext cx="1800225" cy="0"/>
          </a:xfrm>
          <a:prstGeom prst="line">
            <a:avLst/>
          </a:prstGeom>
          <a:noFill/>
          <a:ln w="9525" algn="ctr">
            <a:solidFill>
              <a:schemeClr val="tx1"/>
            </a:solidFill>
            <a:round/>
            <a:headEnd/>
            <a:tailEnd type="none" w="lg" len="lg"/>
          </a:ln>
          <a:extLst>
            <a:ext uri="{909E8E84-426E-40DD-AFC4-6F175D3DCCD1}">
              <a14:hiddenFill xmlns:a14="http://schemas.microsoft.com/office/drawing/2010/main">
                <a:noFill/>
              </a14:hiddenFill>
            </a:ext>
          </a:extLst>
        </p:spPr>
      </p:cxnSp>
      <p:cxnSp>
        <p:nvCxnSpPr>
          <p:cNvPr id="33810" name="Straight Connector 18">
            <a:extLst>
              <a:ext uri="{FF2B5EF4-FFF2-40B4-BE49-F238E27FC236}">
                <a16:creationId xmlns:a16="http://schemas.microsoft.com/office/drawing/2014/main" id="{90281AEC-44F1-7525-AC49-3E1ADE9DA84E}"/>
              </a:ext>
            </a:extLst>
          </p:cNvPr>
          <p:cNvCxnSpPr>
            <a:cxnSpLocks noChangeShapeType="1"/>
          </p:cNvCxnSpPr>
          <p:nvPr/>
        </p:nvCxnSpPr>
        <p:spPr bwMode="auto">
          <a:xfrm>
            <a:off x="3492500" y="5445125"/>
            <a:ext cx="1800225" cy="0"/>
          </a:xfrm>
          <a:prstGeom prst="line">
            <a:avLst/>
          </a:prstGeom>
          <a:noFill/>
          <a:ln w="9525" algn="ctr">
            <a:solidFill>
              <a:schemeClr val="tx1"/>
            </a:solidFill>
            <a:round/>
            <a:headEnd/>
            <a:tailEnd type="none" w="lg" len="lg"/>
          </a:ln>
          <a:extLst>
            <a:ext uri="{909E8E84-426E-40DD-AFC4-6F175D3DCCD1}">
              <a14:hiddenFill xmlns:a14="http://schemas.microsoft.com/office/drawing/2010/main">
                <a:noFill/>
              </a14:hiddenFill>
            </a:ext>
          </a:extLst>
        </p:spPr>
      </p:cxnSp>
      <p:cxnSp>
        <p:nvCxnSpPr>
          <p:cNvPr id="33811" name="Straight Connector 19">
            <a:extLst>
              <a:ext uri="{FF2B5EF4-FFF2-40B4-BE49-F238E27FC236}">
                <a16:creationId xmlns:a16="http://schemas.microsoft.com/office/drawing/2014/main" id="{D1438623-2823-C7BA-D91F-BB0650C309E3}"/>
              </a:ext>
            </a:extLst>
          </p:cNvPr>
          <p:cNvCxnSpPr>
            <a:cxnSpLocks noChangeShapeType="1"/>
          </p:cNvCxnSpPr>
          <p:nvPr/>
        </p:nvCxnSpPr>
        <p:spPr bwMode="auto">
          <a:xfrm>
            <a:off x="5724525" y="5229225"/>
            <a:ext cx="1800225" cy="0"/>
          </a:xfrm>
          <a:prstGeom prst="line">
            <a:avLst/>
          </a:prstGeom>
          <a:noFill/>
          <a:ln w="9525" algn="ctr">
            <a:solidFill>
              <a:schemeClr val="tx1"/>
            </a:solidFill>
            <a:round/>
            <a:headEnd/>
            <a:tailEnd type="none" w="lg" len="lg"/>
          </a:ln>
          <a:extLst>
            <a:ext uri="{909E8E84-426E-40DD-AFC4-6F175D3DCCD1}">
              <a14:hiddenFill xmlns:a14="http://schemas.microsoft.com/office/drawing/2010/main">
                <a:noFill/>
              </a14:hiddenFill>
            </a:ext>
          </a:extLst>
        </p:spPr>
      </p:cxnSp>
      <p:cxnSp>
        <p:nvCxnSpPr>
          <p:cNvPr id="33812" name="Straight Connector 20">
            <a:extLst>
              <a:ext uri="{FF2B5EF4-FFF2-40B4-BE49-F238E27FC236}">
                <a16:creationId xmlns:a16="http://schemas.microsoft.com/office/drawing/2014/main" id="{1FF70E5B-B760-3C06-BA53-3E07FB055200}"/>
              </a:ext>
            </a:extLst>
          </p:cNvPr>
          <p:cNvCxnSpPr>
            <a:cxnSpLocks noChangeShapeType="1"/>
          </p:cNvCxnSpPr>
          <p:nvPr/>
        </p:nvCxnSpPr>
        <p:spPr bwMode="auto">
          <a:xfrm>
            <a:off x="5724525" y="5445125"/>
            <a:ext cx="1800225" cy="0"/>
          </a:xfrm>
          <a:prstGeom prst="line">
            <a:avLst/>
          </a:prstGeom>
          <a:noFill/>
          <a:ln w="9525" algn="ctr">
            <a:solidFill>
              <a:schemeClr val="tx1"/>
            </a:solidFill>
            <a:round/>
            <a:headEnd/>
            <a:tailEnd type="none" w="lg" len="lg"/>
          </a:ln>
          <a:extLst>
            <a:ext uri="{909E8E84-426E-40DD-AFC4-6F175D3DCCD1}">
              <a14:hiddenFill xmlns:a14="http://schemas.microsoft.com/office/drawing/2010/main">
                <a:noFill/>
              </a14:hiddenFill>
            </a:ext>
          </a:extLst>
        </p:spPr>
      </p:cxnSp>
      <p:cxnSp>
        <p:nvCxnSpPr>
          <p:cNvPr id="33813" name="Straight Connector 21">
            <a:extLst>
              <a:ext uri="{FF2B5EF4-FFF2-40B4-BE49-F238E27FC236}">
                <a16:creationId xmlns:a16="http://schemas.microsoft.com/office/drawing/2014/main" id="{1B682D1A-9344-94E6-DEE8-86E64D8DEFEB}"/>
              </a:ext>
            </a:extLst>
          </p:cNvPr>
          <p:cNvCxnSpPr>
            <a:cxnSpLocks noChangeShapeType="1"/>
          </p:cNvCxnSpPr>
          <p:nvPr/>
        </p:nvCxnSpPr>
        <p:spPr bwMode="auto">
          <a:xfrm>
            <a:off x="468313" y="2852738"/>
            <a:ext cx="7775575" cy="0"/>
          </a:xfrm>
          <a:prstGeom prst="line">
            <a:avLst/>
          </a:prstGeom>
          <a:noFill/>
          <a:ln w="9525" algn="ctr">
            <a:solidFill>
              <a:schemeClr val="tx1"/>
            </a:solidFill>
            <a:prstDash val="dash"/>
            <a:round/>
            <a:headEnd/>
            <a:tailEnd type="none" w="lg" len="lg"/>
          </a:ln>
          <a:extLst>
            <a:ext uri="{909E8E84-426E-40DD-AFC4-6F175D3DCCD1}">
              <a14:hiddenFill xmlns:a14="http://schemas.microsoft.com/office/drawing/2010/main">
                <a:noFill/>
              </a14:hiddenFill>
            </a:ext>
          </a:extLst>
        </p:spPr>
      </p:cxnSp>
      <p:cxnSp>
        <p:nvCxnSpPr>
          <p:cNvPr id="33814" name="Straight Arrow Connector 22">
            <a:extLst>
              <a:ext uri="{FF2B5EF4-FFF2-40B4-BE49-F238E27FC236}">
                <a16:creationId xmlns:a16="http://schemas.microsoft.com/office/drawing/2014/main" id="{F3B9EDB9-AEF6-5BB9-77F3-64257469A1C7}"/>
              </a:ext>
            </a:extLst>
          </p:cNvPr>
          <p:cNvCxnSpPr>
            <a:cxnSpLocks noChangeShapeType="1"/>
            <a:stCxn id="11" idx="2"/>
            <a:endCxn id="4" idx="0"/>
          </p:cNvCxnSpPr>
          <p:nvPr/>
        </p:nvCxnSpPr>
        <p:spPr bwMode="auto">
          <a:xfrm>
            <a:off x="4103688" y="2636838"/>
            <a:ext cx="0" cy="431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33815" name="TextBox 1">
            <a:extLst>
              <a:ext uri="{FF2B5EF4-FFF2-40B4-BE49-F238E27FC236}">
                <a16:creationId xmlns:a16="http://schemas.microsoft.com/office/drawing/2014/main" id="{30B47602-32A8-15FB-5C80-E902FE9F9BC0}"/>
              </a:ext>
            </a:extLst>
          </p:cNvPr>
          <p:cNvSpPr txBox="1">
            <a:spLocks noChangeArrowheads="1"/>
          </p:cNvSpPr>
          <p:nvPr/>
        </p:nvSpPr>
        <p:spPr bwMode="auto">
          <a:xfrm>
            <a:off x="6624638" y="1916113"/>
            <a:ext cx="774700" cy="369887"/>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800"/>
              <a:t>Client</a:t>
            </a:r>
          </a:p>
        </p:txBody>
      </p:sp>
      <p:sp>
        <p:nvSpPr>
          <p:cNvPr id="33816" name="TextBox 64">
            <a:extLst>
              <a:ext uri="{FF2B5EF4-FFF2-40B4-BE49-F238E27FC236}">
                <a16:creationId xmlns:a16="http://schemas.microsoft.com/office/drawing/2014/main" id="{DF9D9DBE-FA09-2FB9-5D05-04CC27D73991}"/>
              </a:ext>
            </a:extLst>
          </p:cNvPr>
          <p:cNvSpPr txBox="1">
            <a:spLocks noChangeArrowheads="1"/>
          </p:cNvSpPr>
          <p:nvPr/>
        </p:nvSpPr>
        <p:spPr bwMode="auto">
          <a:xfrm>
            <a:off x="6629400" y="3287713"/>
            <a:ext cx="863600" cy="369887"/>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800"/>
              <a:t>Server</a:t>
            </a:r>
          </a:p>
        </p:txBody>
      </p:sp>
      <p:sp>
        <p:nvSpPr>
          <p:cNvPr id="8" name="Date Placeholder 7">
            <a:extLst>
              <a:ext uri="{FF2B5EF4-FFF2-40B4-BE49-F238E27FC236}">
                <a16:creationId xmlns:a16="http://schemas.microsoft.com/office/drawing/2014/main" id="{E6335D2A-CD3E-E3E5-0BF2-F67C3AE07031}"/>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9" name="Footer Placeholder 8">
            <a:extLst>
              <a:ext uri="{FF2B5EF4-FFF2-40B4-BE49-F238E27FC236}">
                <a16:creationId xmlns:a16="http://schemas.microsoft.com/office/drawing/2014/main" id="{664D593F-678B-F22F-2E26-003B616B04EB}"/>
              </a:ext>
            </a:extLst>
          </p:cNvPr>
          <p:cNvSpPr>
            <a:spLocks noGrp="1"/>
          </p:cNvSpPr>
          <p:nvPr>
            <p:ph type="ftr" sz="quarter" idx="12"/>
          </p:nvPr>
        </p:nvSpPr>
        <p:spPr/>
        <p:txBody>
          <a:bodyPr/>
          <a:lstStyle/>
          <a:p>
            <a:pPr>
              <a:defRPr/>
            </a:pPr>
            <a:r>
              <a:rPr lang="en-US"/>
              <a:t>SSZG653 Software Architectures</a:t>
            </a:r>
          </a:p>
        </p:txBody>
      </p:sp>
      <p:sp>
        <p:nvSpPr>
          <p:cNvPr id="33819" name="Slide Number Placeholder 9">
            <a:extLst>
              <a:ext uri="{FF2B5EF4-FFF2-40B4-BE49-F238E27FC236}">
                <a16:creationId xmlns:a16="http://schemas.microsoft.com/office/drawing/2014/main" id="{9235AC68-BCC3-2108-1F79-3E3FB8803D93}"/>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1AEF6697-264B-47EA-B7C5-4F53BE0D490A}" type="slidenum">
              <a:rPr lang="en-US" altLang="en-US" sz="1200" smtClean="0">
                <a:solidFill>
                  <a:srgbClr val="898989"/>
                </a:solidFill>
              </a:rPr>
              <a:pPr>
                <a:spcBef>
                  <a:spcPct val="0"/>
                </a:spcBef>
                <a:buFontTx/>
                <a:buNone/>
              </a:pPr>
              <a:t>21</a:t>
            </a:fld>
            <a:endParaRPr lang="en-US" altLang="en-US" sz="1200">
              <a:solidFill>
                <a:srgbClr val="898989"/>
              </a:solidFill>
            </a:endParaRPr>
          </a:p>
        </p:txBody>
      </p:sp>
    </p:spTree>
    <p:extLst>
      <p:ext uri="{BB962C8B-B14F-4D97-AF65-F5344CB8AC3E}">
        <p14:creationId xmlns:p14="http://schemas.microsoft.com/office/powerpoint/2010/main" val="32620802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Content Placeholder 4">
            <a:extLst>
              <a:ext uri="{FF2B5EF4-FFF2-40B4-BE49-F238E27FC236}">
                <a16:creationId xmlns:a16="http://schemas.microsoft.com/office/drawing/2014/main" id="{E6C2215C-3CD3-BED7-A1B8-3ECBF8C0B986}"/>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a:xfrm>
            <a:off x="2286000" y="2895600"/>
            <a:ext cx="1265238" cy="838200"/>
          </a:xfrm>
        </p:spPr>
      </p:pic>
      <p:sp>
        <p:nvSpPr>
          <p:cNvPr id="3" name="Content Placeholder 2">
            <a:extLst>
              <a:ext uri="{FF2B5EF4-FFF2-40B4-BE49-F238E27FC236}">
                <a16:creationId xmlns:a16="http://schemas.microsoft.com/office/drawing/2014/main" id="{396E2814-D8B7-37E4-A421-0403A9DA63E9}"/>
              </a:ext>
            </a:extLst>
          </p:cNvPr>
          <p:cNvSpPr>
            <a:spLocks noGrp="1"/>
          </p:cNvSpPr>
          <p:nvPr>
            <p:ph sz="quarter" idx="10"/>
          </p:nvPr>
        </p:nvSpPr>
        <p:spPr/>
        <p:txBody>
          <a:bodyPr/>
          <a:lstStyle/>
          <a:p>
            <a:pPr>
              <a:defRPr/>
            </a:pPr>
            <a:r>
              <a:rPr lang="en-IN" dirty="0"/>
              <a:t>Session management</a:t>
            </a:r>
          </a:p>
        </p:txBody>
      </p:sp>
      <p:sp>
        <p:nvSpPr>
          <p:cNvPr id="4" name="Rectangle 3">
            <a:extLst>
              <a:ext uri="{FF2B5EF4-FFF2-40B4-BE49-F238E27FC236}">
                <a16:creationId xmlns:a16="http://schemas.microsoft.com/office/drawing/2014/main" id="{689EC118-4A6B-A9FC-CE5B-9071CFDE046F}"/>
              </a:ext>
            </a:extLst>
          </p:cNvPr>
          <p:cNvSpPr/>
          <p:nvPr/>
        </p:nvSpPr>
        <p:spPr>
          <a:xfrm>
            <a:off x="304800" y="3124200"/>
            <a:ext cx="1066800" cy="609600"/>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solidFill>
                  <a:schemeClr val="tx1"/>
                </a:solidFill>
              </a:rPr>
              <a:t>Browser</a:t>
            </a:r>
          </a:p>
        </p:txBody>
      </p:sp>
      <p:sp>
        <p:nvSpPr>
          <p:cNvPr id="6" name="Rectangle 5">
            <a:extLst>
              <a:ext uri="{FF2B5EF4-FFF2-40B4-BE49-F238E27FC236}">
                <a16:creationId xmlns:a16="http://schemas.microsoft.com/office/drawing/2014/main" id="{31C06B80-8C4F-A3C8-AFA4-C1E52A8EEBD1}"/>
              </a:ext>
            </a:extLst>
          </p:cNvPr>
          <p:cNvSpPr/>
          <p:nvPr/>
        </p:nvSpPr>
        <p:spPr>
          <a:xfrm>
            <a:off x="3962400" y="1828800"/>
            <a:ext cx="5029200" cy="4267200"/>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dirty="0"/>
          </a:p>
        </p:txBody>
      </p:sp>
      <p:sp>
        <p:nvSpPr>
          <p:cNvPr id="7" name="Rectangle 6">
            <a:extLst>
              <a:ext uri="{FF2B5EF4-FFF2-40B4-BE49-F238E27FC236}">
                <a16:creationId xmlns:a16="http://schemas.microsoft.com/office/drawing/2014/main" id="{F2250BD6-16FD-CD03-AF85-7A5A165C0159}"/>
              </a:ext>
            </a:extLst>
          </p:cNvPr>
          <p:cNvSpPr/>
          <p:nvPr/>
        </p:nvSpPr>
        <p:spPr>
          <a:xfrm>
            <a:off x="4343400" y="2133600"/>
            <a:ext cx="914400" cy="365760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solidFill>
                  <a:schemeClr val="tx1"/>
                </a:solidFill>
              </a:rPr>
              <a:t>Web Server</a:t>
            </a:r>
          </a:p>
        </p:txBody>
      </p:sp>
      <p:sp>
        <p:nvSpPr>
          <p:cNvPr id="9" name="Rectangle 8">
            <a:extLst>
              <a:ext uri="{FF2B5EF4-FFF2-40B4-BE49-F238E27FC236}">
                <a16:creationId xmlns:a16="http://schemas.microsoft.com/office/drawing/2014/main" id="{B3DB1FD2-5386-6B7D-1405-7FBC24007120}"/>
              </a:ext>
            </a:extLst>
          </p:cNvPr>
          <p:cNvSpPr/>
          <p:nvPr/>
        </p:nvSpPr>
        <p:spPr>
          <a:xfrm>
            <a:off x="6400800" y="2205038"/>
            <a:ext cx="1066800" cy="609600"/>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solidFill>
                  <a:schemeClr val="tx1"/>
                </a:solidFill>
              </a:rPr>
              <a:t>Add to Cart</a:t>
            </a:r>
          </a:p>
        </p:txBody>
      </p:sp>
      <p:sp>
        <p:nvSpPr>
          <p:cNvPr id="10" name="Rectangle 9">
            <a:extLst>
              <a:ext uri="{FF2B5EF4-FFF2-40B4-BE49-F238E27FC236}">
                <a16:creationId xmlns:a16="http://schemas.microsoft.com/office/drawing/2014/main" id="{DA5552B4-0076-955B-6B3A-4EA4FE59685C}"/>
              </a:ext>
            </a:extLst>
          </p:cNvPr>
          <p:cNvSpPr/>
          <p:nvPr/>
        </p:nvSpPr>
        <p:spPr>
          <a:xfrm>
            <a:off x="6400800" y="4724400"/>
            <a:ext cx="1066800" cy="609600"/>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solidFill>
                  <a:schemeClr val="tx1"/>
                </a:solidFill>
              </a:rPr>
              <a:t>Add to Cart</a:t>
            </a:r>
          </a:p>
        </p:txBody>
      </p:sp>
      <p:sp>
        <p:nvSpPr>
          <p:cNvPr id="34825" name="TextBox 10">
            <a:extLst>
              <a:ext uri="{FF2B5EF4-FFF2-40B4-BE49-F238E27FC236}">
                <a16:creationId xmlns:a16="http://schemas.microsoft.com/office/drawing/2014/main" id="{025F64B4-03E0-5CAC-ACBE-5F03027BAAFE}"/>
              </a:ext>
            </a:extLst>
          </p:cNvPr>
          <p:cNvSpPr txBox="1">
            <a:spLocks noChangeArrowheads="1"/>
          </p:cNvSpPr>
          <p:nvPr/>
        </p:nvSpPr>
        <p:spPr bwMode="auto">
          <a:xfrm>
            <a:off x="6446838" y="1905000"/>
            <a:ext cx="10112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400"/>
              <a:t>Instance 1</a:t>
            </a:r>
          </a:p>
        </p:txBody>
      </p:sp>
      <p:sp>
        <p:nvSpPr>
          <p:cNvPr id="34826" name="TextBox 11">
            <a:extLst>
              <a:ext uri="{FF2B5EF4-FFF2-40B4-BE49-F238E27FC236}">
                <a16:creationId xmlns:a16="http://schemas.microsoft.com/office/drawing/2014/main" id="{37E961E8-3BED-B3C3-1777-42A3AF23BEDD}"/>
              </a:ext>
            </a:extLst>
          </p:cNvPr>
          <p:cNvSpPr txBox="1">
            <a:spLocks noChangeArrowheads="1"/>
          </p:cNvSpPr>
          <p:nvPr/>
        </p:nvSpPr>
        <p:spPr bwMode="auto">
          <a:xfrm>
            <a:off x="6457950" y="4416425"/>
            <a:ext cx="10096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400"/>
              <a:t>Instance 2</a:t>
            </a:r>
          </a:p>
        </p:txBody>
      </p:sp>
      <p:cxnSp>
        <p:nvCxnSpPr>
          <p:cNvPr id="14" name="Straight Arrow Connector 13">
            <a:extLst>
              <a:ext uri="{FF2B5EF4-FFF2-40B4-BE49-F238E27FC236}">
                <a16:creationId xmlns:a16="http://schemas.microsoft.com/office/drawing/2014/main" id="{CC77471A-8BF7-9279-9E81-129719979A17}"/>
              </a:ext>
            </a:extLst>
          </p:cNvPr>
          <p:cNvCxnSpPr/>
          <p:nvPr/>
        </p:nvCxnSpPr>
        <p:spPr>
          <a:xfrm>
            <a:off x="1600200" y="3276600"/>
            <a:ext cx="609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2689DD6-CAD6-CFC8-93DF-B99BACB37270}"/>
              </a:ext>
            </a:extLst>
          </p:cNvPr>
          <p:cNvCxnSpPr/>
          <p:nvPr/>
        </p:nvCxnSpPr>
        <p:spPr>
          <a:xfrm>
            <a:off x="1600200" y="3657600"/>
            <a:ext cx="609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829" name="TextBox 15">
            <a:extLst>
              <a:ext uri="{FF2B5EF4-FFF2-40B4-BE49-F238E27FC236}">
                <a16:creationId xmlns:a16="http://schemas.microsoft.com/office/drawing/2014/main" id="{DDEE7950-BFB3-E0A6-8B59-AFD54EAC577E}"/>
              </a:ext>
            </a:extLst>
          </p:cNvPr>
          <p:cNvSpPr txBox="1">
            <a:spLocks noChangeArrowheads="1"/>
          </p:cNvSpPr>
          <p:nvPr/>
        </p:nvSpPr>
        <p:spPr bwMode="auto">
          <a:xfrm>
            <a:off x="1684338" y="2924175"/>
            <a:ext cx="677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200"/>
              <a:t>Req #1</a:t>
            </a:r>
          </a:p>
        </p:txBody>
      </p:sp>
      <p:sp>
        <p:nvSpPr>
          <p:cNvPr id="34830" name="TextBox 16">
            <a:extLst>
              <a:ext uri="{FF2B5EF4-FFF2-40B4-BE49-F238E27FC236}">
                <a16:creationId xmlns:a16="http://schemas.microsoft.com/office/drawing/2014/main" id="{53D1C38C-E129-D197-8566-729DCD8CDDB7}"/>
              </a:ext>
            </a:extLst>
          </p:cNvPr>
          <p:cNvSpPr txBox="1">
            <a:spLocks noChangeArrowheads="1"/>
          </p:cNvSpPr>
          <p:nvPr/>
        </p:nvSpPr>
        <p:spPr bwMode="auto">
          <a:xfrm>
            <a:off x="1684338" y="3733800"/>
            <a:ext cx="677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200"/>
              <a:t>Req #2</a:t>
            </a:r>
          </a:p>
        </p:txBody>
      </p:sp>
      <p:sp>
        <p:nvSpPr>
          <p:cNvPr id="34831" name="TextBox 26">
            <a:extLst>
              <a:ext uri="{FF2B5EF4-FFF2-40B4-BE49-F238E27FC236}">
                <a16:creationId xmlns:a16="http://schemas.microsoft.com/office/drawing/2014/main" id="{D5FB404B-990E-B9D0-FE61-036C0521C10D}"/>
              </a:ext>
            </a:extLst>
          </p:cNvPr>
          <p:cNvSpPr txBox="1">
            <a:spLocks noChangeArrowheads="1"/>
          </p:cNvSpPr>
          <p:nvPr/>
        </p:nvSpPr>
        <p:spPr bwMode="auto">
          <a:xfrm>
            <a:off x="5570538" y="2133600"/>
            <a:ext cx="677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200"/>
              <a:t>Req #1</a:t>
            </a:r>
          </a:p>
        </p:txBody>
      </p:sp>
      <p:sp>
        <p:nvSpPr>
          <p:cNvPr id="34832" name="TextBox 27">
            <a:extLst>
              <a:ext uri="{FF2B5EF4-FFF2-40B4-BE49-F238E27FC236}">
                <a16:creationId xmlns:a16="http://schemas.microsoft.com/office/drawing/2014/main" id="{690AE75D-5ED1-9E68-28D5-12F089A055DF}"/>
              </a:ext>
            </a:extLst>
          </p:cNvPr>
          <p:cNvSpPr txBox="1">
            <a:spLocks noChangeArrowheads="1"/>
          </p:cNvSpPr>
          <p:nvPr/>
        </p:nvSpPr>
        <p:spPr bwMode="auto">
          <a:xfrm>
            <a:off x="5570538" y="5133975"/>
            <a:ext cx="677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200"/>
              <a:t>Req #2</a:t>
            </a:r>
          </a:p>
        </p:txBody>
      </p:sp>
      <p:cxnSp>
        <p:nvCxnSpPr>
          <p:cNvPr id="32" name="Straight Arrow Connector 31">
            <a:extLst>
              <a:ext uri="{FF2B5EF4-FFF2-40B4-BE49-F238E27FC236}">
                <a16:creationId xmlns:a16="http://schemas.microsoft.com/office/drawing/2014/main" id="{F1BE9E02-2CE1-F23E-B049-59454C1F13AC}"/>
              </a:ext>
            </a:extLst>
          </p:cNvPr>
          <p:cNvCxnSpPr/>
          <p:nvPr/>
        </p:nvCxnSpPr>
        <p:spPr>
          <a:xfrm>
            <a:off x="3581400" y="3429000"/>
            <a:ext cx="609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C99DAB7B-A05D-25A5-3FF0-7FBE44F23E67}"/>
              </a:ext>
            </a:extLst>
          </p:cNvPr>
          <p:cNvCxnSpPr/>
          <p:nvPr/>
        </p:nvCxnSpPr>
        <p:spPr>
          <a:xfrm>
            <a:off x="5570538" y="2509838"/>
            <a:ext cx="609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6DAA78F7-F531-AA79-4D67-727500A95174}"/>
              </a:ext>
            </a:extLst>
          </p:cNvPr>
          <p:cNvCxnSpPr/>
          <p:nvPr/>
        </p:nvCxnSpPr>
        <p:spPr>
          <a:xfrm>
            <a:off x="5570538" y="5029200"/>
            <a:ext cx="609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B6115E6A-6882-97D9-6494-DA43D848D93A}"/>
              </a:ext>
            </a:extLst>
          </p:cNvPr>
          <p:cNvSpPr/>
          <p:nvPr/>
        </p:nvSpPr>
        <p:spPr>
          <a:xfrm>
            <a:off x="7315200" y="3432175"/>
            <a:ext cx="1600200" cy="609600"/>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228600" indent="-228600" algn="ctr">
              <a:buFontTx/>
              <a:buAutoNum type="arabicPeriod"/>
              <a:defRPr/>
            </a:pPr>
            <a:r>
              <a:rPr lang="en-IN" sz="1600" dirty="0">
                <a:solidFill>
                  <a:schemeClr val="tx1"/>
                </a:solidFill>
              </a:rPr>
              <a:t>Prod id1. </a:t>
            </a:r>
            <a:r>
              <a:rPr lang="en-IN" sz="1600" dirty="0" err="1">
                <a:solidFill>
                  <a:schemeClr val="tx1"/>
                </a:solidFill>
              </a:rPr>
              <a:t>Qty</a:t>
            </a:r>
            <a:endParaRPr lang="en-IN" sz="1600" dirty="0">
              <a:solidFill>
                <a:schemeClr val="tx1"/>
              </a:solidFill>
            </a:endParaRPr>
          </a:p>
          <a:p>
            <a:pPr marL="228600" indent="-228600" algn="ctr">
              <a:buFontTx/>
              <a:buAutoNum type="arabicPeriod"/>
              <a:defRPr/>
            </a:pPr>
            <a:r>
              <a:rPr lang="en-IN" sz="1600" dirty="0">
                <a:solidFill>
                  <a:schemeClr val="tx1"/>
                </a:solidFill>
              </a:rPr>
              <a:t>Prod id 2, </a:t>
            </a:r>
            <a:r>
              <a:rPr lang="en-IN" sz="1600" dirty="0" err="1">
                <a:solidFill>
                  <a:schemeClr val="tx1"/>
                </a:solidFill>
              </a:rPr>
              <a:t>Qty</a:t>
            </a:r>
            <a:endParaRPr lang="en-IN" sz="1600" dirty="0">
              <a:solidFill>
                <a:schemeClr val="tx1"/>
              </a:solidFill>
            </a:endParaRPr>
          </a:p>
        </p:txBody>
      </p:sp>
      <p:sp>
        <p:nvSpPr>
          <p:cNvPr id="34837" name="TextBox 37">
            <a:extLst>
              <a:ext uri="{FF2B5EF4-FFF2-40B4-BE49-F238E27FC236}">
                <a16:creationId xmlns:a16="http://schemas.microsoft.com/office/drawing/2014/main" id="{6B6A8048-689E-D778-7174-15F7BFEF0840}"/>
              </a:ext>
            </a:extLst>
          </p:cNvPr>
          <p:cNvSpPr txBox="1">
            <a:spLocks noChangeArrowheads="1"/>
          </p:cNvSpPr>
          <p:nvPr/>
        </p:nvSpPr>
        <p:spPr bwMode="auto">
          <a:xfrm>
            <a:off x="7543800" y="3124200"/>
            <a:ext cx="12604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400"/>
              <a:t>Session state</a:t>
            </a:r>
          </a:p>
        </p:txBody>
      </p:sp>
      <p:sp>
        <p:nvSpPr>
          <p:cNvPr id="34838" name="TextBox 38">
            <a:extLst>
              <a:ext uri="{FF2B5EF4-FFF2-40B4-BE49-F238E27FC236}">
                <a16:creationId xmlns:a16="http://schemas.microsoft.com/office/drawing/2014/main" id="{224EAD27-C7B8-1664-F77F-E0BB02684E77}"/>
              </a:ext>
            </a:extLst>
          </p:cNvPr>
          <p:cNvSpPr txBox="1">
            <a:spLocks noChangeArrowheads="1"/>
          </p:cNvSpPr>
          <p:nvPr/>
        </p:nvSpPr>
        <p:spPr bwMode="auto">
          <a:xfrm>
            <a:off x="152400" y="5257800"/>
            <a:ext cx="3398838"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pPr>
            <a:r>
              <a:rPr lang="en-IN" altLang="en-US" sz="1600"/>
              <a:t>Client based state mgmt. (cookies)</a:t>
            </a:r>
          </a:p>
          <a:p>
            <a:pPr>
              <a:spcBef>
                <a:spcPct val="0"/>
              </a:spcBef>
            </a:pPr>
            <a:r>
              <a:rPr lang="en-IN" altLang="en-US" sz="1600"/>
              <a:t>Server based session mgmt. (persistent)</a:t>
            </a:r>
          </a:p>
        </p:txBody>
      </p:sp>
      <p:sp>
        <p:nvSpPr>
          <p:cNvPr id="2" name="Date Placeholder 1">
            <a:extLst>
              <a:ext uri="{FF2B5EF4-FFF2-40B4-BE49-F238E27FC236}">
                <a16:creationId xmlns:a16="http://schemas.microsoft.com/office/drawing/2014/main" id="{8871DBE4-E1D3-3E30-D5A1-CB0CE48102C7}"/>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5" name="Footer Placeholder 4">
            <a:extLst>
              <a:ext uri="{FF2B5EF4-FFF2-40B4-BE49-F238E27FC236}">
                <a16:creationId xmlns:a16="http://schemas.microsoft.com/office/drawing/2014/main" id="{1E82BF91-0374-FA3F-53B2-8BD1464761EF}"/>
              </a:ext>
            </a:extLst>
          </p:cNvPr>
          <p:cNvSpPr>
            <a:spLocks noGrp="1"/>
          </p:cNvSpPr>
          <p:nvPr>
            <p:ph type="ftr" sz="quarter" idx="12"/>
          </p:nvPr>
        </p:nvSpPr>
        <p:spPr/>
        <p:txBody>
          <a:bodyPr/>
          <a:lstStyle/>
          <a:p>
            <a:pPr>
              <a:defRPr/>
            </a:pPr>
            <a:r>
              <a:rPr lang="en-US"/>
              <a:t>SSZG653 Software Architectures</a:t>
            </a:r>
          </a:p>
        </p:txBody>
      </p:sp>
      <p:sp>
        <p:nvSpPr>
          <p:cNvPr id="34841" name="Slide Number Placeholder 7">
            <a:extLst>
              <a:ext uri="{FF2B5EF4-FFF2-40B4-BE49-F238E27FC236}">
                <a16:creationId xmlns:a16="http://schemas.microsoft.com/office/drawing/2014/main" id="{6DC56156-EA29-FFA7-51CC-5C23D48E3932}"/>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FA7C7CED-2039-4B97-86CB-DF45E67D13D1}" type="slidenum">
              <a:rPr lang="en-US" altLang="en-US" sz="1200" smtClean="0">
                <a:solidFill>
                  <a:srgbClr val="898989"/>
                </a:solidFill>
              </a:rPr>
              <a:pPr>
                <a:spcBef>
                  <a:spcPct val="0"/>
                </a:spcBef>
                <a:buFontTx/>
                <a:buNone/>
              </a:pPr>
              <a:t>22</a:t>
            </a:fld>
            <a:endParaRPr lang="en-US" altLang="en-US" sz="1200">
              <a:solidFill>
                <a:srgbClr val="898989"/>
              </a:solidFill>
            </a:endParaRPr>
          </a:p>
        </p:txBody>
      </p:sp>
    </p:spTree>
    <p:extLst>
      <p:ext uri="{BB962C8B-B14F-4D97-AF65-F5344CB8AC3E}">
        <p14:creationId xmlns:p14="http://schemas.microsoft.com/office/powerpoint/2010/main" val="24451161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Content Placeholder 1">
            <a:extLst>
              <a:ext uri="{FF2B5EF4-FFF2-40B4-BE49-F238E27FC236}">
                <a16:creationId xmlns:a16="http://schemas.microsoft.com/office/drawing/2014/main" id="{278A4901-2D39-15D6-84F3-CBC4DF0696AA}"/>
              </a:ext>
            </a:extLst>
          </p:cNvPr>
          <p:cNvSpPr>
            <a:spLocks noGrp="1"/>
          </p:cNvSpPr>
          <p:nvPr>
            <p:ph idx="1"/>
          </p:nvPr>
        </p:nvSpPr>
        <p:spPr>
          <a:xfrm>
            <a:off x="304800" y="4495800"/>
            <a:ext cx="3657600" cy="1905000"/>
          </a:xfrm>
          <a:solidFill>
            <a:srgbClr val="CCFFCC"/>
          </a:solidFill>
        </p:spPr>
        <p:txBody>
          <a:bodyPr/>
          <a:lstStyle/>
          <a:p>
            <a:pPr fontAlgn="base">
              <a:spcAft>
                <a:spcPct val="0"/>
              </a:spcAft>
            </a:pPr>
            <a:r>
              <a:rPr lang="en-IN" altLang="en-US" sz="1600" b="1"/>
              <a:t>Stateless session Bean</a:t>
            </a:r>
            <a:r>
              <a:rPr lang="en-IN" altLang="en-US" sz="1600"/>
              <a:t>: Subsequent request from a client to a Bean may go to another instance of the Bean</a:t>
            </a:r>
          </a:p>
          <a:p>
            <a:pPr fontAlgn="base">
              <a:spcAft>
                <a:spcPct val="0"/>
              </a:spcAft>
            </a:pPr>
            <a:endParaRPr lang="en-IN" altLang="en-US" sz="1600"/>
          </a:p>
          <a:p>
            <a:pPr fontAlgn="base">
              <a:spcAft>
                <a:spcPct val="0"/>
              </a:spcAft>
            </a:pPr>
            <a:r>
              <a:rPr lang="en-IN" altLang="en-US" sz="1600"/>
              <a:t>Hence Client needs to main the state of the session</a:t>
            </a:r>
          </a:p>
          <a:p>
            <a:pPr fontAlgn="base">
              <a:spcAft>
                <a:spcPct val="0"/>
              </a:spcAft>
            </a:pPr>
            <a:endParaRPr lang="en-IN" altLang="en-US" sz="1600"/>
          </a:p>
        </p:txBody>
      </p:sp>
      <p:sp>
        <p:nvSpPr>
          <p:cNvPr id="3" name="Content Placeholder 2">
            <a:extLst>
              <a:ext uri="{FF2B5EF4-FFF2-40B4-BE49-F238E27FC236}">
                <a16:creationId xmlns:a16="http://schemas.microsoft.com/office/drawing/2014/main" id="{09A65138-690A-2C8B-F437-254B0B8A6E6E}"/>
              </a:ext>
            </a:extLst>
          </p:cNvPr>
          <p:cNvSpPr>
            <a:spLocks noGrp="1"/>
          </p:cNvSpPr>
          <p:nvPr>
            <p:ph sz="quarter" idx="10"/>
          </p:nvPr>
        </p:nvSpPr>
        <p:spPr/>
        <p:txBody>
          <a:bodyPr/>
          <a:lstStyle/>
          <a:p>
            <a:pPr>
              <a:defRPr/>
            </a:pPr>
            <a:r>
              <a:rPr lang="en-IN" dirty="0"/>
              <a:t>EJB: Stateless &amp; </a:t>
            </a:r>
            <a:r>
              <a:rPr lang="en-IN" dirty="0" err="1"/>
              <a:t>Stateful</a:t>
            </a:r>
            <a:r>
              <a:rPr lang="en-IN" dirty="0"/>
              <a:t> session beans</a:t>
            </a:r>
          </a:p>
        </p:txBody>
      </p:sp>
      <p:grpSp>
        <p:nvGrpSpPr>
          <p:cNvPr id="35844" name="Group 4">
            <a:extLst>
              <a:ext uri="{FF2B5EF4-FFF2-40B4-BE49-F238E27FC236}">
                <a16:creationId xmlns:a16="http://schemas.microsoft.com/office/drawing/2014/main" id="{471F22FF-B366-EC60-DD4F-9F6C32111FE3}"/>
              </a:ext>
            </a:extLst>
          </p:cNvPr>
          <p:cNvGrpSpPr>
            <a:grpSpLocks/>
          </p:cNvGrpSpPr>
          <p:nvPr/>
        </p:nvGrpSpPr>
        <p:grpSpPr bwMode="auto">
          <a:xfrm>
            <a:off x="4829175" y="750888"/>
            <a:ext cx="4162425" cy="5878512"/>
            <a:chOff x="4829175" y="750888"/>
            <a:chExt cx="4162425" cy="5878512"/>
          </a:xfrm>
        </p:grpSpPr>
        <p:pic>
          <p:nvPicPr>
            <p:cNvPr id="35851" name="Picture 3">
              <a:extLst>
                <a:ext uri="{FF2B5EF4-FFF2-40B4-BE49-F238E27FC236}">
                  <a16:creationId xmlns:a16="http://schemas.microsoft.com/office/drawing/2014/main" id="{D6ABD465-43BA-2196-D0B2-7404DD3727E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829175" y="750888"/>
              <a:ext cx="3933825" cy="587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52" name="TextBox 1">
              <a:extLst>
                <a:ext uri="{FF2B5EF4-FFF2-40B4-BE49-F238E27FC236}">
                  <a16:creationId xmlns:a16="http://schemas.microsoft.com/office/drawing/2014/main" id="{3C0890A5-8682-97E1-A9CF-67AC725AA2F4}"/>
                </a:ext>
              </a:extLst>
            </p:cNvPr>
            <p:cNvSpPr txBox="1">
              <a:spLocks noChangeArrowheads="1"/>
            </p:cNvSpPr>
            <p:nvPr/>
          </p:nvSpPr>
          <p:spPr bwMode="auto">
            <a:xfrm>
              <a:off x="7019365" y="838200"/>
              <a:ext cx="102143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200">
                  <a:solidFill>
                    <a:srgbClr val="FF0000"/>
                  </a:solidFill>
                </a:rPr>
                <a:t>J2EE server</a:t>
              </a:r>
            </a:p>
          </p:txBody>
        </p:sp>
        <p:sp>
          <p:nvSpPr>
            <p:cNvPr id="35853" name="TextBox 5">
              <a:extLst>
                <a:ext uri="{FF2B5EF4-FFF2-40B4-BE49-F238E27FC236}">
                  <a16:creationId xmlns:a16="http://schemas.microsoft.com/office/drawing/2014/main" id="{E40944A0-DC6A-DEF0-FB3A-7A7534A7168F}"/>
                </a:ext>
              </a:extLst>
            </p:cNvPr>
            <p:cNvSpPr txBox="1">
              <a:spLocks noChangeArrowheads="1"/>
            </p:cNvSpPr>
            <p:nvPr/>
          </p:nvSpPr>
          <p:spPr bwMode="auto">
            <a:xfrm>
              <a:off x="7296846" y="1143000"/>
              <a:ext cx="11737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200">
                  <a:solidFill>
                    <a:srgbClr val="FF0000"/>
                  </a:solidFill>
                </a:rPr>
                <a:t>EJB Container</a:t>
              </a:r>
            </a:p>
          </p:txBody>
        </p:sp>
        <p:sp>
          <p:nvSpPr>
            <p:cNvPr id="35854" name="TextBox 6">
              <a:extLst>
                <a:ext uri="{FF2B5EF4-FFF2-40B4-BE49-F238E27FC236}">
                  <a16:creationId xmlns:a16="http://schemas.microsoft.com/office/drawing/2014/main" id="{E83A0CB4-B972-1675-B7A9-B99B21B751FD}"/>
                </a:ext>
              </a:extLst>
            </p:cNvPr>
            <p:cNvSpPr txBox="1">
              <a:spLocks noChangeArrowheads="1"/>
            </p:cNvSpPr>
            <p:nvPr/>
          </p:nvSpPr>
          <p:spPr bwMode="auto">
            <a:xfrm>
              <a:off x="7540400" y="3914001"/>
              <a:ext cx="102143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200">
                  <a:solidFill>
                    <a:srgbClr val="FF0000"/>
                  </a:solidFill>
                </a:rPr>
                <a:t>J2EE server</a:t>
              </a:r>
            </a:p>
          </p:txBody>
        </p:sp>
        <p:sp>
          <p:nvSpPr>
            <p:cNvPr id="35855" name="TextBox 7">
              <a:extLst>
                <a:ext uri="{FF2B5EF4-FFF2-40B4-BE49-F238E27FC236}">
                  <a16:creationId xmlns:a16="http://schemas.microsoft.com/office/drawing/2014/main" id="{AFAF7B91-52BD-6C17-FF9C-011DC2962F99}"/>
                </a:ext>
              </a:extLst>
            </p:cNvPr>
            <p:cNvSpPr txBox="1">
              <a:spLocks noChangeArrowheads="1"/>
            </p:cNvSpPr>
            <p:nvPr/>
          </p:nvSpPr>
          <p:spPr bwMode="auto">
            <a:xfrm>
              <a:off x="7817881" y="4218801"/>
              <a:ext cx="11737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200">
                  <a:solidFill>
                    <a:srgbClr val="FF0000"/>
                  </a:solidFill>
                </a:rPr>
                <a:t>EJB Container</a:t>
              </a:r>
            </a:p>
          </p:txBody>
        </p:sp>
      </p:grpSp>
      <p:sp>
        <p:nvSpPr>
          <p:cNvPr id="35845" name="Content Placeholder 1">
            <a:extLst>
              <a:ext uri="{FF2B5EF4-FFF2-40B4-BE49-F238E27FC236}">
                <a16:creationId xmlns:a16="http://schemas.microsoft.com/office/drawing/2014/main" id="{6F7C739F-B642-1A4E-07C5-1B0CFF52FFB1}"/>
              </a:ext>
            </a:extLst>
          </p:cNvPr>
          <p:cNvSpPr txBox="1">
            <a:spLocks/>
          </p:cNvSpPr>
          <p:nvPr/>
        </p:nvSpPr>
        <p:spPr bwMode="auto">
          <a:xfrm>
            <a:off x="304800" y="1638300"/>
            <a:ext cx="3657600" cy="171450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eaLnBrk="1" hangingPunct="1">
              <a:buClr>
                <a:srgbClr val="101141"/>
              </a:buClr>
              <a:buFont typeface="Arial" panose="020B0604020202020204" pitchFamily="34" charset="0"/>
              <a:buNone/>
            </a:pPr>
            <a:r>
              <a:rPr lang="en-IN" altLang="en-US" sz="1600" b="1"/>
              <a:t>Stateful session Bean</a:t>
            </a:r>
            <a:r>
              <a:rPr lang="en-IN" altLang="en-US" sz="1600"/>
              <a:t>: All requests from a Client goes to  the same instance of the Bean. </a:t>
            </a:r>
          </a:p>
          <a:p>
            <a:pPr eaLnBrk="1" hangingPunct="1">
              <a:buClr>
                <a:srgbClr val="101141"/>
              </a:buClr>
              <a:buFont typeface="Arial" panose="020B0604020202020204" pitchFamily="34" charset="0"/>
              <a:buNone/>
            </a:pPr>
            <a:endParaRPr lang="en-IN" altLang="en-US" sz="1600"/>
          </a:p>
          <a:p>
            <a:pPr eaLnBrk="1" hangingPunct="1">
              <a:buClr>
                <a:srgbClr val="101141"/>
              </a:buClr>
              <a:buFont typeface="Arial" panose="020B0604020202020204" pitchFamily="34" charset="0"/>
              <a:buNone/>
            </a:pPr>
            <a:r>
              <a:rPr lang="en-IN" altLang="en-US" sz="1600"/>
              <a:t>Bean maintains the state of the session</a:t>
            </a:r>
          </a:p>
          <a:p>
            <a:pPr eaLnBrk="1" hangingPunct="1">
              <a:buClr>
                <a:srgbClr val="101141"/>
              </a:buClr>
              <a:buFont typeface="Arial" panose="020B0604020202020204" pitchFamily="34" charset="0"/>
              <a:buNone/>
            </a:pPr>
            <a:endParaRPr lang="en-IN" altLang="en-US" sz="1600"/>
          </a:p>
        </p:txBody>
      </p:sp>
      <p:sp>
        <p:nvSpPr>
          <p:cNvPr id="4" name="Right Arrow 3">
            <a:extLst>
              <a:ext uri="{FF2B5EF4-FFF2-40B4-BE49-F238E27FC236}">
                <a16:creationId xmlns:a16="http://schemas.microsoft.com/office/drawing/2014/main" id="{1F46F5E3-42DD-4AFE-9D52-B1F201EDC04D}"/>
              </a:ext>
            </a:extLst>
          </p:cNvPr>
          <p:cNvSpPr/>
          <p:nvPr/>
        </p:nvSpPr>
        <p:spPr>
          <a:xfrm>
            <a:off x="4114800" y="2362200"/>
            <a:ext cx="4572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11" name="Right Arrow 10">
            <a:extLst>
              <a:ext uri="{FF2B5EF4-FFF2-40B4-BE49-F238E27FC236}">
                <a16:creationId xmlns:a16="http://schemas.microsoft.com/office/drawing/2014/main" id="{6E9ADABA-136A-D7A4-CA03-7E7E9161A22E}"/>
              </a:ext>
            </a:extLst>
          </p:cNvPr>
          <p:cNvSpPr/>
          <p:nvPr/>
        </p:nvSpPr>
        <p:spPr>
          <a:xfrm>
            <a:off x="4114800" y="5334000"/>
            <a:ext cx="4572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2" name="Date Placeholder 1">
            <a:extLst>
              <a:ext uri="{FF2B5EF4-FFF2-40B4-BE49-F238E27FC236}">
                <a16:creationId xmlns:a16="http://schemas.microsoft.com/office/drawing/2014/main" id="{FAA7A089-4DE4-39E6-E208-BD9D59063285}"/>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5" name="Footer Placeholder 4">
            <a:extLst>
              <a:ext uri="{FF2B5EF4-FFF2-40B4-BE49-F238E27FC236}">
                <a16:creationId xmlns:a16="http://schemas.microsoft.com/office/drawing/2014/main" id="{3EB818D8-94F7-72D5-6FB0-CC49C9B20C66}"/>
              </a:ext>
            </a:extLst>
          </p:cNvPr>
          <p:cNvSpPr>
            <a:spLocks noGrp="1"/>
          </p:cNvSpPr>
          <p:nvPr>
            <p:ph type="ftr" sz="quarter" idx="12"/>
          </p:nvPr>
        </p:nvSpPr>
        <p:spPr/>
        <p:txBody>
          <a:bodyPr/>
          <a:lstStyle/>
          <a:p>
            <a:pPr>
              <a:defRPr/>
            </a:pPr>
            <a:r>
              <a:rPr lang="en-US"/>
              <a:t>SSZG653 Software Architectures</a:t>
            </a:r>
          </a:p>
        </p:txBody>
      </p:sp>
      <p:sp>
        <p:nvSpPr>
          <p:cNvPr id="35850" name="Slide Number Placeholder 5">
            <a:extLst>
              <a:ext uri="{FF2B5EF4-FFF2-40B4-BE49-F238E27FC236}">
                <a16:creationId xmlns:a16="http://schemas.microsoft.com/office/drawing/2014/main" id="{46ADA40F-536A-3FC0-6304-1B13CDFD8508}"/>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D517010E-C056-4822-A4A1-5634D6D83E98}" type="slidenum">
              <a:rPr lang="en-US" altLang="en-US" sz="1200" smtClean="0">
                <a:solidFill>
                  <a:srgbClr val="898989"/>
                </a:solidFill>
              </a:rPr>
              <a:pPr>
                <a:spcBef>
                  <a:spcPct val="0"/>
                </a:spcBef>
                <a:buFontTx/>
                <a:buNone/>
              </a:pPr>
              <a:t>23</a:t>
            </a:fld>
            <a:endParaRPr lang="en-US" altLang="en-US" sz="1200">
              <a:solidFill>
                <a:srgbClr val="898989"/>
              </a:solidFill>
            </a:endParaRPr>
          </a:p>
        </p:txBody>
      </p:sp>
    </p:spTree>
    <p:extLst>
      <p:ext uri="{BB962C8B-B14F-4D97-AF65-F5344CB8AC3E}">
        <p14:creationId xmlns:p14="http://schemas.microsoft.com/office/powerpoint/2010/main" val="7066086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Content Placeholder 1">
            <a:extLst>
              <a:ext uri="{FF2B5EF4-FFF2-40B4-BE49-F238E27FC236}">
                <a16:creationId xmlns:a16="http://schemas.microsoft.com/office/drawing/2014/main" id="{549D9B4B-079D-3E22-FB7E-29F9F9DB8BF8}"/>
              </a:ext>
            </a:extLst>
          </p:cNvPr>
          <p:cNvSpPr>
            <a:spLocks noGrp="1"/>
          </p:cNvSpPr>
          <p:nvPr>
            <p:ph idx="1"/>
          </p:nvPr>
        </p:nvSpPr>
        <p:spPr>
          <a:xfrm>
            <a:off x="3116263" y="4114800"/>
            <a:ext cx="2065337" cy="457200"/>
          </a:xfrm>
        </p:spPr>
        <p:txBody>
          <a:bodyPr/>
          <a:lstStyle/>
          <a:p>
            <a:pPr algn="ctr" fontAlgn="base">
              <a:spcAft>
                <a:spcPct val="0"/>
              </a:spcAft>
              <a:defRPr/>
            </a:pPr>
            <a:r>
              <a:rPr lang="en-IN" altLang="en-US" sz="1800" dirty="0">
                <a:solidFill>
                  <a:schemeClr val="tx2">
                    <a:lumMod val="60000"/>
                    <a:lumOff val="40000"/>
                  </a:schemeClr>
                </a:solidFill>
              </a:rPr>
              <a:t>Example Activities</a:t>
            </a:r>
          </a:p>
        </p:txBody>
      </p:sp>
      <p:pic>
        <p:nvPicPr>
          <p:cNvPr id="36867" name="Content Placeholder 3">
            <a:extLst>
              <a:ext uri="{FF2B5EF4-FFF2-40B4-BE49-F238E27FC236}">
                <a16:creationId xmlns:a16="http://schemas.microsoft.com/office/drawing/2014/main" id="{B552D55B-0395-A933-8D69-B4FFE81D382F}"/>
              </a:ext>
            </a:extLst>
          </p:cNvPr>
          <p:cNvPicPr>
            <a:picLocks noGrp="1" noChangeAspect="1" noChangeArrowheads="1"/>
          </p:cNvPicPr>
          <p:nvPr>
            <p:ph sz="quarter" idx="10"/>
          </p:nvPr>
        </p:nvPicPr>
        <p:blipFill>
          <a:blip r:embed="rId2">
            <a:extLst>
              <a:ext uri="{28A0092B-C50C-407E-A947-70E740481C1C}">
                <a14:useLocalDpi xmlns:a14="http://schemas.microsoft.com/office/drawing/2010/main" val="0"/>
              </a:ext>
            </a:extLst>
          </a:blip>
          <a:srcRect/>
          <a:stretch>
            <a:fillRect/>
          </a:stretch>
        </p:blipFill>
        <p:spPr>
          <a:xfrm>
            <a:off x="0" y="2795588"/>
            <a:ext cx="9120188" cy="1243012"/>
          </a:xfrm>
        </p:spPr>
      </p:pic>
      <p:sp>
        <p:nvSpPr>
          <p:cNvPr id="5" name="Content Placeholder 2">
            <a:extLst>
              <a:ext uri="{FF2B5EF4-FFF2-40B4-BE49-F238E27FC236}">
                <a16:creationId xmlns:a16="http://schemas.microsoft.com/office/drawing/2014/main" id="{2AFFC10F-4331-5684-EDF6-0D529DAE0611}"/>
              </a:ext>
            </a:extLst>
          </p:cNvPr>
          <p:cNvSpPr txBox="1">
            <a:spLocks/>
          </p:cNvSpPr>
          <p:nvPr/>
        </p:nvSpPr>
        <p:spPr bwMode="auto">
          <a:xfrm>
            <a:off x="304800" y="152400"/>
            <a:ext cx="6324600" cy="1143000"/>
          </a:xfrm>
          <a:prstGeom prst="rect">
            <a:avLst/>
          </a:prstGeom>
          <a:noFill/>
          <a:ln>
            <a:noFill/>
          </a:ln>
        </p:spPr>
        <p:txBody>
          <a:bodyPr anchor="ctr">
            <a:normAutofit/>
          </a:bodyPr>
          <a:lstStyle>
            <a:lvl1pPr marL="0" indent="-342900" algn="l" rtl="0" eaLnBrk="0" fontAlgn="base" hangingPunct="0">
              <a:lnSpc>
                <a:spcPts val="3600"/>
              </a:lnSpc>
              <a:spcBef>
                <a:spcPts val="0"/>
              </a:spcBef>
              <a:spcAft>
                <a:spcPct val="0"/>
              </a:spcAft>
              <a:buFont typeface="Arial" panose="020B0604020202020204" pitchFamily="34" charset="0"/>
              <a:buNone/>
              <a:defRPr sz="3600" b="1" kern="1200" spc="-150" baseline="0">
                <a:solidFill>
                  <a:srgbClr val="0070C0"/>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a:pPr>
            <a:r>
              <a:rPr lang="en-IN" dirty="0"/>
              <a:t>Work flow engine</a:t>
            </a:r>
          </a:p>
        </p:txBody>
      </p:sp>
      <p:sp>
        <p:nvSpPr>
          <p:cNvPr id="36869" name="TextBox 1">
            <a:extLst>
              <a:ext uri="{FF2B5EF4-FFF2-40B4-BE49-F238E27FC236}">
                <a16:creationId xmlns:a16="http://schemas.microsoft.com/office/drawing/2014/main" id="{FB0CEBA1-A7CE-0111-13D7-EE08B9BB1EF9}"/>
              </a:ext>
            </a:extLst>
          </p:cNvPr>
          <p:cNvSpPr txBox="1">
            <a:spLocks noChangeArrowheads="1"/>
          </p:cNvSpPr>
          <p:nvPr/>
        </p:nvSpPr>
        <p:spPr bwMode="auto">
          <a:xfrm>
            <a:off x="2743200" y="1752600"/>
            <a:ext cx="3300413" cy="369888"/>
          </a:xfrm>
          <a:prstGeom prst="rect">
            <a:avLst/>
          </a:prstGeom>
          <a:noFill/>
          <a:ln>
            <a:noFill/>
          </a:ln>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defRPr/>
            </a:pPr>
            <a:r>
              <a:rPr lang="en-IN" altLang="en-US" sz="1800" b="1" dirty="0">
                <a:solidFill>
                  <a:schemeClr val="tx2">
                    <a:lumMod val="60000"/>
                    <a:lumOff val="40000"/>
                  </a:schemeClr>
                </a:solidFill>
              </a:rPr>
              <a:t>Insurance policy processing</a:t>
            </a:r>
          </a:p>
        </p:txBody>
      </p:sp>
      <p:sp>
        <p:nvSpPr>
          <p:cNvPr id="36870" name="TextBox 1">
            <a:extLst>
              <a:ext uri="{FF2B5EF4-FFF2-40B4-BE49-F238E27FC236}">
                <a16:creationId xmlns:a16="http://schemas.microsoft.com/office/drawing/2014/main" id="{8DBBBCB1-A4CF-BC93-A615-715CF7AEC84A}"/>
              </a:ext>
            </a:extLst>
          </p:cNvPr>
          <p:cNvSpPr txBox="1">
            <a:spLocks noChangeArrowheads="1"/>
          </p:cNvSpPr>
          <p:nvPr/>
        </p:nvSpPr>
        <p:spPr bwMode="auto">
          <a:xfrm>
            <a:off x="381000" y="5105400"/>
            <a:ext cx="839470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600"/>
              <a:t>Once an activity is completed, the engine invokes the next step in the process</a:t>
            </a:r>
          </a:p>
          <a:p>
            <a:pPr>
              <a:spcBef>
                <a:spcPct val="0"/>
              </a:spcBef>
              <a:buFontTx/>
              <a:buNone/>
            </a:pPr>
            <a:r>
              <a:rPr lang="en-IN" altLang="en-US" sz="1600"/>
              <a:t>The next step / activity could be a manual one or an automated one</a:t>
            </a:r>
          </a:p>
          <a:p>
            <a:pPr>
              <a:spcBef>
                <a:spcPct val="0"/>
              </a:spcBef>
              <a:buFontTx/>
              <a:buNone/>
            </a:pPr>
            <a:endParaRPr lang="en-IN" altLang="en-US" sz="1600"/>
          </a:p>
          <a:p>
            <a:pPr>
              <a:spcBef>
                <a:spcPct val="0"/>
              </a:spcBef>
              <a:buFontTx/>
              <a:buNone/>
            </a:pPr>
            <a:r>
              <a:rPr lang="en-IN" altLang="en-US" sz="1600"/>
              <a:t>Popular engines: BizTalk Server, Oracle BPEL processor, IBM WebSphere Process Server</a:t>
            </a:r>
          </a:p>
        </p:txBody>
      </p:sp>
      <p:sp>
        <p:nvSpPr>
          <p:cNvPr id="3" name="Date Placeholder 2">
            <a:extLst>
              <a:ext uri="{FF2B5EF4-FFF2-40B4-BE49-F238E27FC236}">
                <a16:creationId xmlns:a16="http://schemas.microsoft.com/office/drawing/2014/main" id="{3641F50B-2143-F3B0-089F-AADF32DA2D96}"/>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4AD757AA-BD8A-9E66-F6A7-B93F8E0E6045}"/>
              </a:ext>
            </a:extLst>
          </p:cNvPr>
          <p:cNvSpPr>
            <a:spLocks noGrp="1"/>
          </p:cNvSpPr>
          <p:nvPr>
            <p:ph type="ftr" sz="quarter" idx="12"/>
          </p:nvPr>
        </p:nvSpPr>
        <p:spPr/>
        <p:txBody>
          <a:bodyPr/>
          <a:lstStyle/>
          <a:p>
            <a:pPr>
              <a:defRPr/>
            </a:pPr>
            <a:r>
              <a:rPr lang="en-US"/>
              <a:t>SSZG653 Software Architectures</a:t>
            </a:r>
          </a:p>
        </p:txBody>
      </p:sp>
      <p:sp>
        <p:nvSpPr>
          <p:cNvPr id="36873" name="Slide Number Placeholder 5">
            <a:extLst>
              <a:ext uri="{FF2B5EF4-FFF2-40B4-BE49-F238E27FC236}">
                <a16:creationId xmlns:a16="http://schemas.microsoft.com/office/drawing/2014/main" id="{B7C40C9D-6491-9523-F160-C02A9A8142CC}"/>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9A5F94F8-C0C2-47AB-9999-AB15056922E1}" type="slidenum">
              <a:rPr lang="en-US" altLang="en-US" sz="1200" smtClean="0">
                <a:solidFill>
                  <a:srgbClr val="898989"/>
                </a:solidFill>
              </a:rPr>
              <a:pPr>
                <a:spcBef>
                  <a:spcPct val="0"/>
                </a:spcBef>
                <a:buFontTx/>
                <a:buNone/>
              </a:pPr>
              <a:t>24</a:t>
            </a:fld>
            <a:endParaRPr lang="en-US" altLang="en-US" sz="1200">
              <a:solidFill>
                <a:srgbClr val="898989"/>
              </a:solidFill>
            </a:endParaRPr>
          </a:p>
        </p:txBody>
      </p:sp>
    </p:spTree>
    <p:extLst>
      <p:ext uri="{BB962C8B-B14F-4D97-AF65-F5344CB8AC3E}">
        <p14:creationId xmlns:p14="http://schemas.microsoft.com/office/powerpoint/2010/main" val="3064951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Content Placeholder 1">
            <a:extLst>
              <a:ext uri="{FF2B5EF4-FFF2-40B4-BE49-F238E27FC236}">
                <a16:creationId xmlns:a16="http://schemas.microsoft.com/office/drawing/2014/main" id="{DA152529-1780-78DF-29AF-F68803C5D18A}"/>
              </a:ext>
            </a:extLst>
          </p:cNvPr>
          <p:cNvSpPr>
            <a:spLocks noGrp="1"/>
          </p:cNvSpPr>
          <p:nvPr>
            <p:ph idx="1"/>
          </p:nvPr>
        </p:nvSpPr>
        <p:spPr>
          <a:xfrm>
            <a:off x="304800" y="1493838"/>
            <a:ext cx="8229600" cy="4525962"/>
          </a:xfrm>
        </p:spPr>
        <p:txBody>
          <a:bodyPr/>
          <a:lstStyle/>
          <a:p>
            <a:pPr marL="0" indent="0" fontAlgn="base">
              <a:spcAft>
                <a:spcPct val="0"/>
              </a:spcAft>
              <a:defRPr/>
            </a:pPr>
            <a:r>
              <a:rPr lang="en-IN" dirty="0"/>
              <a:t>Aspect Oriented design aims to encapsulate cross-cutting concerns into aspects (enhancing modularity)</a:t>
            </a:r>
          </a:p>
          <a:p>
            <a:pPr marL="0" indent="0" fontAlgn="base">
              <a:spcAft>
                <a:spcPct val="0"/>
              </a:spcAft>
              <a:defRPr/>
            </a:pPr>
            <a:endParaRPr lang="en-IN" dirty="0"/>
          </a:p>
          <a:p>
            <a:pPr marL="0" indent="0" fontAlgn="base">
              <a:spcAft>
                <a:spcPct val="0"/>
              </a:spcAft>
              <a:defRPr/>
            </a:pPr>
            <a:r>
              <a:rPr lang="en-IN" dirty="0"/>
              <a:t>Examples of aspects:</a:t>
            </a:r>
          </a:p>
          <a:p>
            <a:pPr marL="0" indent="0" fontAlgn="base">
              <a:spcAft>
                <a:spcPct val="0"/>
              </a:spcAft>
              <a:defRPr/>
            </a:pPr>
            <a:endParaRPr lang="en-IN" altLang="en-US" dirty="0"/>
          </a:p>
          <a:p>
            <a:pPr fontAlgn="base">
              <a:spcAft>
                <a:spcPct val="0"/>
              </a:spcAft>
              <a:buFont typeface="Arial" pitchFamily="34" charset="0"/>
              <a:buChar char="•"/>
              <a:defRPr/>
            </a:pPr>
            <a:r>
              <a:rPr lang="en-IN" altLang="en-US" dirty="0"/>
              <a:t>Logging &amp; instrumentation</a:t>
            </a:r>
          </a:p>
          <a:p>
            <a:pPr fontAlgn="base">
              <a:spcAft>
                <a:spcPct val="0"/>
              </a:spcAft>
              <a:buFont typeface="Arial" pitchFamily="34" charset="0"/>
              <a:buChar char="•"/>
              <a:defRPr/>
            </a:pPr>
            <a:r>
              <a:rPr lang="en-IN" altLang="en-US" dirty="0"/>
              <a:t>Auditing: Who is doing what</a:t>
            </a:r>
          </a:p>
          <a:p>
            <a:pPr fontAlgn="base">
              <a:spcAft>
                <a:spcPct val="0"/>
              </a:spcAft>
              <a:buFont typeface="Arial" pitchFamily="34" charset="0"/>
              <a:buChar char="•"/>
              <a:defRPr/>
            </a:pPr>
            <a:r>
              <a:rPr lang="en-IN" altLang="en-US" dirty="0"/>
              <a:t>Caching</a:t>
            </a:r>
          </a:p>
          <a:p>
            <a:pPr fontAlgn="base">
              <a:spcAft>
                <a:spcPct val="0"/>
              </a:spcAft>
              <a:buFont typeface="Arial" pitchFamily="34" charset="0"/>
              <a:buChar char="•"/>
              <a:defRPr/>
            </a:pPr>
            <a:r>
              <a:rPr lang="en-IN" altLang="en-US" dirty="0"/>
              <a:t>Security</a:t>
            </a:r>
          </a:p>
        </p:txBody>
      </p:sp>
      <p:sp>
        <p:nvSpPr>
          <p:cNvPr id="3" name="Content Placeholder 2">
            <a:extLst>
              <a:ext uri="{FF2B5EF4-FFF2-40B4-BE49-F238E27FC236}">
                <a16:creationId xmlns:a16="http://schemas.microsoft.com/office/drawing/2014/main" id="{09E773BE-8B48-628C-B273-FE94DBADB896}"/>
              </a:ext>
            </a:extLst>
          </p:cNvPr>
          <p:cNvSpPr>
            <a:spLocks noGrp="1"/>
          </p:cNvSpPr>
          <p:nvPr>
            <p:ph sz="quarter" idx="10"/>
          </p:nvPr>
        </p:nvSpPr>
        <p:spPr/>
        <p:txBody>
          <a:bodyPr/>
          <a:lstStyle/>
          <a:p>
            <a:pPr>
              <a:defRPr/>
            </a:pPr>
            <a:r>
              <a:rPr lang="en-IN" dirty="0"/>
              <a:t>Aspect oriented design for cross cutting concerns</a:t>
            </a:r>
          </a:p>
        </p:txBody>
      </p:sp>
      <p:sp>
        <p:nvSpPr>
          <p:cNvPr id="2" name="Date Placeholder 1">
            <a:extLst>
              <a:ext uri="{FF2B5EF4-FFF2-40B4-BE49-F238E27FC236}">
                <a16:creationId xmlns:a16="http://schemas.microsoft.com/office/drawing/2014/main" id="{049D47D0-C669-FBBE-15E6-6CA38751EECE}"/>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9D08F941-E14C-9D59-3CCA-954983116C36}"/>
              </a:ext>
            </a:extLst>
          </p:cNvPr>
          <p:cNvSpPr>
            <a:spLocks noGrp="1"/>
          </p:cNvSpPr>
          <p:nvPr>
            <p:ph type="ftr" sz="quarter" idx="12"/>
          </p:nvPr>
        </p:nvSpPr>
        <p:spPr/>
        <p:txBody>
          <a:bodyPr/>
          <a:lstStyle/>
          <a:p>
            <a:pPr>
              <a:defRPr/>
            </a:pPr>
            <a:r>
              <a:rPr lang="en-US"/>
              <a:t>SSZG653 Software Architectures</a:t>
            </a:r>
          </a:p>
        </p:txBody>
      </p:sp>
      <p:sp>
        <p:nvSpPr>
          <p:cNvPr id="37894" name="Slide Number Placeholder 4">
            <a:extLst>
              <a:ext uri="{FF2B5EF4-FFF2-40B4-BE49-F238E27FC236}">
                <a16:creationId xmlns:a16="http://schemas.microsoft.com/office/drawing/2014/main" id="{425270D6-8317-D4B1-E9BE-4EAC187656D0}"/>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732DB47A-9F56-44F7-AFA8-78C6F2DC7944}" type="slidenum">
              <a:rPr lang="en-US" altLang="en-US" sz="1200" smtClean="0">
                <a:solidFill>
                  <a:srgbClr val="898989"/>
                </a:solidFill>
              </a:rPr>
              <a:pPr>
                <a:spcBef>
                  <a:spcPct val="0"/>
                </a:spcBef>
                <a:buFontTx/>
                <a:buNone/>
              </a:pPr>
              <a:t>25</a:t>
            </a:fld>
            <a:endParaRPr lang="en-US" altLang="en-US" sz="1200">
              <a:solidFill>
                <a:srgbClr val="898989"/>
              </a:solidFill>
            </a:endParaRPr>
          </a:p>
        </p:txBody>
      </p:sp>
    </p:spTree>
    <p:extLst>
      <p:ext uri="{BB962C8B-B14F-4D97-AF65-F5344CB8AC3E}">
        <p14:creationId xmlns:p14="http://schemas.microsoft.com/office/powerpoint/2010/main" val="33133603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A01ADA-C50A-354A-0C63-629C5BCDA037}"/>
              </a:ext>
            </a:extLst>
          </p:cNvPr>
          <p:cNvSpPr>
            <a:spLocks noGrp="1"/>
          </p:cNvSpPr>
          <p:nvPr>
            <p:ph sz="quarter" idx="10"/>
          </p:nvPr>
        </p:nvSpPr>
        <p:spPr/>
        <p:txBody>
          <a:bodyPr/>
          <a:lstStyle/>
          <a:p>
            <a:pPr>
              <a:defRPr/>
            </a:pPr>
            <a:r>
              <a:rPr lang="en-IN" dirty="0"/>
              <a:t>Aspect Oriented Design</a:t>
            </a:r>
          </a:p>
        </p:txBody>
      </p:sp>
      <p:pic>
        <p:nvPicPr>
          <p:cNvPr id="38915" name="Picture 3">
            <a:extLst>
              <a:ext uri="{FF2B5EF4-FFF2-40B4-BE49-F238E27FC236}">
                <a16:creationId xmlns:a16="http://schemas.microsoft.com/office/drawing/2014/main" id="{AE6710ED-3540-93C5-933B-01941F37DD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219200"/>
            <a:ext cx="5638800"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6" name="TextBox 4">
            <a:extLst>
              <a:ext uri="{FF2B5EF4-FFF2-40B4-BE49-F238E27FC236}">
                <a16:creationId xmlns:a16="http://schemas.microsoft.com/office/drawing/2014/main" id="{F710800A-2A85-A4E1-19CE-0F2C8AB88DB4}"/>
              </a:ext>
            </a:extLst>
          </p:cNvPr>
          <p:cNvSpPr txBox="1">
            <a:spLocks noChangeArrowheads="1"/>
          </p:cNvSpPr>
          <p:nvPr/>
        </p:nvSpPr>
        <p:spPr bwMode="auto">
          <a:xfrm>
            <a:off x="7696200" y="2209800"/>
            <a:ext cx="1371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IN" altLang="en-US" sz="1400"/>
              <a:t>They cut across layers</a:t>
            </a:r>
          </a:p>
        </p:txBody>
      </p:sp>
      <p:sp>
        <p:nvSpPr>
          <p:cNvPr id="6" name="Rounded Rectangular Callout 5">
            <a:extLst>
              <a:ext uri="{FF2B5EF4-FFF2-40B4-BE49-F238E27FC236}">
                <a16:creationId xmlns:a16="http://schemas.microsoft.com/office/drawing/2014/main" id="{C387A4FA-6CA6-01F3-5396-04CB47957821}"/>
              </a:ext>
            </a:extLst>
          </p:cNvPr>
          <p:cNvSpPr/>
          <p:nvPr/>
        </p:nvSpPr>
        <p:spPr>
          <a:xfrm>
            <a:off x="6972300" y="1295400"/>
            <a:ext cx="2095500" cy="914400"/>
          </a:xfrm>
          <a:prstGeom prst="wedgeRoundRectCallout">
            <a:avLst>
              <a:gd name="adj1" fmla="val -49068"/>
              <a:gd name="adj2" fmla="val 103646"/>
              <a:gd name="adj3" fmla="val 16667"/>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solidFill>
                  <a:schemeClr val="tx1"/>
                </a:solidFill>
              </a:rPr>
              <a:t>Different aspects of the system</a:t>
            </a:r>
          </a:p>
        </p:txBody>
      </p:sp>
      <p:sp>
        <p:nvSpPr>
          <p:cNvPr id="7" name="TextBox 6">
            <a:extLst>
              <a:ext uri="{FF2B5EF4-FFF2-40B4-BE49-F238E27FC236}">
                <a16:creationId xmlns:a16="http://schemas.microsoft.com/office/drawing/2014/main" id="{148BA0E8-88AC-0891-F16D-45B761649E6B}"/>
              </a:ext>
            </a:extLst>
          </p:cNvPr>
          <p:cNvSpPr txBox="1"/>
          <p:nvPr/>
        </p:nvSpPr>
        <p:spPr>
          <a:xfrm>
            <a:off x="7162800" y="3657600"/>
            <a:ext cx="1905000" cy="1570038"/>
          </a:xfrm>
          <a:prstGeom prst="rect">
            <a:avLst/>
          </a:prstGeom>
          <a:solidFill>
            <a:schemeClr val="accent6">
              <a:lumMod val="40000"/>
              <a:lumOff val="60000"/>
            </a:schemeClr>
          </a:solidFill>
        </p:spPr>
        <p:txBody>
          <a:bodyPr>
            <a:spAutoFit/>
          </a:bodyPr>
          <a:lstStyle/>
          <a:p>
            <a:pPr>
              <a:defRPr/>
            </a:pPr>
            <a:r>
              <a:rPr lang="en-IN" sz="1600" dirty="0"/>
              <a:t>Modules in different layers call the modules in the cross-cutting sub-system at different points in time </a:t>
            </a:r>
          </a:p>
        </p:txBody>
      </p:sp>
      <p:cxnSp>
        <p:nvCxnSpPr>
          <p:cNvPr id="9" name="Straight Arrow Connector 8">
            <a:extLst>
              <a:ext uri="{FF2B5EF4-FFF2-40B4-BE49-F238E27FC236}">
                <a16:creationId xmlns:a16="http://schemas.microsoft.com/office/drawing/2014/main" id="{1165E151-563C-91C0-6D1D-26BA12501028}"/>
              </a:ext>
            </a:extLst>
          </p:cNvPr>
          <p:cNvCxnSpPr/>
          <p:nvPr/>
        </p:nvCxnSpPr>
        <p:spPr>
          <a:xfrm>
            <a:off x="4648200" y="2819400"/>
            <a:ext cx="685800" cy="0"/>
          </a:xfrm>
          <a:prstGeom prst="straightConnector1">
            <a:avLst/>
          </a:prstGeom>
          <a:ln w="41275">
            <a:solidFill>
              <a:srgbClr val="FF0000"/>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BDA561FC-4F9D-6E35-511A-E9F830943509}"/>
              </a:ext>
            </a:extLst>
          </p:cNvPr>
          <p:cNvCxnSpPr/>
          <p:nvPr/>
        </p:nvCxnSpPr>
        <p:spPr>
          <a:xfrm>
            <a:off x="4648200" y="4114800"/>
            <a:ext cx="685800" cy="0"/>
          </a:xfrm>
          <a:prstGeom prst="straightConnector1">
            <a:avLst/>
          </a:prstGeom>
          <a:ln w="41275">
            <a:solidFill>
              <a:srgbClr val="FF0000"/>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9227A2B-A7E0-C4C9-EBAA-5DD86262DEEB}"/>
              </a:ext>
            </a:extLst>
          </p:cNvPr>
          <p:cNvCxnSpPr/>
          <p:nvPr/>
        </p:nvCxnSpPr>
        <p:spPr>
          <a:xfrm>
            <a:off x="4648200" y="5105400"/>
            <a:ext cx="685800" cy="0"/>
          </a:xfrm>
          <a:prstGeom prst="straightConnector1">
            <a:avLst/>
          </a:prstGeom>
          <a:ln w="41275">
            <a:solidFill>
              <a:srgbClr val="FF0000"/>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D21AA99B-BDB1-8370-3A35-5EAC3987BF31}"/>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5" name="Footer Placeholder 4">
            <a:extLst>
              <a:ext uri="{FF2B5EF4-FFF2-40B4-BE49-F238E27FC236}">
                <a16:creationId xmlns:a16="http://schemas.microsoft.com/office/drawing/2014/main" id="{D7962218-DDD7-32C9-7BDE-66A79B4078C8}"/>
              </a:ext>
            </a:extLst>
          </p:cNvPr>
          <p:cNvSpPr>
            <a:spLocks noGrp="1"/>
          </p:cNvSpPr>
          <p:nvPr>
            <p:ph type="ftr" sz="quarter" idx="12"/>
          </p:nvPr>
        </p:nvSpPr>
        <p:spPr/>
        <p:txBody>
          <a:bodyPr/>
          <a:lstStyle/>
          <a:p>
            <a:pPr>
              <a:defRPr/>
            </a:pPr>
            <a:r>
              <a:rPr lang="en-US"/>
              <a:t>SSZG653 Software Architectures</a:t>
            </a:r>
          </a:p>
        </p:txBody>
      </p:sp>
      <p:sp>
        <p:nvSpPr>
          <p:cNvPr id="38924" name="Slide Number Placeholder 7">
            <a:extLst>
              <a:ext uri="{FF2B5EF4-FFF2-40B4-BE49-F238E27FC236}">
                <a16:creationId xmlns:a16="http://schemas.microsoft.com/office/drawing/2014/main" id="{C174759F-94D9-2C61-7833-8CE7A267ABDF}"/>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99A59AE-CA40-4C18-BC2C-2AA03C52D191}" type="slidenum">
              <a:rPr lang="en-US" altLang="en-US" sz="1200" smtClean="0">
                <a:solidFill>
                  <a:srgbClr val="898989"/>
                </a:solidFill>
              </a:rPr>
              <a:pPr>
                <a:spcBef>
                  <a:spcPct val="0"/>
                </a:spcBef>
                <a:buFontTx/>
                <a:buNone/>
              </a:pPr>
              <a:t>26</a:t>
            </a:fld>
            <a:endParaRPr lang="en-US" altLang="en-US" sz="1200">
              <a:solidFill>
                <a:srgbClr val="898989"/>
              </a:solidFill>
            </a:endParaRPr>
          </a:p>
        </p:txBody>
      </p:sp>
    </p:spTree>
    <p:extLst>
      <p:ext uri="{BB962C8B-B14F-4D97-AF65-F5344CB8AC3E}">
        <p14:creationId xmlns:p14="http://schemas.microsoft.com/office/powerpoint/2010/main" val="19595021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Content Placeholder 1">
            <a:extLst>
              <a:ext uri="{FF2B5EF4-FFF2-40B4-BE49-F238E27FC236}">
                <a16:creationId xmlns:a16="http://schemas.microsoft.com/office/drawing/2014/main" id="{33FDB10D-C0B6-E98B-DA4F-1963A32AA055}"/>
              </a:ext>
            </a:extLst>
          </p:cNvPr>
          <p:cNvSpPr>
            <a:spLocks noGrp="1"/>
          </p:cNvSpPr>
          <p:nvPr>
            <p:ph idx="1"/>
          </p:nvPr>
        </p:nvSpPr>
        <p:spPr>
          <a:xfrm>
            <a:off x="304800" y="1493838"/>
            <a:ext cx="8229600" cy="4525962"/>
          </a:xfrm>
        </p:spPr>
        <p:txBody>
          <a:bodyPr>
            <a:normAutofit lnSpcReduction="10000"/>
          </a:bodyPr>
          <a:lstStyle/>
          <a:p>
            <a:pPr fontAlgn="base">
              <a:spcAft>
                <a:spcPct val="0"/>
              </a:spcAft>
              <a:buFont typeface="Arial" pitchFamily="34" charset="0"/>
              <a:buChar char="•"/>
            </a:pPr>
            <a:r>
              <a:rPr lang="en-IN" altLang="en-US" sz="1800" b="1"/>
              <a:t>Log actionable information </a:t>
            </a:r>
            <a:r>
              <a:rPr lang="en-IN" altLang="en-US" sz="1800"/>
              <a:t>such as errors</a:t>
            </a:r>
          </a:p>
          <a:p>
            <a:pPr lvl="1" fontAlgn="base">
              <a:spcAft>
                <a:spcPct val="0"/>
              </a:spcAft>
              <a:buFont typeface="Arial" pitchFamily="34" charset="0"/>
              <a:buChar char="•"/>
            </a:pPr>
            <a:r>
              <a:rPr lang="en-IN" altLang="en-US" sz="1800"/>
              <a:t>“Database is unavailable”</a:t>
            </a:r>
          </a:p>
          <a:p>
            <a:pPr lvl="1" fontAlgn="base">
              <a:spcAft>
                <a:spcPct val="0"/>
              </a:spcAft>
              <a:buFont typeface="Arial" pitchFamily="34" charset="0"/>
              <a:buChar char="•"/>
            </a:pPr>
            <a:r>
              <a:rPr lang="en-IN" altLang="en-US" sz="1800"/>
              <a:t>Information useful to diagnose errors</a:t>
            </a:r>
          </a:p>
          <a:p>
            <a:pPr fontAlgn="base">
              <a:spcAft>
                <a:spcPct val="0"/>
              </a:spcAft>
              <a:buFont typeface="Arial" pitchFamily="34" charset="0"/>
              <a:buChar char="•"/>
            </a:pPr>
            <a:endParaRPr lang="en-IN" altLang="en-US" sz="1800"/>
          </a:p>
          <a:p>
            <a:pPr fontAlgn="base">
              <a:spcAft>
                <a:spcPct val="0"/>
              </a:spcAft>
              <a:buFont typeface="Arial" pitchFamily="34" charset="0"/>
              <a:buChar char="•"/>
            </a:pPr>
            <a:r>
              <a:rPr lang="en-IN" altLang="en-US" sz="1800"/>
              <a:t>Logging is expensive. Log only the most essential data</a:t>
            </a:r>
          </a:p>
          <a:p>
            <a:pPr fontAlgn="base">
              <a:spcAft>
                <a:spcPct val="0"/>
              </a:spcAft>
              <a:buFont typeface="Arial" pitchFamily="34" charset="0"/>
              <a:buChar char="•"/>
            </a:pPr>
            <a:endParaRPr lang="en-IN" altLang="en-US" sz="1800"/>
          </a:p>
          <a:p>
            <a:pPr fontAlgn="base">
              <a:spcAft>
                <a:spcPct val="0"/>
              </a:spcAft>
              <a:buFont typeface="Arial" pitchFamily="34" charset="0"/>
              <a:buChar char="•"/>
            </a:pPr>
            <a:r>
              <a:rPr lang="en-IN" altLang="en-US" sz="1800" b="1"/>
              <a:t>Instrumentation</a:t>
            </a:r>
            <a:r>
              <a:rPr lang="en-IN" altLang="en-US" sz="1800"/>
              <a:t> helps in understanding the usage &amp; behaviour of the system </a:t>
            </a:r>
          </a:p>
          <a:p>
            <a:pPr lvl="1" fontAlgn="base">
              <a:spcAft>
                <a:spcPct val="0"/>
              </a:spcAft>
              <a:buFont typeface="Arial" pitchFamily="34" charset="0"/>
              <a:buChar char="•"/>
            </a:pPr>
            <a:r>
              <a:rPr lang="en-IN" altLang="en-US" sz="1800"/>
              <a:t>Request rate </a:t>
            </a:r>
          </a:p>
          <a:p>
            <a:pPr lvl="1" fontAlgn="base">
              <a:spcAft>
                <a:spcPct val="0"/>
              </a:spcAft>
              <a:buFont typeface="Arial" pitchFamily="34" charset="0"/>
              <a:buChar char="•"/>
            </a:pPr>
            <a:r>
              <a:rPr lang="en-IN" altLang="en-US" sz="1800"/>
              <a:t>Error rate</a:t>
            </a:r>
          </a:p>
          <a:p>
            <a:pPr lvl="1" fontAlgn="base">
              <a:spcAft>
                <a:spcPct val="0"/>
              </a:spcAft>
              <a:buFont typeface="Arial" pitchFamily="34" charset="0"/>
              <a:buChar char="•"/>
            </a:pPr>
            <a:r>
              <a:rPr lang="en-IN" altLang="en-US" sz="1800"/>
              <a:t>Duration of requests</a:t>
            </a:r>
          </a:p>
          <a:p>
            <a:pPr lvl="1" fontAlgn="base">
              <a:spcAft>
                <a:spcPct val="0"/>
              </a:spcAft>
              <a:buFont typeface="Arial" pitchFamily="34" charset="0"/>
              <a:buChar char="•"/>
            </a:pPr>
            <a:r>
              <a:rPr lang="en-IN" altLang="en-US" sz="1800"/>
              <a:t>Queue length</a:t>
            </a:r>
          </a:p>
          <a:p>
            <a:pPr fontAlgn="base">
              <a:spcAft>
                <a:spcPct val="0"/>
              </a:spcAft>
            </a:pPr>
            <a:endParaRPr lang="en-IN" altLang="en-US" sz="1800"/>
          </a:p>
          <a:p>
            <a:pPr fontAlgn="base">
              <a:spcAft>
                <a:spcPct val="0"/>
              </a:spcAft>
            </a:pPr>
            <a:endParaRPr lang="en-IN" altLang="en-US" sz="1800"/>
          </a:p>
          <a:p>
            <a:pPr fontAlgn="base">
              <a:spcAft>
                <a:spcPct val="0"/>
              </a:spcAft>
            </a:pPr>
            <a:r>
              <a:rPr lang="en-IN" altLang="en-US" sz="1800"/>
              <a:t>Ref: https://peter.bourgon.org/blog/2016/02/07/logging-v-instrumentation.html</a:t>
            </a:r>
          </a:p>
          <a:p>
            <a:pPr fontAlgn="base">
              <a:spcAft>
                <a:spcPct val="0"/>
              </a:spcAft>
            </a:pPr>
            <a:endParaRPr lang="en-IN" altLang="en-US" sz="1800"/>
          </a:p>
          <a:p>
            <a:pPr fontAlgn="base">
              <a:spcAft>
                <a:spcPct val="0"/>
              </a:spcAft>
            </a:pPr>
            <a:endParaRPr lang="en-IN" altLang="en-US" sz="1800"/>
          </a:p>
        </p:txBody>
      </p:sp>
      <p:sp>
        <p:nvSpPr>
          <p:cNvPr id="3" name="Content Placeholder 2">
            <a:extLst>
              <a:ext uri="{FF2B5EF4-FFF2-40B4-BE49-F238E27FC236}">
                <a16:creationId xmlns:a16="http://schemas.microsoft.com/office/drawing/2014/main" id="{3F627C39-E311-707D-A71F-66A70F384591}"/>
              </a:ext>
            </a:extLst>
          </p:cNvPr>
          <p:cNvSpPr>
            <a:spLocks noGrp="1"/>
          </p:cNvSpPr>
          <p:nvPr>
            <p:ph sz="quarter" idx="10"/>
          </p:nvPr>
        </p:nvSpPr>
        <p:spPr/>
        <p:txBody>
          <a:bodyPr/>
          <a:lstStyle/>
          <a:p>
            <a:pPr>
              <a:defRPr/>
            </a:pPr>
            <a:r>
              <a:rPr lang="en-IN" dirty="0"/>
              <a:t>Logging &amp; instrumentation</a:t>
            </a:r>
          </a:p>
        </p:txBody>
      </p:sp>
      <p:sp>
        <p:nvSpPr>
          <p:cNvPr id="2" name="Date Placeholder 1">
            <a:extLst>
              <a:ext uri="{FF2B5EF4-FFF2-40B4-BE49-F238E27FC236}">
                <a16:creationId xmlns:a16="http://schemas.microsoft.com/office/drawing/2014/main" id="{7106955B-DE79-E459-9131-EC2969803792}"/>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51D4EF3C-1260-8E14-DDE7-13C311C5A2B6}"/>
              </a:ext>
            </a:extLst>
          </p:cNvPr>
          <p:cNvSpPr>
            <a:spLocks noGrp="1"/>
          </p:cNvSpPr>
          <p:nvPr>
            <p:ph type="ftr" sz="quarter" idx="12"/>
          </p:nvPr>
        </p:nvSpPr>
        <p:spPr/>
        <p:txBody>
          <a:bodyPr/>
          <a:lstStyle/>
          <a:p>
            <a:pPr>
              <a:defRPr/>
            </a:pPr>
            <a:r>
              <a:rPr lang="en-US"/>
              <a:t>SSZG653 Software Architectures</a:t>
            </a:r>
          </a:p>
        </p:txBody>
      </p:sp>
      <p:sp>
        <p:nvSpPr>
          <p:cNvPr id="39942" name="Slide Number Placeholder 4">
            <a:extLst>
              <a:ext uri="{FF2B5EF4-FFF2-40B4-BE49-F238E27FC236}">
                <a16:creationId xmlns:a16="http://schemas.microsoft.com/office/drawing/2014/main" id="{49EFF74E-B982-EFD9-AF81-63C755F8280A}"/>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4DA361D1-49F0-4469-AC26-3F85B7CC3839}" type="slidenum">
              <a:rPr lang="en-US" altLang="en-US" sz="1200" smtClean="0">
                <a:solidFill>
                  <a:srgbClr val="898989"/>
                </a:solidFill>
              </a:rPr>
              <a:pPr>
                <a:spcBef>
                  <a:spcPct val="0"/>
                </a:spcBef>
                <a:buFontTx/>
                <a:buNone/>
              </a:pPr>
              <a:t>27</a:t>
            </a:fld>
            <a:endParaRPr lang="en-US" altLang="en-US" sz="1200">
              <a:solidFill>
                <a:srgbClr val="898989"/>
              </a:solidFill>
            </a:endParaRPr>
          </a:p>
        </p:txBody>
      </p:sp>
    </p:spTree>
    <p:extLst>
      <p:ext uri="{BB962C8B-B14F-4D97-AF65-F5344CB8AC3E}">
        <p14:creationId xmlns:p14="http://schemas.microsoft.com/office/powerpoint/2010/main" val="5257337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Content Placeholder 1">
            <a:extLst>
              <a:ext uri="{FF2B5EF4-FFF2-40B4-BE49-F238E27FC236}">
                <a16:creationId xmlns:a16="http://schemas.microsoft.com/office/drawing/2014/main" id="{B8554DA2-792C-E7EE-22AA-D1D435D04351}"/>
              </a:ext>
            </a:extLst>
          </p:cNvPr>
          <p:cNvSpPr>
            <a:spLocks noGrp="1"/>
          </p:cNvSpPr>
          <p:nvPr>
            <p:ph idx="1"/>
          </p:nvPr>
        </p:nvSpPr>
        <p:spPr>
          <a:xfrm>
            <a:off x="304800" y="1493838"/>
            <a:ext cx="8229600" cy="4525962"/>
          </a:xfrm>
        </p:spPr>
        <p:txBody>
          <a:bodyPr/>
          <a:lstStyle/>
          <a:p>
            <a:pPr fontAlgn="base">
              <a:spcAft>
                <a:spcPct val="0"/>
              </a:spcAft>
            </a:pPr>
            <a:r>
              <a:rPr lang="en-IN" altLang="en-US"/>
              <a:t>We saw:</a:t>
            </a:r>
          </a:p>
          <a:p>
            <a:pPr fontAlgn="base">
              <a:spcAft>
                <a:spcPct val="0"/>
              </a:spcAft>
              <a:buFont typeface="Arial" pitchFamily="34" charset="0"/>
              <a:buChar char="•"/>
            </a:pPr>
            <a:r>
              <a:rPr lang="en-IN" altLang="en-US"/>
              <a:t>Façade</a:t>
            </a:r>
          </a:p>
          <a:p>
            <a:pPr fontAlgn="base">
              <a:spcAft>
                <a:spcPct val="0"/>
              </a:spcAft>
              <a:buFont typeface="Arial" pitchFamily="34" charset="0"/>
              <a:buChar char="•"/>
            </a:pPr>
            <a:r>
              <a:rPr lang="en-IN" altLang="en-US"/>
              <a:t>Session mangement</a:t>
            </a:r>
          </a:p>
          <a:p>
            <a:pPr fontAlgn="base">
              <a:spcAft>
                <a:spcPct val="0"/>
              </a:spcAft>
              <a:buFont typeface="Arial" pitchFamily="34" charset="0"/>
              <a:buChar char="•"/>
            </a:pPr>
            <a:r>
              <a:rPr lang="en-IN" altLang="en-US"/>
              <a:t>Work flow engine</a:t>
            </a:r>
          </a:p>
          <a:p>
            <a:pPr fontAlgn="base">
              <a:spcAft>
                <a:spcPct val="0"/>
              </a:spcAft>
              <a:buFont typeface="Arial" pitchFamily="34" charset="0"/>
              <a:buChar char="•"/>
            </a:pPr>
            <a:r>
              <a:rPr lang="en-IN" altLang="en-US"/>
              <a:t>Aspect oriented design</a:t>
            </a:r>
          </a:p>
          <a:p>
            <a:pPr fontAlgn="base">
              <a:spcAft>
                <a:spcPct val="0"/>
              </a:spcAft>
              <a:buFont typeface="Arial" pitchFamily="34" charset="0"/>
              <a:buChar char="•"/>
            </a:pPr>
            <a:endParaRPr lang="en-IN" altLang="en-US"/>
          </a:p>
          <a:p>
            <a:pPr fontAlgn="base">
              <a:spcAft>
                <a:spcPct val="0"/>
              </a:spcAft>
            </a:pPr>
            <a:endParaRPr lang="en-IN" altLang="en-US"/>
          </a:p>
          <a:p>
            <a:pPr fontAlgn="base">
              <a:spcAft>
                <a:spcPct val="0"/>
              </a:spcAft>
            </a:pPr>
            <a:r>
              <a:rPr lang="en-IN" altLang="en-US"/>
              <a:t>Have you used any other technique in Business layer?</a:t>
            </a:r>
          </a:p>
        </p:txBody>
      </p:sp>
      <p:sp>
        <p:nvSpPr>
          <p:cNvPr id="3" name="Content Placeholder 2">
            <a:extLst>
              <a:ext uri="{FF2B5EF4-FFF2-40B4-BE49-F238E27FC236}">
                <a16:creationId xmlns:a16="http://schemas.microsoft.com/office/drawing/2014/main" id="{BE3FAEA9-3B81-29D2-2FC0-1BFB6AE4CD89}"/>
              </a:ext>
            </a:extLst>
          </p:cNvPr>
          <p:cNvSpPr>
            <a:spLocks noGrp="1"/>
          </p:cNvSpPr>
          <p:nvPr>
            <p:ph sz="quarter" idx="10"/>
          </p:nvPr>
        </p:nvSpPr>
        <p:spPr/>
        <p:txBody>
          <a:bodyPr/>
          <a:lstStyle/>
          <a:p>
            <a:pPr>
              <a:defRPr/>
            </a:pPr>
            <a:r>
              <a:rPr lang="en-IN" dirty="0"/>
              <a:t>Business layer</a:t>
            </a:r>
          </a:p>
        </p:txBody>
      </p:sp>
      <p:sp>
        <p:nvSpPr>
          <p:cNvPr id="2" name="Date Placeholder 1">
            <a:extLst>
              <a:ext uri="{FF2B5EF4-FFF2-40B4-BE49-F238E27FC236}">
                <a16:creationId xmlns:a16="http://schemas.microsoft.com/office/drawing/2014/main" id="{BCE57AD5-A4D0-D865-C538-0C6C3567F00B}"/>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39B49543-B6BB-8B21-23CF-D2F0880E0EDF}"/>
              </a:ext>
            </a:extLst>
          </p:cNvPr>
          <p:cNvSpPr>
            <a:spLocks noGrp="1"/>
          </p:cNvSpPr>
          <p:nvPr>
            <p:ph type="ftr" sz="quarter" idx="12"/>
          </p:nvPr>
        </p:nvSpPr>
        <p:spPr/>
        <p:txBody>
          <a:bodyPr/>
          <a:lstStyle/>
          <a:p>
            <a:pPr>
              <a:defRPr/>
            </a:pPr>
            <a:r>
              <a:rPr lang="en-US"/>
              <a:t>SSZG653 Software Architectures</a:t>
            </a:r>
          </a:p>
        </p:txBody>
      </p:sp>
      <p:sp>
        <p:nvSpPr>
          <p:cNvPr id="40966" name="Slide Number Placeholder 4">
            <a:extLst>
              <a:ext uri="{FF2B5EF4-FFF2-40B4-BE49-F238E27FC236}">
                <a16:creationId xmlns:a16="http://schemas.microsoft.com/office/drawing/2014/main" id="{6AF5BC23-988B-0F2D-ADCE-2CD7185F2472}"/>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89A2FB9-6D96-4071-B92A-3DB345082EDE}" type="slidenum">
              <a:rPr lang="en-US" altLang="en-US" sz="1200" smtClean="0">
                <a:solidFill>
                  <a:srgbClr val="898989"/>
                </a:solidFill>
              </a:rPr>
              <a:pPr>
                <a:spcBef>
                  <a:spcPct val="0"/>
                </a:spcBef>
                <a:buFontTx/>
                <a:buNone/>
              </a:pPr>
              <a:t>28</a:t>
            </a:fld>
            <a:endParaRPr lang="en-US" altLang="en-US" sz="1200">
              <a:solidFill>
                <a:srgbClr val="898989"/>
              </a:solidFill>
            </a:endParaRPr>
          </a:p>
        </p:txBody>
      </p:sp>
    </p:spTree>
    <p:extLst>
      <p:ext uri="{BB962C8B-B14F-4D97-AF65-F5344CB8AC3E}">
        <p14:creationId xmlns:p14="http://schemas.microsoft.com/office/powerpoint/2010/main" val="30855344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Content Placeholder 1">
            <a:extLst>
              <a:ext uri="{FF2B5EF4-FFF2-40B4-BE49-F238E27FC236}">
                <a16:creationId xmlns:a16="http://schemas.microsoft.com/office/drawing/2014/main" id="{ECF58C9A-4873-DBAC-458C-57982CE10C80}"/>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IN" altLang="en-US" sz="2000"/>
              <a:t>Use DB connection pool, if there are too many users</a:t>
            </a:r>
          </a:p>
          <a:p>
            <a:pPr fontAlgn="base">
              <a:spcAft>
                <a:spcPct val="0"/>
              </a:spcAft>
              <a:buFont typeface="Arial" pitchFamily="34" charset="0"/>
              <a:buChar char="•"/>
            </a:pPr>
            <a:r>
              <a:rPr lang="en-IN" altLang="en-US" sz="2000"/>
              <a:t>Use multiple copies of data for faster access</a:t>
            </a:r>
          </a:p>
          <a:p>
            <a:pPr fontAlgn="base">
              <a:spcAft>
                <a:spcPct val="0"/>
              </a:spcAft>
              <a:buFont typeface="Arial" pitchFamily="34" charset="0"/>
              <a:buChar char="•"/>
            </a:pPr>
            <a:r>
              <a:rPr lang="en-IN" altLang="en-US" sz="2000"/>
              <a:t>Use transactions to achieve atomicity</a:t>
            </a:r>
          </a:p>
          <a:p>
            <a:pPr fontAlgn="base">
              <a:spcAft>
                <a:spcPct val="0"/>
              </a:spcAft>
              <a:buFont typeface="Arial" pitchFamily="34" charset="0"/>
              <a:buChar char="•"/>
            </a:pPr>
            <a:r>
              <a:rPr lang="en-IN" altLang="en-US" sz="2000"/>
              <a:t>Use Object - Relational mapping</a:t>
            </a:r>
          </a:p>
          <a:p>
            <a:pPr fontAlgn="base">
              <a:spcAft>
                <a:spcPct val="0"/>
              </a:spcAft>
              <a:buFont typeface="Arial" pitchFamily="34" charset="0"/>
              <a:buChar char="•"/>
            </a:pPr>
            <a:r>
              <a:rPr lang="en-IN" altLang="en-US" sz="2000"/>
              <a:t>Use stored procedures to improve performance</a:t>
            </a:r>
          </a:p>
          <a:p>
            <a:pPr fontAlgn="base">
              <a:spcAft>
                <a:spcPct val="0"/>
              </a:spcAft>
              <a:buFont typeface="Arial" pitchFamily="34" charset="0"/>
              <a:buChar char="•"/>
            </a:pPr>
            <a:r>
              <a:rPr lang="en-IN" altLang="en-US" sz="2000"/>
              <a:t>Use parameterized SQL queries to reduce SQL injection attacks</a:t>
            </a:r>
          </a:p>
        </p:txBody>
      </p:sp>
      <p:sp>
        <p:nvSpPr>
          <p:cNvPr id="3" name="Content Placeholder 2">
            <a:extLst>
              <a:ext uri="{FF2B5EF4-FFF2-40B4-BE49-F238E27FC236}">
                <a16:creationId xmlns:a16="http://schemas.microsoft.com/office/drawing/2014/main" id="{25D68DE9-8956-1D14-FF3F-079107B4A37E}"/>
              </a:ext>
            </a:extLst>
          </p:cNvPr>
          <p:cNvSpPr>
            <a:spLocks noGrp="1"/>
          </p:cNvSpPr>
          <p:nvPr>
            <p:ph sz="quarter" idx="10"/>
          </p:nvPr>
        </p:nvSpPr>
        <p:spPr/>
        <p:txBody>
          <a:bodyPr/>
          <a:lstStyle/>
          <a:p>
            <a:pPr>
              <a:defRPr/>
            </a:pPr>
            <a:r>
              <a:rPr lang="en-IN" dirty="0"/>
              <a:t>Data layer: Prominent techniques used</a:t>
            </a:r>
          </a:p>
        </p:txBody>
      </p:sp>
      <p:sp>
        <p:nvSpPr>
          <p:cNvPr id="2" name="Date Placeholder 1">
            <a:extLst>
              <a:ext uri="{FF2B5EF4-FFF2-40B4-BE49-F238E27FC236}">
                <a16:creationId xmlns:a16="http://schemas.microsoft.com/office/drawing/2014/main" id="{E564C204-E14E-8D6E-04BA-D7E8597F2A73}"/>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62A01B8D-62AA-B3AC-222E-B1A77BB1993E}"/>
              </a:ext>
            </a:extLst>
          </p:cNvPr>
          <p:cNvSpPr>
            <a:spLocks noGrp="1"/>
          </p:cNvSpPr>
          <p:nvPr>
            <p:ph type="ftr" sz="quarter" idx="12"/>
          </p:nvPr>
        </p:nvSpPr>
        <p:spPr/>
        <p:txBody>
          <a:bodyPr/>
          <a:lstStyle/>
          <a:p>
            <a:pPr>
              <a:defRPr/>
            </a:pPr>
            <a:r>
              <a:rPr lang="en-US"/>
              <a:t>SSZG653 Software Architectures</a:t>
            </a:r>
          </a:p>
        </p:txBody>
      </p:sp>
      <p:sp>
        <p:nvSpPr>
          <p:cNvPr id="41990" name="Slide Number Placeholder 4">
            <a:extLst>
              <a:ext uri="{FF2B5EF4-FFF2-40B4-BE49-F238E27FC236}">
                <a16:creationId xmlns:a16="http://schemas.microsoft.com/office/drawing/2014/main" id="{4A226105-3B5E-825B-6841-992C853E43BA}"/>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0BEC9E2B-9566-4909-8534-2A61A0FA4E54}" type="slidenum">
              <a:rPr lang="en-US" altLang="en-US" sz="1200" smtClean="0">
                <a:solidFill>
                  <a:srgbClr val="898989"/>
                </a:solidFill>
              </a:rPr>
              <a:pPr>
                <a:spcBef>
                  <a:spcPct val="0"/>
                </a:spcBef>
                <a:buFontTx/>
                <a:buNone/>
              </a:pPr>
              <a:t>29</a:t>
            </a:fld>
            <a:endParaRPr lang="en-US" altLang="en-US" sz="1200">
              <a:solidFill>
                <a:srgbClr val="898989"/>
              </a:solidFill>
            </a:endParaRPr>
          </a:p>
        </p:txBody>
      </p:sp>
    </p:spTree>
    <p:extLst>
      <p:ext uri="{BB962C8B-B14F-4D97-AF65-F5344CB8AC3E}">
        <p14:creationId xmlns:p14="http://schemas.microsoft.com/office/powerpoint/2010/main" val="30175587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1">
            <a:extLst>
              <a:ext uri="{FF2B5EF4-FFF2-40B4-BE49-F238E27FC236}">
                <a16:creationId xmlns:a16="http://schemas.microsoft.com/office/drawing/2014/main" id="{0B320F1F-A45E-F4C4-3A35-380D56AAC14F}"/>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IN" altLang="en-US"/>
              <a:t>Helps in mapping objects in our program to database table</a:t>
            </a:r>
          </a:p>
          <a:p>
            <a:pPr fontAlgn="base">
              <a:spcAft>
                <a:spcPct val="0"/>
              </a:spcAft>
              <a:buFont typeface="Arial" pitchFamily="34" charset="0"/>
              <a:buChar char="•"/>
            </a:pPr>
            <a:endParaRPr lang="en-IN" altLang="en-US"/>
          </a:p>
          <a:p>
            <a:pPr fontAlgn="base">
              <a:spcAft>
                <a:spcPct val="0"/>
              </a:spcAft>
              <a:buFont typeface="Arial" pitchFamily="34" charset="0"/>
              <a:buChar char="•"/>
            </a:pPr>
            <a:r>
              <a:rPr lang="en-IN" altLang="en-US"/>
              <a:t>Hibernate is a framework that provides an Object/Relational Mapping (O/RM)</a:t>
            </a:r>
          </a:p>
        </p:txBody>
      </p:sp>
      <p:sp>
        <p:nvSpPr>
          <p:cNvPr id="3" name="Content Placeholder 2">
            <a:extLst>
              <a:ext uri="{FF2B5EF4-FFF2-40B4-BE49-F238E27FC236}">
                <a16:creationId xmlns:a16="http://schemas.microsoft.com/office/drawing/2014/main" id="{52CD3678-3A97-FF74-8389-7E7F24E8B7D0}"/>
              </a:ext>
            </a:extLst>
          </p:cNvPr>
          <p:cNvSpPr>
            <a:spLocks noGrp="1"/>
          </p:cNvSpPr>
          <p:nvPr>
            <p:ph sz="quarter" idx="10"/>
          </p:nvPr>
        </p:nvSpPr>
        <p:spPr/>
        <p:txBody>
          <a:bodyPr/>
          <a:lstStyle/>
          <a:p>
            <a:pPr>
              <a:defRPr/>
            </a:pPr>
            <a:r>
              <a:rPr lang="en-IN" dirty="0"/>
              <a:t>Object-Relational mapping</a:t>
            </a:r>
          </a:p>
        </p:txBody>
      </p:sp>
      <p:sp>
        <p:nvSpPr>
          <p:cNvPr id="2" name="Date Placeholder 1">
            <a:extLst>
              <a:ext uri="{FF2B5EF4-FFF2-40B4-BE49-F238E27FC236}">
                <a16:creationId xmlns:a16="http://schemas.microsoft.com/office/drawing/2014/main" id="{63A81A88-AB2E-7FF9-8939-C74E79F397AE}"/>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CB7F6AD1-EDDE-1903-6E06-81D0ECBC587B}"/>
              </a:ext>
            </a:extLst>
          </p:cNvPr>
          <p:cNvSpPr>
            <a:spLocks noGrp="1"/>
          </p:cNvSpPr>
          <p:nvPr>
            <p:ph type="ftr" sz="quarter" idx="12"/>
          </p:nvPr>
        </p:nvSpPr>
        <p:spPr/>
        <p:txBody>
          <a:bodyPr/>
          <a:lstStyle/>
          <a:p>
            <a:pPr>
              <a:defRPr/>
            </a:pPr>
            <a:r>
              <a:rPr lang="en-US"/>
              <a:t>SSZG653 Software Architectures</a:t>
            </a:r>
          </a:p>
        </p:txBody>
      </p:sp>
      <p:sp>
        <p:nvSpPr>
          <p:cNvPr id="43014" name="Slide Number Placeholder 4">
            <a:extLst>
              <a:ext uri="{FF2B5EF4-FFF2-40B4-BE49-F238E27FC236}">
                <a16:creationId xmlns:a16="http://schemas.microsoft.com/office/drawing/2014/main" id="{91872E2B-5272-1238-9570-DC319DD0AD68}"/>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B7CE17F0-300C-48EB-A267-74F22EED2F92}" type="slidenum">
              <a:rPr lang="en-US" altLang="en-US" sz="1200" smtClean="0">
                <a:solidFill>
                  <a:srgbClr val="898989"/>
                </a:solidFill>
              </a:rPr>
              <a:pPr>
                <a:spcBef>
                  <a:spcPct val="0"/>
                </a:spcBef>
                <a:buFontTx/>
                <a:buNone/>
              </a:pPr>
              <a:t>30</a:t>
            </a:fld>
            <a:endParaRPr lang="en-US" altLang="en-US" sz="1200">
              <a:solidFill>
                <a:srgbClr val="898989"/>
              </a:solidFill>
            </a:endParaRPr>
          </a:p>
        </p:txBody>
      </p:sp>
    </p:spTree>
    <p:extLst>
      <p:ext uri="{BB962C8B-B14F-4D97-AF65-F5344CB8AC3E}">
        <p14:creationId xmlns:p14="http://schemas.microsoft.com/office/powerpoint/2010/main" val="2106796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Content Placeholder 1">
            <a:extLst>
              <a:ext uri="{FF2B5EF4-FFF2-40B4-BE49-F238E27FC236}">
                <a16:creationId xmlns:a16="http://schemas.microsoft.com/office/drawing/2014/main" id="{6C1139A2-A9EF-6AC3-3E87-16BD11E50F80}"/>
              </a:ext>
            </a:extLst>
          </p:cNvPr>
          <p:cNvSpPr>
            <a:spLocks noGrp="1"/>
          </p:cNvSpPr>
          <p:nvPr>
            <p:ph idx="1"/>
          </p:nvPr>
        </p:nvSpPr>
        <p:spPr>
          <a:xfrm>
            <a:off x="304800" y="1493838"/>
            <a:ext cx="8229600" cy="4525962"/>
          </a:xfrm>
        </p:spPr>
        <p:txBody>
          <a:bodyPr/>
          <a:lstStyle/>
          <a:p>
            <a:pPr fontAlgn="base">
              <a:spcAft>
                <a:spcPct val="0"/>
              </a:spcAft>
            </a:pPr>
            <a:r>
              <a:rPr lang="en-IN" altLang="en-US"/>
              <a:t>Do not concatenate user entered string to SQL string</a:t>
            </a:r>
          </a:p>
          <a:p>
            <a:pPr lvl="1" fontAlgn="base">
              <a:spcAft>
                <a:spcPct val="0"/>
              </a:spcAft>
            </a:pPr>
            <a:r>
              <a:rPr lang="en-US" altLang="en-US"/>
              <a:t>Malicious input can result in the following:</a:t>
            </a:r>
          </a:p>
          <a:p>
            <a:pPr lvl="1" fontAlgn="base">
              <a:spcAft>
                <a:spcPct val="0"/>
              </a:spcAft>
            </a:pPr>
            <a:r>
              <a:rPr lang="en-US" altLang="en-US"/>
              <a:t>SELECT product-data FROM table WHERE  product-name = ‘</a:t>
            </a:r>
            <a:r>
              <a:rPr lang="en-US" altLang="en-US" b="1"/>
              <a:t>Toothpaste</a:t>
            </a:r>
            <a:r>
              <a:rPr lang="en-US" altLang="en-US"/>
              <a:t>’ </a:t>
            </a:r>
            <a:r>
              <a:rPr lang="en-US" altLang="en-US" b="1"/>
              <a:t>OR ‘x’ = ‘x’;</a:t>
            </a:r>
          </a:p>
          <a:p>
            <a:pPr lvl="1" fontAlgn="base">
              <a:spcAft>
                <a:spcPct val="0"/>
              </a:spcAft>
            </a:pPr>
            <a:r>
              <a:rPr lang="en-US" altLang="en-US" b="1">
                <a:solidFill>
                  <a:srgbClr val="FF0000"/>
                </a:solidFill>
              </a:rPr>
              <a:t>This will return all product data</a:t>
            </a:r>
          </a:p>
          <a:p>
            <a:pPr lvl="1" fontAlgn="base">
              <a:spcAft>
                <a:spcPct val="0"/>
              </a:spcAft>
            </a:pPr>
            <a:endParaRPr lang="en-US" altLang="en-US"/>
          </a:p>
          <a:p>
            <a:pPr fontAlgn="base">
              <a:spcAft>
                <a:spcPct val="0"/>
              </a:spcAft>
            </a:pPr>
            <a:endParaRPr lang="en-IN" altLang="en-US"/>
          </a:p>
          <a:p>
            <a:pPr fontAlgn="base">
              <a:spcAft>
                <a:spcPct val="0"/>
              </a:spcAft>
            </a:pPr>
            <a:r>
              <a:rPr lang="en-IN" altLang="en-US"/>
              <a:t>Use parameterized SQL queries</a:t>
            </a:r>
          </a:p>
          <a:p>
            <a:pPr lvl="1" fontAlgn="base">
              <a:spcAft>
                <a:spcPct val="0"/>
              </a:spcAft>
            </a:pPr>
            <a:r>
              <a:rPr lang="en-US" altLang="en-US"/>
              <a:t>SELECT product-data FROM table WHERE  product-name = ?</a:t>
            </a:r>
          </a:p>
          <a:p>
            <a:pPr lvl="1" fontAlgn="base">
              <a:spcAft>
                <a:spcPct val="0"/>
              </a:spcAft>
            </a:pPr>
            <a:r>
              <a:rPr lang="en-US" altLang="en-US"/>
              <a:t>? Is a parameter which contains the value entered by user</a:t>
            </a:r>
          </a:p>
          <a:p>
            <a:pPr fontAlgn="base">
              <a:spcAft>
                <a:spcPct val="0"/>
              </a:spcAft>
            </a:pPr>
            <a:endParaRPr lang="en-IN" altLang="en-US"/>
          </a:p>
          <a:p>
            <a:pPr fontAlgn="base">
              <a:spcAft>
                <a:spcPct val="0"/>
              </a:spcAft>
            </a:pPr>
            <a:endParaRPr lang="en-IN" altLang="en-US"/>
          </a:p>
          <a:p>
            <a:pPr fontAlgn="base">
              <a:spcAft>
                <a:spcPct val="0"/>
              </a:spcAft>
            </a:pPr>
            <a:endParaRPr lang="en-IN" altLang="en-US"/>
          </a:p>
        </p:txBody>
      </p:sp>
      <p:sp>
        <p:nvSpPr>
          <p:cNvPr id="3" name="Content Placeholder 2">
            <a:extLst>
              <a:ext uri="{FF2B5EF4-FFF2-40B4-BE49-F238E27FC236}">
                <a16:creationId xmlns:a16="http://schemas.microsoft.com/office/drawing/2014/main" id="{CD179680-165B-E3EA-0E4C-C7A682727B49}"/>
              </a:ext>
            </a:extLst>
          </p:cNvPr>
          <p:cNvSpPr>
            <a:spLocks noGrp="1"/>
          </p:cNvSpPr>
          <p:nvPr>
            <p:ph sz="quarter" idx="10"/>
          </p:nvPr>
        </p:nvSpPr>
        <p:spPr/>
        <p:txBody>
          <a:bodyPr/>
          <a:lstStyle/>
          <a:p>
            <a:pPr>
              <a:defRPr/>
            </a:pPr>
            <a:r>
              <a:rPr lang="en-IN" dirty="0"/>
              <a:t>SQL Injection attacks</a:t>
            </a:r>
          </a:p>
        </p:txBody>
      </p:sp>
      <p:sp>
        <p:nvSpPr>
          <p:cNvPr id="2" name="Date Placeholder 1">
            <a:extLst>
              <a:ext uri="{FF2B5EF4-FFF2-40B4-BE49-F238E27FC236}">
                <a16:creationId xmlns:a16="http://schemas.microsoft.com/office/drawing/2014/main" id="{7BDF88A3-401E-A80A-2CE0-61EDF491B740}"/>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416EA37C-D70D-8778-F46A-0A512F4D7CF0}"/>
              </a:ext>
            </a:extLst>
          </p:cNvPr>
          <p:cNvSpPr>
            <a:spLocks noGrp="1"/>
          </p:cNvSpPr>
          <p:nvPr>
            <p:ph type="ftr" sz="quarter" idx="12"/>
          </p:nvPr>
        </p:nvSpPr>
        <p:spPr/>
        <p:txBody>
          <a:bodyPr/>
          <a:lstStyle/>
          <a:p>
            <a:pPr>
              <a:defRPr/>
            </a:pPr>
            <a:r>
              <a:rPr lang="en-US"/>
              <a:t>SSZG653 Software Architectures</a:t>
            </a:r>
          </a:p>
        </p:txBody>
      </p:sp>
      <p:sp>
        <p:nvSpPr>
          <p:cNvPr id="44038" name="Slide Number Placeholder 4">
            <a:extLst>
              <a:ext uri="{FF2B5EF4-FFF2-40B4-BE49-F238E27FC236}">
                <a16:creationId xmlns:a16="http://schemas.microsoft.com/office/drawing/2014/main" id="{BDFF46FB-DE8E-B7AF-3059-F649853C9A37}"/>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375A678B-E09E-41C5-84B9-72EEDE07205B}" type="slidenum">
              <a:rPr lang="en-US" altLang="en-US" sz="1200" smtClean="0">
                <a:solidFill>
                  <a:srgbClr val="898989"/>
                </a:solidFill>
              </a:rPr>
              <a:pPr>
                <a:spcBef>
                  <a:spcPct val="0"/>
                </a:spcBef>
                <a:buFontTx/>
                <a:buNone/>
              </a:pPr>
              <a:t>31</a:t>
            </a:fld>
            <a:endParaRPr lang="en-US" altLang="en-US" sz="1200">
              <a:solidFill>
                <a:srgbClr val="898989"/>
              </a:solidFill>
            </a:endParaRPr>
          </a:p>
        </p:txBody>
      </p:sp>
    </p:spTree>
    <p:extLst>
      <p:ext uri="{BB962C8B-B14F-4D97-AF65-F5344CB8AC3E}">
        <p14:creationId xmlns:p14="http://schemas.microsoft.com/office/powerpoint/2010/main" val="8405039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1">
            <a:extLst>
              <a:ext uri="{FF2B5EF4-FFF2-40B4-BE49-F238E27FC236}">
                <a16:creationId xmlns:a16="http://schemas.microsoft.com/office/drawing/2014/main" id="{476C20BF-C2A5-9A18-55F5-86C2064E186A}"/>
              </a:ext>
            </a:extLst>
          </p:cNvPr>
          <p:cNvSpPr>
            <a:spLocks noGrp="1"/>
          </p:cNvSpPr>
          <p:nvPr>
            <p:ph idx="1"/>
          </p:nvPr>
        </p:nvSpPr>
        <p:spPr>
          <a:xfrm>
            <a:off x="304800" y="1493838"/>
            <a:ext cx="8229600" cy="4525962"/>
          </a:xfrm>
        </p:spPr>
        <p:txBody>
          <a:bodyPr/>
          <a:lstStyle/>
          <a:p>
            <a:pPr fontAlgn="base">
              <a:spcAft>
                <a:spcPct val="0"/>
              </a:spcAft>
            </a:pPr>
            <a:r>
              <a:rPr lang="en-IN" altLang="en-US"/>
              <a:t>Have you used any other technique in Data layer?</a:t>
            </a:r>
          </a:p>
        </p:txBody>
      </p:sp>
      <p:sp>
        <p:nvSpPr>
          <p:cNvPr id="3" name="Content Placeholder 2">
            <a:extLst>
              <a:ext uri="{FF2B5EF4-FFF2-40B4-BE49-F238E27FC236}">
                <a16:creationId xmlns:a16="http://schemas.microsoft.com/office/drawing/2014/main" id="{4A49E2B1-F6BB-27F5-3B57-FAFFF0423356}"/>
              </a:ext>
            </a:extLst>
          </p:cNvPr>
          <p:cNvSpPr>
            <a:spLocks noGrp="1"/>
          </p:cNvSpPr>
          <p:nvPr>
            <p:ph sz="quarter" idx="10"/>
          </p:nvPr>
        </p:nvSpPr>
        <p:spPr/>
        <p:txBody>
          <a:bodyPr/>
          <a:lstStyle/>
          <a:p>
            <a:pPr>
              <a:defRPr/>
            </a:pPr>
            <a:r>
              <a:rPr lang="en-IN" dirty="0"/>
              <a:t>Data layer</a:t>
            </a:r>
          </a:p>
        </p:txBody>
      </p:sp>
      <p:sp>
        <p:nvSpPr>
          <p:cNvPr id="2" name="Date Placeholder 1">
            <a:extLst>
              <a:ext uri="{FF2B5EF4-FFF2-40B4-BE49-F238E27FC236}">
                <a16:creationId xmlns:a16="http://schemas.microsoft.com/office/drawing/2014/main" id="{38BF83FF-2FCE-2FD6-184E-C4919EB243EC}"/>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971302EC-3ECD-7825-8F6E-B31DFBE79C9A}"/>
              </a:ext>
            </a:extLst>
          </p:cNvPr>
          <p:cNvSpPr>
            <a:spLocks noGrp="1"/>
          </p:cNvSpPr>
          <p:nvPr>
            <p:ph type="ftr" sz="quarter" idx="12"/>
          </p:nvPr>
        </p:nvSpPr>
        <p:spPr/>
        <p:txBody>
          <a:bodyPr/>
          <a:lstStyle/>
          <a:p>
            <a:pPr>
              <a:defRPr/>
            </a:pPr>
            <a:r>
              <a:rPr lang="en-US"/>
              <a:t>SSZG653 Software Architectures</a:t>
            </a:r>
          </a:p>
        </p:txBody>
      </p:sp>
      <p:sp>
        <p:nvSpPr>
          <p:cNvPr id="45062" name="Slide Number Placeholder 4">
            <a:extLst>
              <a:ext uri="{FF2B5EF4-FFF2-40B4-BE49-F238E27FC236}">
                <a16:creationId xmlns:a16="http://schemas.microsoft.com/office/drawing/2014/main" id="{8B327B40-28E9-51D3-5346-AAA624DEF907}"/>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FE015E47-107D-4D34-AF2A-39E8A939562F}" type="slidenum">
              <a:rPr lang="en-US" altLang="en-US" sz="1200" smtClean="0">
                <a:solidFill>
                  <a:srgbClr val="898989"/>
                </a:solidFill>
              </a:rPr>
              <a:pPr>
                <a:spcBef>
                  <a:spcPct val="0"/>
                </a:spcBef>
                <a:buFontTx/>
                <a:buNone/>
              </a:pPr>
              <a:t>32</a:t>
            </a:fld>
            <a:endParaRPr lang="en-US" altLang="en-US" sz="1200">
              <a:solidFill>
                <a:srgbClr val="898989"/>
              </a:solidFill>
            </a:endParaRPr>
          </a:p>
        </p:txBody>
      </p:sp>
    </p:spTree>
    <p:extLst>
      <p:ext uri="{BB962C8B-B14F-4D97-AF65-F5344CB8AC3E}">
        <p14:creationId xmlns:p14="http://schemas.microsoft.com/office/powerpoint/2010/main" val="33851605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85F375-5F43-7E89-A5EA-EF306FA75E00}"/>
              </a:ext>
            </a:extLst>
          </p:cNvPr>
          <p:cNvSpPr>
            <a:spLocks noGrp="1"/>
          </p:cNvSpPr>
          <p:nvPr>
            <p:ph sz="quarter" idx="10"/>
          </p:nvPr>
        </p:nvSpPr>
        <p:spPr/>
        <p:txBody>
          <a:bodyPr/>
          <a:lstStyle/>
          <a:p>
            <a:pPr>
              <a:defRPr/>
            </a:pPr>
            <a:r>
              <a:rPr lang="en-IN" dirty="0"/>
              <a:t>Services layer</a:t>
            </a:r>
          </a:p>
        </p:txBody>
      </p:sp>
      <p:pic>
        <p:nvPicPr>
          <p:cNvPr id="46083" name="Picture 3">
            <a:extLst>
              <a:ext uri="{FF2B5EF4-FFF2-40B4-BE49-F238E27FC236}">
                <a16:creationId xmlns:a16="http://schemas.microsoft.com/office/drawing/2014/main" id="{52C0BE7A-6F9C-B5F7-C59A-492218A1215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600450" y="1033463"/>
            <a:ext cx="5314950" cy="581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7335D5B1-67F7-3FD7-B99C-23F2563317DC}"/>
              </a:ext>
            </a:extLst>
          </p:cNvPr>
          <p:cNvSpPr txBox="1"/>
          <p:nvPr/>
        </p:nvSpPr>
        <p:spPr>
          <a:xfrm>
            <a:off x="0" y="3048000"/>
            <a:ext cx="3600450" cy="2062163"/>
          </a:xfrm>
          <a:prstGeom prst="rect">
            <a:avLst/>
          </a:prstGeom>
          <a:noFill/>
        </p:spPr>
        <p:txBody>
          <a:bodyPr>
            <a:spAutoFit/>
          </a:bodyPr>
          <a:lstStyle/>
          <a:p>
            <a:pPr>
              <a:defRPr/>
            </a:pPr>
            <a:r>
              <a:rPr lang="en-IN" sz="1600" dirty="0"/>
              <a:t>Provides services to external systems</a:t>
            </a:r>
          </a:p>
          <a:p>
            <a:pPr>
              <a:defRPr/>
            </a:pPr>
            <a:endParaRPr lang="en-IN" sz="1600" dirty="0"/>
          </a:p>
          <a:p>
            <a:pPr>
              <a:defRPr/>
            </a:pPr>
            <a:r>
              <a:rPr lang="en-IN" sz="1600" dirty="0"/>
              <a:t>Example: A bank may provide following services to external systems:</a:t>
            </a:r>
          </a:p>
          <a:p>
            <a:pPr>
              <a:defRPr/>
            </a:pPr>
            <a:endParaRPr lang="en-IN" sz="1600" dirty="0"/>
          </a:p>
          <a:p>
            <a:pPr marL="285750" indent="-285750">
              <a:buFont typeface="Arial" panose="020B0604020202020204" pitchFamily="34" charset="0"/>
              <a:buChar char="•"/>
              <a:defRPr/>
            </a:pPr>
            <a:r>
              <a:rPr lang="en-IN" sz="1600" dirty="0"/>
              <a:t>Get Balance</a:t>
            </a:r>
          </a:p>
          <a:p>
            <a:pPr marL="285750" indent="-285750">
              <a:buFont typeface="Arial" panose="020B0604020202020204" pitchFamily="34" charset="0"/>
              <a:buChar char="•"/>
              <a:defRPr/>
            </a:pPr>
            <a:r>
              <a:rPr lang="en-IN" sz="1600" dirty="0"/>
              <a:t>Request chequebook</a:t>
            </a:r>
          </a:p>
        </p:txBody>
      </p:sp>
      <p:sp>
        <p:nvSpPr>
          <p:cNvPr id="46085" name="Rectangle 1">
            <a:extLst>
              <a:ext uri="{FF2B5EF4-FFF2-40B4-BE49-F238E27FC236}">
                <a16:creationId xmlns:a16="http://schemas.microsoft.com/office/drawing/2014/main" id="{14DD7D08-4837-83F0-54A9-EB09989B67B5}"/>
              </a:ext>
            </a:extLst>
          </p:cNvPr>
          <p:cNvSpPr>
            <a:spLocks noChangeArrowheads="1"/>
          </p:cNvSpPr>
          <p:nvPr/>
        </p:nvSpPr>
        <p:spPr bwMode="auto">
          <a:xfrm>
            <a:off x="5562600" y="2198688"/>
            <a:ext cx="12461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lgn="ctr">
              <a:spcBef>
                <a:spcPct val="0"/>
              </a:spcBef>
              <a:buFontTx/>
              <a:buNone/>
            </a:pPr>
            <a:r>
              <a:rPr lang="en-IN" altLang="en-US" sz="1400">
                <a:solidFill>
                  <a:srgbClr val="FF0000"/>
                </a:solidFill>
              </a:rPr>
              <a:t>Get Balance (A/c #)</a:t>
            </a:r>
          </a:p>
        </p:txBody>
      </p:sp>
      <p:sp>
        <p:nvSpPr>
          <p:cNvPr id="4" name="Date Placeholder 3">
            <a:extLst>
              <a:ext uri="{FF2B5EF4-FFF2-40B4-BE49-F238E27FC236}">
                <a16:creationId xmlns:a16="http://schemas.microsoft.com/office/drawing/2014/main" id="{BD389B06-18A0-F43C-E931-1243BA71FA72}"/>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6" name="Footer Placeholder 5">
            <a:extLst>
              <a:ext uri="{FF2B5EF4-FFF2-40B4-BE49-F238E27FC236}">
                <a16:creationId xmlns:a16="http://schemas.microsoft.com/office/drawing/2014/main" id="{01B31CF0-AA3D-4B5A-56FF-4CC3E24A4A42}"/>
              </a:ext>
            </a:extLst>
          </p:cNvPr>
          <p:cNvSpPr>
            <a:spLocks noGrp="1"/>
          </p:cNvSpPr>
          <p:nvPr>
            <p:ph type="ftr" sz="quarter" idx="12"/>
          </p:nvPr>
        </p:nvSpPr>
        <p:spPr/>
        <p:txBody>
          <a:bodyPr/>
          <a:lstStyle/>
          <a:p>
            <a:pPr>
              <a:defRPr/>
            </a:pPr>
            <a:r>
              <a:rPr lang="en-US"/>
              <a:t>SSZG653 Software Architectures</a:t>
            </a:r>
          </a:p>
        </p:txBody>
      </p:sp>
      <p:sp>
        <p:nvSpPr>
          <p:cNvPr id="46088" name="Slide Number Placeholder 6">
            <a:extLst>
              <a:ext uri="{FF2B5EF4-FFF2-40B4-BE49-F238E27FC236}">
                <a16:creationId xmlns:a16="http://schemas.microsoft.com/office/drawing/2014/main" id="{F7766629-5A11-5030-04D8-5E997CD878B3}"/>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3246C458-C943-42A5-9CAA-DE716F3BC2B3}" type="slidenum">
              <a:rPr lang="en-US" altLang="en-US" sz="1200" smtClean="0">
                <a:solidFill>
                  <a:srgbClr val="898989"/>
                </a:solidFill>
              </a:rPr>
              <a:pPr>
                <a:spcBef>
                  <a:spcPct val="0"/>
                </a:spcBef>
                <a:buFontTx/>
                <a:buNone/>
              </a:pPr>
              <a:t>33</a:t>
            </a:fld>
            <a:endParaRPr lang="en-US" altLang="en-US" sz="1200">
              <a:solidFill>
                <a:srgbClr val="898989"/>
              </a:solidFill>
            </a:endParaRPr>
          </a:p>
        </p:txBody>
      </p:sp>
    </p:spTree>
    <p:extLst>
      <p:ext uri="{BB962C8B-B14F-4D97-AF65-F5344CB8AC3E}">
        <p14:creationId xmlns:p14="http://schemas.microsoft.com/office/powerpoint/2010/main" val="36059539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Content Placeholder 1">
            <a:extLst>
              <a:ext uri="{FF2B5EF4-FFF2-40B4-BE49-F238E27FC236}">
                <a16:creationId xmlns:a16="http://schemas.microsoft.com/office/drawing/2014/main" id="{C7AB3358-9CAD-73F8-31ED-256748FDD6DA}"/>
              </a:ext>
            </a:extLst>
          </p:cNvPr>
          <p:cNvSpPr>
            <a:spLocks noGrp="1"/>
          </p:cNvSpPr>
          <p:nvPr>
            <p:ph idx="1"/>
          </p:nvPr>
        </p:nvSpPr>
        <p:spPr>
          <a:xfrm>
            <a:off x="304800" y="1493838"/>
            <a:ext cx="8229600" cy="4525962"/>
          </a:xfrm>
        </p:spPr>
        <p:txBody>
          <a:bodyPr/>
          <a:lstStyle/>
          <a:p>
            <a:pPr marL="0" indent="0" fontAlgn="base">
              <a:spcAft>
                <a:spcPct val="0"/>
              </a:spcAft>
              <a:defRPr/>
            </a:pPr>
            <a:r>
              <a:rPr lang="en-IN" altLang="en-US" sz="2000" dirty="0"/>
              <a:t>Situations that need to be handled by service layer</a:t>
            </a:r>
          </a:p>
          <a:p>
            <a:pPr marL="0" indent="0" fontAlgn="base">
              <a:spcAft>
                <a:spcPct val="0"/>
              </a:spcAft>
              <a:defRPr/>
            </a:pPr>
            <a:endParaRPr lang="en-IN" altLang="en-US" sz="2000" dirty="0"/>
          </a:p>
          <a:p>
            <a:pPr fontAlgn="base">
              <a:spcAft>
                <a:spcPct val="0"/>
              </a:spcAft>
              <a:buFont typeface="Arial" pitchFamily="34" charset="0"/>
              <a:buChar char="•"/>
              <a:defRPr/>
            </a:pPr>
            <a:r>
              <a:rPr lang="en-IN" altLang="en-US" sz="2000" dirty="0"/>
              <a:t>Handle same request coming twice</a:t>
            </a:r>
          </a:p>
          <a:p>
            <a:pPr fontAlgn="base">
              <a:spcAft>
                <a:spcPct val="0"/>
              </a:spcAft>
              <a:buFont typeface="Arial" pitchFamily="34" charset="0"/>
              <a:buChar char="•"/>
              <a:defRPr/>
            </a:pPr>
            <a:r>
              <a:rPr lang="en-IN" altLang="en-US" sz="2000" dirty="0"/>
              <a:t>Handle message coming out of sequence</a:t>
            </a:r>
          </a:p>
          <a:p>
            <a:pPr fontAlgn="base">
              <a:spcAft>
                <a:spcPct val="0"/>
              </a:spcAft>
              <a:buFont typeface="Arial" pitchFamily="34" charset="0"/>
              <a:buChar char="•"/>
              <a:defRPr/>
            </a:pPr>
            <a:r>
              <a:rPr lang="en-IN" altLang="en-US" sz="2000" dirty="0"/>
              <a:t>Handle communication failure (using retry mechanism or by queuing work and sending once communication is restored)</a:t>
            </a:r>
          </a:p>
        </p:txBody>
      </p:sp>
      <p:sp>
        <p:nvSpPr>
          <p:cNvPr id="3" name="Content Placeholder 2">
            <a:extLst>
              <a:ext uri="{FF2B5EF4-FFF2-40B4-BE49-F238E27FC236}">
                <a16:creationId xmlns:a16="http://schemas.microsoft.com/office/drawing/2014/main" id="{5B82BB00-7D07-98A0-5CAB-87F6EB76274C}"/>
              </a:ext>
            </a:extLst>
          </p:cNvPr>
          <p:cNvSpPr>
            <a:spLocks noGrp="1"/>
          </p:cNvSpPr>
          <p:nvPr>
            <p:ph sz="quarter" idx="10"/>
          </p:nvPr>
        </p:nvSpPr>
        <p:spPr/>
        <p:txBody>
          <a:bodyPr/>
          <a:lstStyle/>
          <a:p>
            <a:pPr>
              <a:defRPr/>
            </a:pPr>
            <a:r>
              <a:rPr lang="en-IN" dirty="0"/>
              <a:t>Service layer</a:t>
            </a:r>
          </a:p>
        </p:txBody>
      </p:sp>
      <p:sp>
        <p:nvSpPr>
          <p:cNvPr id="2" name="Date Placeholder 1">
            <a:extLst>
              <a:ext uri="{FF2B5EF4-FFF2-40B4-BE49-F238E27FC236}">
                <a16:creationId xmlns:a16="http://schemas.microsoft.com/office/drawing/2014/main" id="{602F8458-6EE8-EEB9-D740-EBD950971418}"/>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469323A4-ACBB-F555-7963-E011FC88768C}"/>
              </a:ext>
            </a:extLst>
          </p:cNvPr>
          <p:cNvSpPr>
            <a:spLocks noGrp="1"/>
          </p:cNvSpPr>
          <p:nvPr>
            <p:ph type="ftr" sz="quarter" idx="12"/>
          </p:nvPr>
        </p:nvSpPr>
        <p:spPr/>
        <p:txBody>
          <a:bodyPr/>
          <a:lstStyle/>
          <a:p>
            <a:pPr>
              <a:defRPr/>
            </a:pPr>
            <a:r>
              <a:rPr lang="en-US"/>
              <a:t>SSZG653 Software Architectures</a:t>
            </a:r>
          </a:p>
        </p:txBody>
      </p:sp>
      <p:sp>
        <p:nvSpPr>
          <p:cNvPr id="47110" name="Slide Number Placeholder 4">
            <a:extLst>
              <a:ext uri="{FF2B5EF4-FFF2-40B4-BE49-F238E27FC236}">
                <a16:creationId xmlns:a16="http://schemas.microsoft.com/office/drawing/2014/main" id="{BAA4BB59-AE97-DF8D-6515-2FC80DCC9CB1}"/>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C5ECB78-0377-45A6-9F8A-CF7D710126B8}" type="slidenum">
              <a:rPr lang="en-US" altLang="en-US" sz="1200" smtClean="0">
                <a:solidFill>
                  <a:srgbClr val="898989"/>
                </a:solidFill>
              </a:rPr>
              <a:pPr>
                <a:spcBef>
                  <a:spcPct val="0"/>
                </a:spcBef>
                <a:buFontTx/>
                <a:buNone/>
              </a:pPr>
              <a:t>34</a:t>
            </a:fld>
            <a:endParaRPr lang="en-US" altLang="en-US" sz="1200">
              <a:solidFill>
                <a:srgbClr val="898989"/>
              </a:solidFill>
            </a:endParaRPr>
          </a:p>
        </p:txBody>
      </p:sp>
    </p:spTree>
    <p:extLst>
      <p:ext uri="{BB962C8B-B14F-4D97-AF65-F5344CB8AC3E}">
        <p14:creationId xmlns:p14="http://schemas.microsoft.com/office/powerpoint/2010/main" val="16727872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Content Placeholder 1">
            <a:extLst>
              <a:ext uri="{FF2B5EF4-FFF2-40B4-BE49-F238E27FC236}">
                <a16:creationId xmlns:a16="http://schemas.microsoft.com/office/drawing/2014/main" id="{61D91CD0-F02B-FDDB-4D49-8F6C79E6B3E3}"/>
              </a:ext>
            </a:extLst>
          </p:cNvPr>
          <p:cNvSpPr>
            <a:spLocks noGrp="1"/>
          </p:cNvSpPr>
          <p:nvPr>
            <p:ph idx="1"/>
          </p:nvPr>
        </p:nvSpPr>
        <p:spPr>
          <a:xfrm>
            <a:off x="304800" y="1493838"/>
            <a:ext cx="8229600" cy="4525962"/>
          </a:xfrm>
        </p:spPr>
        <p:txBody>
          <a:bodyPr/>
          <a:lstStyle/>
          <a:p>
            <a:pPr fontAlgn="base">
              <a:spcAft>
                <a:spcPct val="0"/>
              </a:spcAft>
            </a:pPr>
            <a:r>
              <a:rPr lang="en-IN" altLang="en-US"/>
              <a:t>Have you used any other techniques in a layered architecture?</a:t>
            </a:r>
          </a:p>
        </p:txBody>
      </p:sp>
      <p:sp>
        <p:nvSpPr>
          <p:cNvPr id="3" name="Content Placeholder 2">
            <a:extLst>
              <a:ext uri="{FF2B5EF4-FFF2-40B4-BE49-F238E27FC236}">
                <a16:creationId xmlns:a16="http://schemas.microsoft.com/office/drawing/2014/main" id="{A020F6C8-01C1-3473-710A-F66AA534EBE3}"/>
              </a:ext>
            </a:extLst>
          </p:cNvPr>
          <p:cNvSpPr>
            <a:spLocks noGrp="1"/>
          </p:cNvSpPr>
          <p:nvPr>
            <p:ph sz="quarter" idx="10"/>
          </p:nvPr>
        </p:nvSpPr>
        <p:spPr/>
        <p:txBody>
          <a:bodyPr/>
          <a:lstStyle/>
          <a:p>
            <a:pPr>
              <a:defRPr/>
            </a:pPr>
            <a:r>
              <a:rPr lang="en-IN" dirty="0"/>
              <a:t>Question</a:t>
            </a:r>
          </a:p>
        </p:txBody>
      </p:sp>
      <p:sp>
        <p:nvSpPr>
          <p:cNvPr id="2" name="Date Placeholder 1">
            <a:extLst>
              <a:ext uri="{FF2B5EF4-FFF2-40B4-BE49-F238E27FC236}">
                <a16:creationId xmlns:a16="http://schemas.microsoft.com/office/drawing/2014/main" id="{C03D60B6-8619-F9BA-ACAA-77CFEEEA4AE6}"/>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2E12AF6E-6ED4-A530-5212-9A7668FAE791}"/>
              </a:ext>
            </a:extLst>
          </p:cNvPr>
          <p:cNvSpPr>
            <a:spLocks noGrp="1"/>
          </p:cNvSpPr>
          <p:nvPr>
            <p:ph type="ftr" sz="quarter" idx="12"/>
          </p:nvPr>
        </p:nvSpPr>
        <p:spPr/>
        <p:txBody>
          <a:bodyPr/>
          <a:lstStyle/>
          <a:p>
            <a:pPr>
              <a:defRPr/>
            </a:pPr>
            <a:r>
              <a:rPr lang="en-US"/>
              <a:t>SSZG653 Software Architectures</a:t>
            </a:r>
          </a:p>
        </p:txBody>
      </p:sp>
      <p:sp>
        <p:nvSpPr>
          <p:cNvPr id="48134" name="Slide Number Placeholder 4">
            <a:extLst>
              <a:ext uri="{FF2B5EF4-FFF2-40B4-BE49-F238E27FC236}">
                <a16:creationId xmlns:a16="http://schemas.microsoft.com/office/drawing/2014/main" id="{D6AACC19-2E75-E294-2270-BD8F8C15C985}"/>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2713749-B581-4CD5-9BB7-7863A427F574}" type="slidenum">
              <a:rPr lang="en-US" altLang="en-US" sz="1200" smtClean="0">
                <a:solidFill>
                  <a:srgbClr val="898989"/>
                </a:solidFill>
              </a:rPr>
              <a:pPr>
                <a:spcBef>
                  <a:spcPct val="0"/>
                </a:spcBef>
                <a:buFontTx/>
                <a:buNone/>
              </a:pPr>
              <a:t>35</a:t>
            </a:fld>
            <a:endParaRPr lang="en-US" altLang="en-US" sz="1200">
              <a:solidFill>
                <a:srgbClr val="898989"/>
              </a:solidFill>
            </a:endParaRPr>
          </a:p>
        </p:txBody>
      </p:sp>
    </p:spTree>
    <p:extLst>
      <p:ext uri="{BB962C8B-B14F-4D97-AF65-F5344CB8AC3E}">
        <p14:creationId xmlns:p14="http://schemas.microsoft.com/office/powerpoint/2010/main" val="11846825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Content Placeholder 1">
            <a:extLst>
              <a:ext uri="{FF2B5EF4-FFF2-40B4-BE49-F238E27FC236}">
                <a16:creationId xmlns:a16="http://schemas.microsoft.com/office/drawing/2014/main" id="{68FACCFD-8665-346C-A2CE-7457E250728F}"/>
              </a:ext>
            </a:extLst>
          </p:cNvPr>
          <p:cNvSpPr>
            <a:spLocks noGrp="1"/>
          </p:cNvSpPr>
          <p:nvPr>
            <p:ph idx="1"/>
          </p:nvPr>
        </p:nvSpPr>
        <p:spPr>
          <a:xfrm>
            <a:off x="304800" y="1493838"/>
            <a:ext cx="8229600" cy="4525962"/>
          </a:xfrm>
        </p:spPr>
        <p:txBody>
          <a:bodyPr/>
          <a:lstStyle/>
          <a:p>
            <a:pPr fontAlgn="base">
              <a:spcAft>
                <a:spcPct val="0"/>
              </a:spcAft>
            </a:pPr>
            <a:r>
              <a:rPr lang="en-IN" altLang="en-US"/>
              <a:t>What are some of the components of Departure Control System in </a:t>
            </a:r>
          </a:p>
          <a:p>
            <a:pPr lvl="1" fontAlgn="base">
              <a:spcAft>
                <a:spcPct val="0"/>
              </a:spcAft>
              <a:buFont typeface="Arial" pitchFamily="34" charset="0"/>
              <a:buChar char="•"/>
            </a:pPr>
            <a:r>
              <a:rPr lang="en-IN" altLang="en-US"/>
              <a:t>Presentation layer</a:t>
            </a:r>
          </a:p>
          <a:p>
            <a:pPr lvl="1" fontAlgn="base">
              <a:spcAft>
                <a:spcPct val="0"/>
              </a:spcAft>
              <a:buFont typeface="Arial" pitchFamily="34" charset="0"/>
              <a:buChar char="•"/>
            </a:pPr>
            <a:r>
              <a:rPr lang="en-IN" altLang="en-US"/>
              <a:t>Business layer</a:t>
            </a:r>
          </a:p>
          <a:p>
            <a:pPr lvl="1" fontAlgn="base">
              <a:spcAft>
                <a:spcPct val="0"/>
              </a:spcAft>
              <a:buFont typeface="Arial" pitchFamily="34" charset="0"/>
              <a:buChar char="•"/>
            </a:pPr>
            <a:r>
              <a:rPr lang="en-IN" altLang="en-US"/>
              <a:t>Data layer</a:t>
            </a:r>
          </a:p>
          <a:p>
            <a:pPr lvl="1" fontAlgn="base">
              <a:spcAft>
                <a:spcPct val="0"/>
              </a:spcAft>
              <a:buFont typeface="Arial" pitchFamily="34" charset="0"/>
              <a:buChar char="•"/>
            </a:pPr>
            <a:r>
              <a:rPr lang="en-IN" altLang="en-US"/>
              <a:t>Service layer</a:t>
            </a:r>
          </a:p>
        </p:txBody>
      </p:sp>
      <p:sp>
        <p:nvSpPr>
          <p:cNvPr id="3" name="Content Placeholder 2">
            <a:extLst>
              <a:ext uri="{FF2B5EF4-FFF2-40B4-BE49-F238E27FC236}">
                <a16:creationId xmlns:a16="http://schemas.microsoft.com/office/drawing/2014/main" id="{A2504F5A-99E4-6A61-AA0E-F040B14848C2}"/>
              </a:ext>
            </a:extLst>
          </p:cNvPr>
          <p:cNvSpPr>
            <a:spLocks noGrp="1"/>
          </p:cNvSpPr>
          <p:nvPr>
            <p:ph sz="quarter" idx="10"/>
          </p:nvPr>
        </p:nvSpPr>
        <p:spPr/>
        <p:txBody>
          <a:bodyPr/>
          <a:lstStyle/>
          <a:p>
            <a:pPr>
              <a:defRPr/>
            </a:pPr>
            <a:r>
              <a:rPr lang="en-IN" dirty="0"/>
              <a:t>Exercise 1</a:t>
            </a:r>
          </a:p>
        </p:txBody>
      </p:sp>
      <p:sp>
        <p:nvSpPr>
          <p:cNvPr id="2" name="Date Placeholder 1">
            <a:extLst>
              <a:ext uri="{FF2B5EF4-FFF2-40B4-BE49-F238E27FC236}">
                <a16:creationId xmlns:a16="http://schemas.microsoft.com/office/drawing/2014/main" id="{4217AF72-4DC4-83DF-A527-9E2309E481D5}"/>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907D18CB-DBD6-1D57-197C-0FEE7C1D0B71}"/>
              </a:ext>
            </a:extLst>
          </p:cNvPr>
          <p:cNvSpPr>
            <a:spLocks noGrp="1"/>
          </p:cNvSpPr>
          <p:nvPr>
            <p:ph type="ftr" sz="quarter" idx="12"/>
          </p:nvPr>
        </p:nvSpPr>
        <p:spPr/>
        <p:txBody>
          <a:bodyPr/>
          <a:lstStyle/>
          <a:p>
            <a:pPr>
              <a:defRPr/>
            </a:pPr>
            <a:r>
              <a:rPr lang="en-US"/>
              <a:t>SSZG653 Software Architectures</a:t>
            </a:r>
          </a:p>
        </p:txBody>
      </p:sp>
      <p:sp>
        <p:nvSpPr>
          <p:cNvPr id="49158" name="Slide Number Placeholder 4">
            <a:extLst>
              <a:ext uri="{FF2B5EF4-FFF2-40B4-BE49-F238E27FC236}">
                <a16:creationId xmlns:a16="http://schemas.microsoft.com/office/drawing/2014/main" id="{A5C9AE85-8A17-C2A5-AB50-0AE58718C357}"/>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0AC1C7E4-62E3-4852-A862-B63C96C4BAE8}" type="slidenum">
              <a:rPr lang="en-US" altLang="en-US" sz="1200" smtClean="0">
                <a:solidFill>
                  <a:srgbClr val="898989"/>
                </a:solidFill>
              </a:rPr>
              <a:pPr>
                <a:spcBef>
                  <a:spcPct val="0"/>
                </a:spcBef>
                <a:buFontTx/>
                <a:buNone/>
              </a:pPr>
              <a:t>36</a:t>
            </a:fld>
            <a:endParaRPr lang="en-US" altLang="en-US" sz="1200">
              <a:solidFill>
                <a:srgbClr val="898989"/>
              </a:solidFill>
            </a:endParaRPr>
          </a:p>
        </p:txBody>
      </p:sp>
    </p:spTree>
    <p:extLst>
      <p:ext uri="{BB962C8B-B14F-4D97-AF65-F5344CB8AC3E}">
        <p14:creationId xmlns:p14="http://schemas.microsoft.com/office/powerpoint/2010/main" val="4126507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0BAE89-7107-FFB2-61A6-7CC5676A7B58}"/>
              </a:ext>
            </a:extLst>
          </p:cNvPr>
          <p:cNvSpPr>
            <a:spLocks noGrp="1"/>
          </p:cNvSpPr>
          <p:nvPr>
            <p:ph sz="quarter" idx="10"/>
          </p:nvPr>
        </p:nvSpPr>
        <p:spPr/>
        <p:txBody>
          <a:bodyPr/>
          <a:lstStyle/>
          <a:p>
            <a:pPr>
              <a:defRPr/>
            </a:pPr>
            <a:r>
              <a:rPr lang="en-IN" dirty="0"/>
              <a:t>Exercise: Identify components in different layers of DCS</a:t>
            </a:r>
          </a:p>
        </p:txBody>
      </p:sp>
      <p:sp>
        <p:nvSpPr>
          <p:cNvPr id="4" name="Date Placeholder 3">
            <a:extLst>
              <a:ext uri="{FF2B5EF4-FFF2-40B4-BE49-F238E27FC236}">
                <a16:creationId xmlns:a16="http://schemas.microsoft.com/office/drawing/2014/main" id="{9E90A12C-E1C9-4E4D-BE2D-E9451B552FEA}"/>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5" name="Footer Placeholder 4">
            <a:extLst>
              <a:ext uri="{FF2B5EF4-FFF2-40B4-BE49-F238E27FC236}">
                <a16:creationId xmlns:a16="http://schemas.microsoft.com/office/drawing/2014/main" id="{73F44C0E-1F9A-FB93-D4F6-0C8762A85F70}"/>
              </a:ext>
            </a:extLst>
          </p:cNvPr>
          <p:cNvSpPr>
            <a:spLocks noGrp="1"/>
          </p:cNvSpPr>
          <p:nvPr>
            <p:ph type="ftr" sz="quarter" idx="12"/>
          </p:nvPr>
        </p:nvSpPr>
        <p:spPr/>
        <p:txBody>
          <a:bodyPr/>
          <a:lstStyle/>
          <a:p>
            <a:pPr>
              <a:defRPr/>
            </a:pPr>
            <a:r>
              <a:rPr lang="en-US"/>
              <a:t>SSZG653 Software Architectures</a:t>
            </a:r>
          </a:p>
        </p:txBody>
      </p:sp>
      <p:sp>
        <p:nvSpPr>
          <p:cNvPr id="50181" name="Slide Number Placeholder 5">
            <a:extLst>
              <a:ext uri="{FF2B5EF4-FFF2-40B4-BE49-F238E27FC236}">
                <a16:creationId xmlns:a16="http://schemas.microsoft.com/office/drawing/2014/main" id="{E8841A6A-AC46-AC70-F03A-A2C204F76A80}"/>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93935E5F-5FA4-494F-A364-6124357CCF7A}" type="slidenum">
              <a:rPr lang="en-US" altLang="en-US" sz="1200" smtClean="0">
                <a:solidFill>
                  <a:srgbClr val="898989"/>
                </a:solidFill>
              </a:rPr>
              <a:pPr>
                <a:spcBef>
                  <a:spcPct val="0"/>
                </a:spcBef>
                <a:buFontTx/>
                <a:buNone/>
              </a:pPr>
              <a:t>37</a:t>
            </a:fld>
            <a:endParaRPr lang="en-US" altLang="en-US" sz="1200">
              <a:solidFill>
                <a:srgbClr val="898989"/>
              </a:solidFill>
            </a:endParaRPr>
          </a:p>
        </p:txBody>
      </p:sp>
    </p:spTree>
    <p:extLst>
      <p:ext uri="{BB962C8B-B14F-4D97-AF65-F5344CB8AC3E}">
        <p14:creationId xmlns:p14="http://schemas.microsoft.com/office/powerpoint/2010/main" val="16849832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Content Placeholder 1">
            <a:extLst>
              <a:ext uri="{FF2B5EF4-FFF2-40B4-BE49-F238E27FC236}">
                <a16:creationId xmlns:a16="http://schemas.microsoft.com/office/drawing/2014/main" id="{979257C2-542D-A0AD-6CD9-90CCF7685AA8}"/>
              </a:ext>
            </a:extLst>
          </p:cNvPr>
          <p:cNvSpPr>
            <a:spLocks noGrp="1"/>
          </p:cNvSpPr>
          <p:nvPr>
            <p:ph idx="1"/>
          </p:nvPr>
        </p:nvSpPr>
        <p:spPr>
          <a:xfrm>
            <a:off x="304800" y="1493838"/>
            <a:ext cx="8229600" cy="4525962"/>
          </a:xfrm>
        </p:spPr>
        <p:txBody>
          <a:bodyPr/>
          <a:lstStyle/>
          <a:p>
            <a:pPr fontAlgn="base">
              <a:spcAft>
                <a:spcPct val="0"/>
              </a:spcAft>
            </a:pPr>
            <a:r>
              <a:rPr lang="en-IN" altLang="en-US"/>
              <a:t>What software mechanism will you use to improve the performance in the following situation: </a:t>
            </a:r>
          </a:p>
          <a:p>
            <a:pPr fontAlgn="base">
              <a:spcAft>
                <a:spcPct val="0"/>
              </a:spcAft>
            </a:pPr>
            <a:endParaRPr lang="en-IN" altLang="en-US"/>
          </a:p>
          <a:p>
            <a:pPr fontAlgn="base">
              <a:spcAft>
                <a:spcPct val="0"/>
              </a:spcAft>
              <a:buFont typeface="Arial" pitchFamily="34" charset="0"/>
              <a:buChar char="•"/>
            </a:pPr>
            <a:r>
              <a:rPr lang="en-IN" altLang="en-US" sz="2000"/>
              <a:t>One of the frequently used screens in Aadhaar system is citizen registration.</a:t>
            </a:r>
          </a:p>
          <a:p>
            <a:pPr fontAlgn="base">
              <a:spcAft>
                <a:spcPct val="0"/>
              </a:spcAft>
              <a:buFont typeface="Arial" pitchFamily="34" charset="0"/>
              <a:buChar char="•"/>
            </a:pPr>
            <a:endParaRPr lang="en-IN" altLang="en-US" sz="2000"/>
          </a:p>
          <a:p>
            <a:pPr fontAlgn="base">
              <a:spcAft>
                <a:spcPct val="0"/>
              </a:spcAft>
              <a:buFont typeface="Arial" pitchFamily="34" charset="0"/>
              <a:buChar char="•"/>
            </a:pPr>
            <a:r>
              <a:rPr lang="en-IN" altLang="en-US" sz="2000"/>
              <a:t>This screen has a fields “State” and “District” and “Town”, which are Drop-down fields</a:t>
            </a:r>
          </a:p>
          <a:p>
            <a:pPr fontAlgn="base">
              <a:spcAft>
                <a:spcPct val="0"/>
              </a:spcAft>
              <a:buFont typeface="Arial" pitchFamily="34" charset="0"/>
              <a:buChar char="•"/>
            </a:pPr>
            <a:endParaRPr lang="en-IN" altLang="en-US" sz="2000"/>
          </a:p>
          <a:p>
            <a:pPr fontAlgn="base">
              <a:spcAft>
                <a:spcPct val="0"/>
              </a:spcAft>
              <a:buFont typeface="Arial" pitchFamily="34" charset="0"/>
              <a:buChar char="•"/>
            </a:pPr>
            <a:r>
              <a:rPr lang="en-IN" altLang="en-US" sz="2000"/>
              <a:t>It takes time to loading this screen due to the large number of states, districts and towns in India</a:t>
            </a:r>
          </a:p>
          <a:p>
            <a:pPr fontAlgn="base">
              <a:spcAft>
                <a:spcPct val="0"/>
              </a:spcAft>
            </a:pPr>
            <a:endParaRPr lang="en-IN" altLang="en-US"/>
          </a:p>
        </p:txBody>
      </p:sp>
      <p:sp>
        <p:nvSpPr>
          <p:cNvPr id="3" name="Content Placeholder 2">
            <a:extLst>
              <a:ext uri="{FF2B5EF4-FFF2-40B4-BE49-F238E27FC236}">
                <a16:creationId xmlns:a16="http://schemas.microsoft.com/office/drawing/2014/main" id="{3EE08AC2-54D3-C981-8D99-903D320D8C00}"/>
              </a:ext>
            </a:extLst>
          </p:cNvPr>
          <p:cNvSpPr>
            <a:spLocks noGrp="1"/>
          </p:cNvSpPr>
          <p:nvPr>
            <p:ph sz="quarter" idx="10"/>
          </p:nvPr>
        </p:nvSpPr>
        <p:spPr/>
        <p:txBody>
          <a:bodyPr/>
          <a:lstStyle/>
          <a:p>
            <a:pPr>
              <a:defRPr/>
            </a:pPr>
            <a:r>
              <a:rPr lang="en-IN" dirty="0"/>
              <a:t>Exercise 2</a:t>
            </a:r>
          </a:p>
        </p:txBody>
      </p:sp>
      <p:sp>
        <p:nvSpPr>
          <p:cNvPr id="2" name="Date Placeholder 1">
            <a:extLst>
              <a:ext uri="{FF2B5EF4-FFF2-40B4-BE49-F238E27FC236}">
                <a16:creationId xmlns:a16="http://schemas.microsoft.com/office/drawing/2014/main" id="{843876A1-5DC3-C8A9-7B4E-606178BC54EC}"/>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78959304-D87A-6178-DB2E-3A896D8C72B5}"/>
              </a:ext>
            </a:extLst>
          </p:cNvPr>
          <p:cNvSpPr>
            <a:spLocks noGrp="1"/>
          </p:cNvSpPr>
          <p:nvPr>
            <p:ph type="ftr" sz="quarter" idx="12"/>
          </p:nvPr>
        </p:nvSpPr>
        <p:spPr/>
        <p:txBody>
          <a:bodyPr/>
          <a:lstStyle/>
          <a:p>
            <a:pPr>
              <a:defRPr/>
            </a:pPr>
            <a:r>
              <a:rPr lang="en-US"/>
              <a:t>SSZG653 Software Architectures</a:t>
            </a:r>
          </a:p>
        </p:txBody>
      </p:sp>
      <p:sp>
        <p:nvSpPr>
          <p:cNvPr id="51206" name="Slide Number Placeholder 4">
            <a:extLst>
              <a:ext uri="{FF2B5EF4-FFF2-40B4-BE49-F238E27FC236}">
                <a16:creationId xmlns:a16="http://schemas.microsoft.com/office/drawing/2014/main" id="{AB03653F-3EB4-B8B4-5E12-CFF3D3C6264C}"/>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8FA385F6-639B-456B-AC33-7C5F75DE85B5}" type="slidenum">
              <a:rPr lang="en-US" altLang="en-US" sz="1200" smtClean="0">
                <a:solidFill>
                  <a:srgbClr val="898989"/>
                </a:solidFill>
              </a:rPr>
              <a:pPr>
                <a:spcBef>
                  <a:spcPct val="0"/>
                </a:spcBef>
                <a:buFontTx/>
                <a:buNone/>
              </a:pPr>
              <a:t>38</a:t>
            </a:fld>
            <a:endParaRPr lang="en-US" altLang="en-US" sz="1200">
              <a:solidFill>
                <a:srgbClr val="898989"/>
              </a:solidFill>
            </a:endParaRPr>
          </a:p>
        </p:txBody>
      </p:sp>
    </p:spTree>
    <p:extLst>
      <p:ext uri="{BB962C8B-B14F-4D97-AF65-F5344CB8AC3E}">
        <p14:creationId xmlns:p14="http://schemas.microsoft.com/office/powerpoint/2010/main" val="31857797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Content Placeholder 1">
            <a:extLst>
              <a:ext uri="{FF2B5EF4-FFF2-40B4-BE49-F238E27FC236}">
                <a16:creationId xmlns:a16="http://schemas.microsoft.com/office/drawing/2014/main" id="{9A0067A9-7C37-C4D4-7535-2D4B7EBC5383}"/>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IN" altLang="en-US"/>
              <a:t>Cache states, districts and towns in the backend</a:t>
            </a:r>
          </a:p>
          <a:p>
            <a:pPr fontAlgn="base">
              <a:spcAft>
                <a:spcPct val="0"/>
              </a:spcAft>
              <a:buFont typeface="Arial" pitchFamily="34" charset="0"/>
              <a:buChar char="•"/>
            </a:pPr>
            <a:endParaRPr lang="en-IN" altLang="en-US"/>
          </a:p>
          <a:p>
            <a:pPr fontAlgn="base">
              <a:spcAft>
                <a:spcPct val="0"/>
              </a:spcAft>
              <a:buFont typeface="Arial" pitchFamily="34" charset="0"/>
              <a:buChar char="•"/>
            </a:pPr>
            <a:r>
              <a:rPr lang="en-IN" altLang="en-US"/>
              <a:t>Use AJAX for dynamic loading of districts and towns</a:t>
            </a:r>
          </a:p>
          <a:p>
            <a:pPr fontAlgn="base">
              <a:spcAft>
                <a:spcPct val="0"/>
              </a:spcAft>
              <a:buFont typeface="Arial" pitchFamily="34" charset="0"/>
              <a:buChar char="•"/>
            </a:pPr>
            <a:endParaRPr lang="en-IN" altLang="en-US"/>
          </a:p>
        </p:txBody>
      </p:sp>
      <p:sp>
        <p:nvSpPr>
          <p:cNvPr id="3" name="Content Placeholder 2">
            <a:extLst>
              <a:ext uri="{FF2B5EF4-FFF2-40B4-BE49-F238E27FC236}">
                <a16:creationId xmlns:a16="http://schemas.microsoft.com/office/drawing/2014/main" id="{35565A2D-6315-532A-7661-EDE9ECEC76FC}"/>
              </a:ext>
            </a:extLst>
          </p:cNvPr>
          <p:cNvSpPr>
            <a:spLocks noGrp="1"/>
          </p:cNvSpPr>
          <p:nvPr>
            <p:ph sz="quarter" idx="10"/>
          </p:nvPr>
        </p:nvSpPr>
        <p:spPr/>
        <p:txBody>
          <a:bodyPr/>
          <a:lstStyle/>
          <a:p>
            <a:pPr>
              <a:defRPr/>
            </a:pPr>
            <a:r>
              <a:rPr lang="en-IN" dirty="0"/>
              <a:t>Solution</a:t>
            </a:r>
          </a:p>
        </p:txBody>
      </p:sp>
      <p:sp>
        <p:nvSpPr>
          <p:cNvPr id="2" name="Date Placeholder 1">
            <a:extLst>
              <a:ext uri="{FF2B5EF4-FFF2-40B4-BE49-F238E27FC236}">
                <a16:creationId xmlns:a16="http://schemas.microsoft.com/office/drawing/2014/main" id="{5665B29E-0580-EE7C-1A73-45FF1826FFC1}"/>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7BC08F56-3E6E-3717-EF11-47A90D342AC8}"/>
              </a:ext>
            </a:extLst>
          </p:cNvPr>
          <p:cNvSpPr>
            <a:spLocks noGrp="1"/>
          </p:cNvSpPr>
          <p:nvPr>
            <p:ph type="ftr" sz="quarter" idx="12"/>
          </p:nvPr>
        </p:nvSpPr>
        <p:spPr/>
        <p:txBody>
          <a:bodyPr/>
          <a:lstStyle/>
          <a:p>
            <a:pPr>
              <a:defRPr/>
            </a:pPr>
            <a:r>
              <a:rPr lang="en-US"/>
              <a:t>SSZG653 Software Architectures</a:t>
            </a:r>
          </a:p>
        </p:txBody>
      </p:sp>
      <p:sp>
        <p:nvSpPr>
          <p:cNvPr id="52230" name="Slide Number Placeholder 4">
            <a:extLst>
              <a:ext uri="{FF2B5EF4-FFF2-40B4-BE49-F238E27FC236}">
                <a16:creationId xmlns:a16="http://schemas.microsoft.com/office/drawing/2014/main" id="{89EAE996-11B1-6A7A-1635-D88B5B2137A4}"/>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E3B18B33-6546-477B-8B47-801CFB0759AD}" type="slidenum">
              <a:rPr lang="en-US" altLang="en-US" sz="1200" smtClean="0">
                <a:solidFill>
                  <a:srgbClr val="898989"/>
                </a:solidFill>
              </a:rPr>
              <a:pPr>
                <a:spcBef>
                  <a:spcPct val="0"/>
                </a:spcBef>
                <a:buFontTx/>
                <a:buNone/>
              </a:pPr>
              <a:t>39</a:t>
            </a:fld>
            <a:endParaRPr lang="en-US" altLang="en-US" sz="1200">
              <a:solidFill>
                <a:srgbClr val="898989"/>
              </a:solidFill>
            </a:endParaRPr>
          </a:p>
        </p:txBody>
      </p:sp>
    </p:spTree>
    <p:extLst>
      <p:ext uri="{BB962C8B-B14F-4D97-AF65-F5344CB8AC3E}">
        <p14:creationId xmlns:p14="http://schemas.microsoft.com/office/powerpoint/2010/main" val="4770912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Content Placeholder 1">
            <a:extLst>
              <a:ext uri="{FF2B5EF4-FFF2-40B4-BE49-F238E27FC236}">
                <a16:creationId xmlns:a16="http://schemas.microsoft.com/office/drawing/2014/main" id="{3D715F84-034A-6E09-7E4B-D2594307CCF7}"/>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IN" altLang="en-US"/>
              <a:t>Suppose you are developing a hotel reservation system. </a:t>
            </a:r>
          </a:p>
          <a:p>
            <a:pPr fontAlgn="base">
              <a:spcAft>
                <a:spcPct val="0"/>
              </a:spcAft>
              <a:buFont typeface="Arial" pitchFamily="34" charset="0"/>
              <a:buChar char="•"/>
            </a:pPr>
            <a:endParaRPr lang="en-IN" altLang="en-US"/>
          </a:p>
          <a:p>
            <a:pPr fontAlgn="base">
              <a:spcAft>
                <a:spcPct val="0"/>
              </a:spcAft>
              <a:buFont typeface="Arial" pitchFamily="34" charset="0"/>
              <a:buChar char="•"/>
            </a:pPr>
            <a:r>
              <a:rPr lang="en-IN" altLang="en-US"/>
              <a:t>You want to provide is an interface to externals applications such as Makemytrip.com, to inquire about availability of rooms and book rooms.</a:t>
            </a:r>
          </a:p>
          <a:p>
            <a:pPr fontAlgn="base">
              <a:spcAft>
                <a:spcPct val="0"/>
              </a:spcAft>
            </a:pPr>
            <a:endParaRPr lang="en-IN" altLang="en-US"/>
          </a:p>
          <a:p>
            <a:pPr fontAlgn="base">
              <a:spcAft>
                <a:spcPct val="0"/>
              </a:spcAft>
              <a:buFont typeface="Arial" pitchFamily="34" charset="0"/>
              <a:buChar char="•"/>
            </a:pPr>
            <a:r>
              <a:rPr lang="en-IN" altLang="en-US">
                <a:solidFill>
                  <a:srgbClr val="FF0000"/>
                </a:solidFill>
              </a:rPr>
              <a:t>What layer would you build and what will be the component (s) in that layer?</a:t>
            </a:r>
          </a:p>
        </p:txBody>
      </p:sp>
      <p:sp>
        <p:nvSpPr>
          <p:cNvPr id="3" name="Content Placeholder 2">
            <a:extLst>
              <a:ext uri="{FF2B5EF4-FFF2-40B4-BE49-F238E27FC236}">
                <a16:creationId xmlns:a16="http://schemas.microsoft.com/office/drawing/2014/main" id="{DC1BDEA2-658E-6CE0-42CC-30226278FAE9}"/>
              </a:ext>
            </a:extLst>
          </p:cNvPr>
          <p:cNvSpPr>
            <a:spLocks noGrp="1"/>
          </p:cNvSpPr>
          <p:nvPr>
            <p:ph sz="quarter" idx="10"/>
          </p:nvPr>
        </p:nvSpPr>
        <p:spPr/>
        <p:txBody>
          <a:bodyPr/>
          <a:lstStyle/>
          <a:p>
            <a:pPr>
              <a:defRPr/>
            </a:pPr>
            <a:r>
              <a:rPr lang="en-IN" dirty="0"/>
              <a:t>Exercise 3:</a:t>
            </a:r>
          </a:p>
        </p:txBody>
      </p:sp>
      <p:sp>
        <p:nvSpPr>
          <p:cNvPr id="2" name="Date Placeholder 1">
            <a:extLst>
              <a:ext uri="{FF2B5EF4-FFF2-40B4-BE49-F238E27FC236}">
                <a16:creationId xmlns:a16="http://schemas.microsoft.com/office/drawing/2014/main" id="{C14C8289-7307-853A-8F7B-7007685A9547}"/>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72029F94-2FF9-A271-D01A-049977987F75}"/>
              </a:ext>
            </a:extLst>
          </p:cNvPr>
          <p:cNvSpPr>
            <a:spLocks noGrp="1"/>
          </p:cNvSpPr>
          <p:nvPr>
            <p:ph type="ftr" sz="quarter" idx="12"/>
          </p:nvPr>
        </p:nvSpPr>
        <p:spPr/>
        <p:txBody>
          <a:bodyPr/>
          <a:lstStyle/>
          <a:p>
            <a:pPr>
              <a:defRPr/>
            </a:pPr>
            <a:r>
              <a:rPr lang="en-US"/>
              <a:t>SSZG653 Software Architectures</a:t>
            </a:r>
          </a:p>
        </p:txBody>
      </p:sp>
      <p:sp>
        <p:nvSpPr>
          <p:cNvPr id="53254" name="Slide Number Placeholder 4">
            <a:extLst>
              <a:ext uri="{FF2B5EF4-FFF2-40B4-BE49-F238E27FC236}">
                <a16:creationId xmlns:a16="http://schemas.microsoft.com/office/drawing/2014/main" id="{FA442A10-D012-5926-586A-73E69A13CFEE}"/>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57062C5-FE33-4601-B90A-8E518872A730}" type="slidenum">
              <a:rPr lang="en-US" altLang="en-US" sz="1200" smtClean="0">
                <a:solidFill>
                  <a:srgbClr val="898989"/>
                </a:solidFill>
              </a:rPr>
              <a:pPr>
                <a:spcBef>
                  <a:spcPct val="0"/>
                </a:spcBef>
                <a:buFontTx/>
                <a:buNone/>
              </a:pPr>
              <a:t>40</a:t>
            </a:fld>
            <a:endParaRPr lang="en-US" altLang="en-US" sz="1200">
              <a:solidFill>
                <a:srgbClr val="898989"/>
              </a:solidFill>
            </a:endParaRPr>
          </a:p>
        </p:txBody>
      </p:sp>
    </p:spTree>
    <p:extLst>
      <p:ext uri="{BB962C8B-B14F-4D97-AF65-F5344CB8AC3E}">
        <p14:creationId xmlns:p14="http://schemas.microsoft.com/office/powerpoint/2010/main" val="5689629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Content Placeholder 1">
            <a:extLst>
              <a:ext uri="{FF2B5EF4-FFF2-40B4-BE49-F238E27FC236}">
                <a16:creationId xmlns:a16="http://schemas.microsoft.com/office/drawing/2014/main" id="{B17CA0A2-AC24-23CF-C956-263E70E0EA38}"/>
              </a:ext>
            </a:extLst>
          </p:cNvPr>
          <p:cNvSpPr>
            <a:spLocks noGrp="1"/>
          </p:cNvSpPr>
          <p:nvPr>
            <p:ph idx="1"/>
          </p:nvPr>
        </p:nvSpPr>
        <p:spPr>
          <a:xfrm>
            <a:off x="304800" y="1493838"/>
            <a:ext cx="8229600" cy="4525962"/>
          </a:xfrm>
        </p:spPr>
        <p:txBody>
          <a:bodyPr/>
          <a:lstStyle/>
          <a:p>
            <a:pPr fontAlgn="base">
              <a:spcAft>
                <a:spcPct val="0"/>
              </a:spcAft>
            </a:pPr>
            <a:r>
              <a:rPr lang="en-IN" altLang="en-US"/>
              <a:t>Services layer is needed to provide interface to external systems.</a:t>
            </a:r>
          </a:p>
          <a:p>
            <a:pPr fontAlgn="base">
              <a:spcAft>
                <a:spcPct val="0"/>
              </a:spcAft>
            </a:pPr>
            <a:endParaRPr lang="en-IN" altLang="en-US"/>
          </a:p>
          <a:p>
            <a:pPr fontAlgn="base">
              <a:spcAft>
                <a:spcPct val="0"/>
              </a:spcAft>
            </a:pPr>
            <a:r>
              <a:rPr lang="en-IN" altLang="en-US"/>
              <a:t>This layer will have components such as </a:t>
            </a:r>
          </a:p>
          <a:p>
            <a:pPr lvl="1" fontAlgn="base">
              <a:spcAft>
                <a:spcPct val="0"/>
              </a:spcAft>
            </a:pPr>
            <a:r>
              <a:rPr lang="en-IN" altLang="en-US"/>
              <a:t>Get room availability (from date, to date) return (# rooms available by type of room)</a:t>
            </a:r>
          </a:p>
          <a:p>
            <a:pPr lvl="1" fontAlgn="base">
              <a:spcAft>
                <a:spcPct val="0"/>
              </a:spcAft>
            </a:pPr>
            <a:endParaRPr lang="en-IN" altLang="en-US"/>
          </a:p>
          <a:p>
            <a:pPr lvl="1" fontAlgn="base">
              <a:spcAft>
                <a:spcPct val="0"/>
              </a:spcAft>
            </a:pPr>
            <a:r>
              <a:rPr lang="en-IN" altLang="en-US"/>
              <a:t>Reserve room (# of rooms, type of room, from date, to date) Return (Success / Failure)</a:t>
            </a:r>
          </a:p>
        </p:txBody>
      </p:sp>
      <p:sp>
        <p:nvSpPr>
          <p:cNvPr id="3" name="Content Placeholder 2">
            <a:extLst>
              <a:ext uri="{FF2B5EF4-FFF2-40B4-BE49-F238E27FC236}">
                <a16:creationId xmlns:a16="http://schemas.microsoft.com/office/drawing/2014/main" id="{3CCCFDB5-56A9-59B3-2C1B-71CE38E341C1}"/>
              </a:ext>
            </a:extLst>
          </p:cNvPr>
          <p:cNvSpPr>
            <a:spLocks noGrp="1"/>
          </p:cNvSpPr>
          <p:nvPr>
            <p:ph sz="quarter" idx="10"/>
          </p:nvPr>
        </p:nvSpPr>
        <p:spPr/>
        <p:txBody>
          <a:bodyPr/>
          <a:lstStyle/>
          <a:p>
            <a:pPr>
              <a:defRPr/>
            </a:pPr>
            <a:r>
              <a:rPr lang="en-IN" dirty="0"/>
              <a:t>Answer</a:t>
            </a:r>
          </a:p>
        </p:txBody>
      </p:sp>
      <p:sp>
        <p:nvSpPr>
          <p:cNvPr id="2" name="Date Placeholder 1">
            <a:extLst>
              <a:ext uri="{FF2B5EF4-FFF2-40B4-BE49-F238E27FC236}">
                <a16:creationId xmlns:a16="http://schemas.microsoft.com/office/drawing/2014/main" id="{40AAB644-2AFC-19E4-B171-9D4A96D3C74E}"/>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5D31D9F7-0AFE-D003-C5FB-74B290805BDE}"/>
              </a:ext>
            </a:extLst>
          </p:cNvPr>
          <p:cNvSpPr>
            <a:spLocks noGrp="1"/>
          </p:cNvSpPr>
          <p:nvPr>
            <p:ph type="ftr" sz="quarter" idx="12"/>
          </p:nvPr>
        </p:nvSpPr>
        <p:spPr/>
        <p:txBody>
          <a:bodyPr/>
          <a:lstStyle/>
          <a:p>
            <a:pPr>
              <a:defRPr/>
            </a:pPr>
            <a:r>
              <a:rPr lang="en-US"/>
              <a:t>SSZG653 Software Architectures</a:t>
            </a:r>
          </a:p>
        </p:txBody>
      </p:sp>
      <p:sp>
        <p:nvSpPr>
          <p:cNvPr id="54278" name="Slide Number Placeholder 4">
            <a:extLst>
              <a:ext uri="{FF2B5EF4-FFF2-40B4-BE49-F238E27FC236}">
                <a16:creationId xmlns:a16="http://schemas.microsoft.com/office/drawing/2014/main" id="{E380FD78-CE8B-5A7D-C453-FF4127A48D90}"/>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808E99E5-2F90-4614-AD54-DD673E604E0F}" type="slidenum">
              <a:rPr lang="en-US" altLang="en-US" sz="1200" smtClean="0">
                <a:solidFill>
                  <a:srgbClr val="898989"/>
                </a:solidFill>
              </a:rPr>
              <a:pPr>
                <a:spcBef>
                  <a:spcPct val="0"/>
                </a:spcBef>
                <a:buFontTx/>
                <a:buNone/>
              </a:pPr>
              <a:t>41</a:t>
            </a:fld>
            <a:endParaRPr lang="en-US" altLang="en-US" sz="1200">
              <a:solidFill>
                <a:srgbClr val="898989"/>
              </a:solidFill>
            </a:endParaRPr>
          </a:p>
        </p:txBody>
      </p:sp>
    </p:spTree>
    <p:extLst>
      <p:ext uri="{BB962C8B-B14F-4D97-AF65-F5344CB8AC3E}">
        <p14:creationId xmlns:p14="http://schemas.microsoft.com/office/powerpoint/2010/main" val="21723198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C8B2EC5-5F50-C070-4E48-D7BA8723D7A6}"/>
              </a:ext>
            </a:extLst>
          </p:cNvPr>
          <p:cNvSpPr>
            <a:spLocks noGrp="1"/>
          </p:cNvSpPr>
          <p:nvPr>
            <p:ph idx="1"/>
          </p:nvPr>
        </p:nvSpPr>
        <p:spPr>
          <a:xfrm>
            <a:off x="304800" y="1493838"/>
            <a:ext cx="8229600" cy="4906962"/>
          </a:xfrm>
        </p:spPr>
        <p:txBody>
          <a:bodyPr/>
          <a:lstStyle/>
          <a:p>
            <a:pPr>
              <a:defRPr/>
            </a:pPr>
            <a:r>
              <a:rPr lang="en-IN" sz="1800" dirty="0"/>
              <a:t>Suppose you are building a complex logistics system for a shipping &amp; container company</a:t>
            </a:r>
          </a:p>
          <a:p>
            <a:pPr>
              <a:defRPr/>
            </a:pPr>
            <a:endParaRPr lang="en-IN" sz="1800" dirty="0"/>
          </a:p>
          <a:p>
            <a:pPr>
              <a:defRPr/>
            </a:pPr>
            <a:r>
              <a:rPr lang="en-IN" sz="1800" dirty="0"/>
              <a:t>Users wanting to send goods via containers will login to the system and place their requests</a:t>
            </a:r>
          </a:p>
          <a:p>
            <a:pPr>
              <a:defRPr/>
            </a:pPr>
            <a:endParaRPr lang="en-IN" sz="1800" dirty="0"/>
          </a:p>
          <a:p>
            <a:pPr>
              <a:defRPr/>
            </a:pPr>
            <a:r>
              <a:rPr lang="en-IN" sz="1800" dirty="0"/>
              <a:t>A number of modules need to be called for this:</a:t>
            </a:r>
          </a:p>
          <a:p>
            <a:pPr lvl="1">
              <a:buFont typeface="Arial" pitchFamily="34" charset="0"/>
              <a:buChar char="•"/>
              <a:defRPr/>
            </a:pPr>
            <a:r>
              <a:rPr lang="en-IN" sz="1800" dirty="0"/>
              <a:t>Find out the nearest location of an empty container</a:t>
            </a:r>
          </a:p>
          <a:p>
            <a:pPr lvl="1">
              <a:buFont typeface="Arial" pitchFamily="34" charset="0"/>
              <a:buChar char="•"/>
              <a:defRPr/>
            </a:pPr>
            <a:r>
              <a:rPr lang="en-IN" sz="1800" dirty="0"/>
              <a:t>Find a the best transporter to pick up the goods</a:t>
            </a:r>
          </a:p>
          <a:p>
            <a:pPr lvl="1">
              <a:buFont typeface="Arial" pitchFamily="34" charset="0"/>
              <a:buChar char="•"/>
              <a:defRPr/>
            </a:pPr>
            <a:r>
              <a:rPr lang="en-IN" sz="1800" dirty="0"/>
              <a:t>Find a ship that is scheduled leave to the desired destination and has spare capacity to load the container</a:t>
            </a:r>
          </a:p>
          <a:p>
            <a:pPr marL="0" indent="0">
              <a:defRPr/>
            </a:pPr>
            <a:endParaRPr lang="en-IN" sz="1800" dirty="0"/>
          </a:p>
          <a:p>
            <a:pPr marL="0" indent="0">
              <a:defRPr/>
            </a:pPr>
            <a:r>
              <a:rPr lang="en-IN" sz="1800" dirty="0"/>
              <a:t>As an architect you want to hide these modules from the client layer.</a:t>
            </a:r>
          </a:p>
          <a:p>
            <a:pPr marL="0" indent="0">
              <a:defRPr/>
            </a:pPr>
            <a:endParaRPr lang="en-IN" sz="1800" dirty="0"/>
          </a:p>
          <a:p>
            <a:pPr marL="0" indent="0">
              <a:defRPr/>
            </a:pPr>
            <a:r>
              <a:rPr lang="en-IN" sz="1800" dirty="0"/>
              <a:t>What technique will you use and in which layer?</a:t>
            </a:r>
          </a:p>
        </p:txBody>
      </p:sp>
      <p:sp>
        <p:nvSpPr>
          <p:cNvPr id="3" name="Content Placeholder 2">
            <a:extLst>
              <a:ext uri="{FF2B5EF4-FFF2-40B4-BE49-F238E27FC236}">
                <a16:creationId xmlns:a16="http://schemas.microsoft.com/office/drawing/2014/main" id="{0FC2DF0F-1F19-575C-46CE-43BDF8668AEB}"/>
              </a:ext>
            </a:extLst>
          </p:cNvPr>
          <p:cNvSpPr>
            <a:spLocks noGrp="1"/>
          </p:cNvSpPr>
          <p:nvPr>
            <p:ph sz="quarter" idx="10"/>
          </p:nvPr>
        </p:nvSpPr>
        <p:spPr/>
        <p:txBody>
          <a:bodyPr/>
          <a:lstStyle/>
          <a:p>
            <a:pPr>
              <a:defRPr/>
            </a:pPr>
            <a:r>
              <a:rPr lang="en-IN" dirty="0"/>
              <a:t>Exercise 4</a:t>
            </a:r>
          </a:p>
        </p:txBody>
      </p:sp>
      <p:sp>
        <p:nvSpPr>
          <p:cNvPr id="4" name="Date Placeholder 3">
            <a:extLst>
              <a:ext uri="{FF2B5EF4-FFF2-40B4-BE49-F238E27FC236}">
                <a16:creationId xmlns:a16="http://schemas.microsoft.com/office/drawing/2014/main" id="{852DE8D6-85AD-9A69-E4FE-E6E3B4F8A349}"/>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5" name="Footer Placeholder 4">
            <a:extLst>
              <a:ext uri="{FF2B5EF4-FFF2-40B4-BE49-F238E27FC236}">
                <a16:creationId xmlns:a16="http://schemas.microsoft.com/office/drawing/2014/main" id="{6E89F63A-14C8-BE88-CE12-4C0BC342F1C8}"/>
              </a:ext>
            </a:extLst>
          </p:cNvPr>
          <p:cNvSpPr>
            <a:spLocks noGrp="1"/>
          </p:cNvSpPr>
          <p:nvPr>
            <p:ph type="ftr" sz="quarter" idx="12"/>
          </p:nvPr>
        </p:nvSpPr>
        <p:spPr/>
        <p:txBody>
          <a:bodyPr/>
          <a:lstStyle/>
          <a:p>
            <a:pPr>
              <a:defRPr/>
            </a:pPr>
            <a:r>
              <a:rPr lang="en-US"/>
              <a:t>SSZG653 Software Architectures</a:t>
            </a:r>
          </a:p>
        </p:txBody>
      </p:sp>
      <p:sp>
        <p:nvSpPr>
          <p:cNvPr id="55302" name="Slide Number Placeholder 5">
            <a:extLst>
              <a:ext uri="{FF2B5EF4-FFF2-40B4-BE49-F238E27FC236}">
                <a16:creationId xmlns:a16="http://schemas.microsoft.com/office/drawing/2014/main" id="{4DC3FA5C-C643-B893-7616-7591AE08E5A8}"/>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649D2D07-5966-4875-BA97-2C44D28F7601}" type="slidenum">
              <a:rPr lang="en-US" altLang="en-US" sz="1200" smtClean="0">
                <a:solidFill>
                  <a:srgbClr val="898989"/>
                </a:solidFill>
              </a:rPr>
              <a:pPr>
                <a:spcBef>
                  <a:spcPct val="0"/>
                </a:spcBef>
                <a:buFontTx/>
                <a:buNone/>
              </a:pPr>
              <a:t>42</a:t>
            </a:fld>
            <a:endParaRPr lang="en-US" altLang="en-US" sz="1200">
              <a:solidFill>
                <a:srgbClr val="898989"/>
              </a:solidFill>
            </a:endParaRPr>
          </a:p>
        </p:txBody>
      </p:sp>
    </p:spTree>
    <p:extLst>
      <p:ext uri="{BB962C8B-B14F-4D97-AF65-F5344CB8AC3E}">
        <p14:creationId xmlns:p14="http://schemas.microsoft.com/office/powerpoint/2010/main" val="17861875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Content Placeholder 1">
            <a:extLst>
              <a:ext uri="{FF2B5EF4-FFF2-40B4-BE49-F238E27FC236}">
                <a16:creationId xmlns:a16="http://schemas.microsoft.com/office/drawing/2014/main" id="{790FFFC9-5736-70D6-5305-63EFD576D90B}"/>
              </a:ext>
            </a:extLst>
          </p:cNvPr>
          <p:cNvSpPr>
            <a:spLocks noGrp="1"/>
          </p:cNvSpPr>
          <p:nvPr>
            <p:ph idx="1"/>
          </p:nvPr>
        </p:nvSpPr>
        <p:spPr>
          <a:xfrm>
            <a:off x="304800" y="1493838"/>
            <a:ext cx="8229600" cy="4525962"/>
          </a:xfrm>
        </p:spPr>
        <p:txBody>
          <a:bodyPr/>
          <a:lstStyle/>
          <a:p>
            <a:pPr fontAlgn="base">
              <a:spcAft>
                <a:spcPct val="0"/>
              </a:spcAft>
              <a:buFont typeface="Arial" pitchFamily="34" charset="0"/>
              <a:buChar char="•"/>
            </a:pPr>
            <a:r>
              <a:rPr lang="en-IN" altLang="en-US"/>
              <a:t>In the Business layer, provide a unified API – façade - to place a shipping request</a:t>
            </a:r>
          </a:p>
          <a:p>
            <a:pPr fontAlgn="base">
              <a:spcAft>
                <a:spcPct val="0"/>
              </a:spcAft>
            </a:pPr>
            <a:endParaRPr lang="en-IN" altLang="en-US"/>
          </a:p>
          <a:p>
            <a:pPr fontAlgn="base">
              <a:spcAft>
                <a:spcPct val="0"/>
              </a:spcAft>
              <a:buFont typeface="Arial" pitchFamily="34" charset="0"/>
              <a:buChar char="•"/>
            </a:pPr>
            <a:r>
              <a:rPr lang="en-IN" altLang="en-US"/>
              <a:t>The façade will in turn make use of modules to search for appropriate container, appropriate transporter, appropriate ship, etc.</a:t>
            </a:r>
          </a:p>
        </p:txBody>
      </p:sp>
      <p:sp>
        <p:nvSpPr>
          <p:cNvPr id="3" name="Content Placeholder 2">
            <a:extLst>
              <a:ext uri="{FF2B5EF4-FFF2-40B4-BE49-F238E27FC236}">
                <a16:creationId xmlns:a16="http://schemas.microsoft.com/office/drawing/2014/main" id="{5B520D9D-C5EF-6677-B42E-E570729DE2C5}"/>
              </a:ext>
            </a:extLst>
          </p:cNvPr>
          <p:cNvSpPr>
            <a:spLocks noGrp="1"/>
          </p:cNvSpPr>
          <p:nvPr>
            <p:ph sz="quarter" idx="10"/>
          </p:nvPr>
        </p:nvSpPr>
        <p:spPr/>
        <p:txBody>
          <a:bodyPr/>
          <a:lstStyle/>
          <a:p>
            <a:pPr>
              <a:defRPr/>
            </a:pPr>
            <a:r>
              <a:rPr lang="en-IN" dirty="0"/>
              <a:t>Answer</a:t>
            </a:r>
          </a:p>
        </p:txBody>
      </p:sp>
      <p:sp>
        <p:nvSpPr>
          <p:cNvPr id="2" name="Date Placeholder 1">
            <a:extLst>
              <a:ext uri="{FF2B5EF4-FFF2-40B4-BE49-F238E27FC236}">
                <a16:creationId xmlns:a16="http://schemas.microsoft.com/office/drawing/2014/main" id="{CE17193E-F0B6-7C97-4CC0-0FD47591E8E3}"/>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41B16350-D7B4-F0B2-044B-7B2679C56412}"/>
              </a:ext>
            </a:extLst>
          </p:cNvPr>
          <p:cNvSpPr>
            <a:spLocks noGrp="1"/>
          </p:cNvSpPr>
          <p:nvPr>
            <p:ph type="ftr" sz="quarter" idx="12"/>
          </p:nvPr>
        </p:nvSpPr>
        <p:spPr/>
        <p:txBody>
          <a:bodyPr/>
          <a:lstStyle/>
          <a:p>
            <a:pPr>
              <a:defRPr/>
            </a:pPr>
            <a:r>
              <a:rPr lang="en-US"/>
              <a:t>SSZG653 Software Architectures</a:t>
            </a:r>
          </a:p>
        </p:txBody>
      </p:sp>
      <p:sp>
        <p:nvSpPr>
          <p:cNvPr id="56326" name="Slide Number Placeholder 4">
            <a:extLst>
              <a:ext uri="{FF2B5EF4-FFF2-40B4-BE49-F238E27FC236}">
                <a16:creationId xmlns:a16="http://schemas.microsoft.com/office/drawing/2014/main" id="{EAF1A78E-C044-51F4-FFCB-BECA2249A1A1}"/>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29CF9D2A-2FFA-449D-AC50-067EE01517F3}" type="slidenum">
              <a:rPr lang="en-US" altLang="en-US" sz="1200" smtClean="0">
                <a:solidFill>
                  <a:srgbClr val="898989"/>
                </a:solidFill>
              </a:rPr>
              <a:pPr>
                <a:spcBef>
                  <a:spcPct val="0"/>
                </a:spcBef>
                <a:buFontTx/>
                <a:buNone/>
              </a:pPr>
              <a:t>43</a:t>
            </a:fld>
            <a:endParaRPr lang="en-US" altLang="en-US" sz="1200">
              <a:solidFill>
                <a:srgbClr val="898989"/>
              </a:solidFill>
            </a:endParaRPr>
          </a:p>
        </p:txBody>
      </p:sp>
    </p:spTree>
    <p:extLst>
      <p:ext uri="{BB962C8B-B14F-4D97-AF65-F5344CB8AC3E}">
        <p14:creationId xmlns:p14="http://schemas.microsoft.com/office/powerpoint/2010/main" val="780478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Content Placeholder 1">
            <a:extLst>
              <a:ext uri="{FF2B5EF4-FFF2-40B4-BE49-F238E27FC236}">
                <a16:creationId xmlns:a16="http://schemas.microsoft.com/office/drawing/2014/main" id="{0CF42A44-0885-39D9-B5C8-CED5C3C77AE8}"/>
              </a:ext>
            </a:extLst>
          </p:cNvPr>
          <p:cNvSpPr>
            <a:spLocks noGrp="1"/>
          </p:cNvSpPr>
          <p:nvPr>
            <p:ph idx="1"/>
          </p:nvPr>
        </p:nvSpPr>
        <p:spPr>
          <a:xfrm>
            <a:off x="304800" y="1493838"/>
            <a:ext cx="8229600" cy="4525962"/>
          </a:xfrm>
        </p:spPr>
        <p:txBody>
          <a:bodyPr/>
          <a:lstStyle/>
          <a:p>
            <a:pPr fontAlgn="base">
              <a:spcAft>
                <a:spcPct val="0"/>
              </a:spcAft>
            </a:pPr>
            <a:endParaRPr lang="en-IN" altLang="en-US"/>
          </a:p>
        </p:txBody>
      </p:sp>
      <p:sp>
        <p:nvSpPr>
          <p:cNvPr id="3" name="Content Placeholder 2">
            <a:extLst>
              <a:ext uri="{FF2B5EF4-FFF2-40B4-BE49-F238E27FC236}">
                <a16:creationId xmlns:a16="http://schemas.microsoft.com/office/drawing/2014/main" id="{E438726F-2D85-09CF-9261-D7B6BAC03492}"/>
              </a:ext>
            </a:extLst>
          </p:cNvPr>
          <p:cNvSpPr>
            <a:spLocks noGrp="1"/>
          </p:cNvSpPr>
          <p:nvPr>
            <p:ph sz="quarter" idx="10"/>
          </p:nvPr>
        </p:nvSpPr>
        <p:spPr/>
        <p:txBody>
          <a:bodyPr/>
          <a:lstStyle/>
          <a:p>
            <a:pPr>
              <a:defRPr/>
            </a:pPr>
            <a:r>
              <a:rPr lang="en-IN" dirty="0"/>
              <a:t>Appendix</a:t>
            </a:r>
          </a:p>
        </p:txBody>
      </p:sp>
      <p:sp>
        <p:nvSpPr>
          <p:cNvPr id="4" name="Date Placeholder 3">
            <a:extLst>
              <a:ext uri="{FF2B5EF4-FFF2-40B4-BE49-F238E27FC236}">
                <a16:creationId xmlns:a16="http://schemas.microsoft.com/office/drawing/2014/main" id="{08A05B5D-71CB-F78E-FA1C-852C6875554B}"/>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5" name="Footer Placeholder 4">
            <a:extLst>
              <a:ext uri="{FF2B5EF4-FFF2-40B4-BE49-F238E27FC236}">
                <a16:creationId xmlns:a16="http://schemas.microsoft.com/office/drawing/2014/main" id="{F04F7169-788D-9FC7-312A-412E50BEAF7F}"/>
              </a:ext>
            </a:extLst>
          </p:cNvPr>
          <p:cNvSpPr>
            <a:spLocks noGrp="1"/>
          </p:cNvSpPr>
          <p:nvPr>
            <p:ph type="ftr" sz="quarter" idx="12"/>
          </p:nvPr>
        </p:nvSpPr>
        <p:spPr/>
        <p:txBody>
          <a:bodyPr/>
          <a:lstStyle/>
          <a:p>
            <a:pPr>
              <a:defRPr/>
            </a:pPr>
            <a:r>
              <a:rPr lang="en-US"/>
              <a:t>SSZG653 Software Architectures</a:t>
            </a:r>
          </a:p>
        </p:txBody>
      </p:sp>
      <p:sp>
        <p:nvSpPr>
          <p:cNvPr id="57350" name="Slide Number Placeholder 5">
            <a:extLst>
              <a:ext uri="{FF2B5EF4-FFF2-40B4-BE49-F238E27FC236}">
                <a16:creationId xmlns:a16="http://schemas.microsoft.com/office/drawing/2014/main" id="{E55B6A63-0364-7D55-FBC0-05C9E62FB69E}"/>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FA9442E8-788D-4139-BEB4-C691A2C7216B}" type="slidenum">
              <a:rPr lang="en-US" altLang="en-US" sz="1200" smtClean="0">
                <a:solidFill>
                  <a:srgbClr val="898989"/>
                </a:solidFill>
              </a:rPr>
              <a:pPr>
                <a:spcBef>
                  <a:spcPct val="0"/>
                </a:spcBef>
                <a:buFontTx/>
                <a:buNone/>
              </a:pPr>
              <a:t>44</a:t>
            </a:fld>
            <a:endParaRPr lang="en-US" altLang="en-US" sz="1200">
              <a:solidFill>
                <a:srgbClr val="898989"/>
              </a:solidFill>
            </a:endParaRPr>
          </a:p>
        </p:txBody>
      </p:sp>
    </p:spTree>
    <p:extLst>
      <p:ext uri="{BB962C8B-B14F-4D97-AF65-F5344CB8AC3E}">
        <p14:creationId xmlns:p14="http://schemas.microsoft.com/office/powerpoint/2010/main" val="35987085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Content Placeholder 1">
            <a:extLst>
              <a:ext uri="{FF2B5EF4-FFF2-40B4-BE49-F238E27FC236}">
                <a16:creationId xmlns:a16="http://schemas.microsoft.com/office/drawing/2014/main" id="{937D431E-8EB1-7258-BF84-AA49E675411D}"/>
              </a:ext>
            </a:extLst>
          </p:cNvPr>
          <p:cNvSpPr>
            <a:spLocks noGrp="1"/>
          </p:cNvSpPr>
          <p:nvPr>
            <p:ph idx="1"/>
          </p:nvPr>
        </p:nvSpPr>
        <p:spPr>
          <a:xfrm>
            <a:off x="304800" y="3505200"/>
            <a:ext cx="8458200" cy="2849563"/>
          </a:xfrm>
        </p:spPr>
        <p:txBody>
          <a:bodyPr/>
          <a:lstStyle/>
          <a:p>
            <a:pPr fontAlgn="base">
              <a:spcAft>
                <a:spcPct val="0"/>
              </a:spcAft>
              <a:buFont typeface="Calibri" panose="020F0502020204030204" pitchFamily="34" charset="0"/>
              <a:buAutoNum type="arabicPeriod"/>
            </a:pPr>
            <a:r>
              <a:rPr lang="en-IN" altLang="en-US" sz="1600"/>
              <a:t>Browser connects to a web server (website) secured with SSL (https). </a:t>
            </a:r>
            <a:r>
              <a:rPr lang="en-IN" altLang="en-US" sz="1600">
                <a:solidFill>
                  <a:srgbClr val="FF0000"/>
                </a:solidFill>
              </a:rPr>
              <a:t>Browser requests that the server identify itself.</a:t>
            </a:r>
          </a:p>
          <a:p>
            <a:pPr fontAlgn="base">
              <a:spcAft>
                <a:spcPct val="0"/>
              </a:spcAft>
              <a:buFont typeface="Calibri" panose="020F0502020204030204" pitchFamily="34" charset="0"/>
              <a:buAutoNum type="arabicPeriod"/>
            </a:pPr>
            <a:r>
              <a:rPr lang="en-IN" altLang="en-US" sz="1600"/>
              <a:t>Server sends a copy of its SSL Certificate, including the server’s public key.</a:t>
            </a:r>
          </a:p>
          <a:p>
            <a:pPr fontAlgn="base">
              <a:spcAft>
                <a:spcPct val="0"/>
              </a:spcAft>
              <a:buFont typeface="Calibri" panose="020F0502020204030204" pitchFamily="34" charset="0"/>
              <a:buAutoNum type="arabicPeriod"/>
            </a:pPr>
            <a:r>
              <a:rPr lang="en-IN" altLang="en-US" sz="1600">
                <a:solidFill>
                  <a:srgbClr val="FF0000"/>
                </a:solidFill>
              </a:rPr>
              <a:t>Browser checks the certificate </a:t>
            </a:r>
            <a:r>
              <a:rPr lang="en-IN" altLang="en-US" sz="1600"/>
              <a:t>root against a list of trusted CAs and that the certificate is unexpired, unrevoked, and that its common name is valid for the website that it is connecting to. If the browser trusts the certificate, it creates, encrypts, and </a:t>
            </a:r>
            <a:r>
              <a:rPr lang="en-IN" altLang="en-US" sz="1600">
                <a:solidFill>
                  <a:srgbClr val="FF0000"/>
                </a:solidFill>
              </a:rPr>
              <a:t>sends back a symmetric session key</a:t>
            </a:r>
            <a:r>
              <a:rPr lang="en-IN" altLang="en-US" sz="1600"/>
              <a:t> using the server’s public key.</a:t>
            </a:r>
          </a:p>
          <a:p>
            <a:pPr fontAlgn="base">
              <a:spcAft>
                <a:spcPct val="0"/>
              </a:spcAft>
              <a:buFont typeface="Calibri" panose="020F0502020204030204" pitchFamily="34" charset="0"/>
              <a:buAutoNum type="arabicPeriod"/>
            </a:pPr>
            <a:r>
              <a:rPr lang="en-IN" altLang="en-US" sz="1600"/>
              <a:t>Server decrypts the symmetric session key using its private key and </a:t>
            </a:r>
            <a:r>
              <a:rPr lang="en-IN" altLang="en-US" sz="1600">
                <a:solidFill>
                  <a:srgbClr val="FF0000"/>
                </a:solidFill>
              </a:rPr>
              <a:t>sends back an acknowledgement </a:t>
            </a:r>
            <a:r>
              <a:rPr lang="en-IN" altLang="en-US" sz="1600"/>
              <a:t>encrypted with the session key to start the encrypted session.</a:t>
            </a:r>
          </a:p>
          <a:p>
            <a:pPr fontAlgn="base">
              <a:spcAft>
                <a:spcPct val="0"/>
              </a:spcAft>
              <a:buFont typeface="Calibri" panose="020F0502020204030204" pitchFamily="34" charset="0"/>
              <a:buAutoNum type="arabicPeriod"/>
            </a:pPr>
            <a:r>
              <a:rPr lang="en-IN" altLang="en-US" sz="1600">
                <a:solidFill>
                  <a:srgbClr val="FF0000"/>
                </a:solidFill>
              </a:rPr>
              <a:t>Server and Browser now encrypt all transmitted data with the session key.</a:t>
            </a:r>
          </a:p>
          <a:p>
            <a:pPr fontAlgn="base">
              <a:spcAft>
                <a:spcPct val="0"/>
              </a:spcAft>
            </a:pPr>
            <a:endParaRPr lang="en-IN" altLang="en-US" sz="1600"/>
          </a:p>
        </p:txBody>
      </p:sp>
      <p:sp>
        <p:nvSpPr>
          <p:cNvPr id="3" name="Content Placeholder 2">
            <a:extLst>
              <a:ext uri="{FF2B5EF4-FFF2-40B4-BE49-F238E27FC236}">
                <a16:creationId xmlns:a16="http://schemas.microsoft.com/office/drawing/2014/main" id="{CED357DC-BC1F-1C7F-A467-4701A55CFF93}"/>
              </a:ext>
            </a:extLst>
          </p:cNvPr>
          <p:cNvSpPr>
            <a:spLocks noGrp="1"/>
          </p:cNvSpPr>
          <p:nvPr>
            <p:ph sz="quarter" idx="10"/>
          </p:nvPr>
        </p:nvSpPr>
        <p:spPr/>
        <p:txBody>
          <a:bodyPr/>
          <a:lstStyle/>
          <a:p>
            <a:pPr>
              <a:defRPr/>
            </a:pPr>
            <a:r>
              <a:rPr lang="en-IN" dirty="0"/>
              <a:t>SSL</a:t>
            </a:r>
          </a:p>
        </p:txBody>
      </p:sp>
      <p:pic>
        <p:nvPicPr>
          <p:cNvPr id="58372" name="Content Placeholder 3">
            <a:extLst>
              <a:ext uri="{FF2B5EF4-FFF2-40B4-BE49-F238E27FC236}">
                <a16:creationId xmlns:a16="http://schemas.microsoft.com/office/drawing/2014/main" id="{131A3B63-523B-043B-CEBA-51CE4C99D35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1431925"/>
            <a:ext cx="3429000" cy="176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69285DB1-65A2-99F5-642E-F6DDE96BB1AA}"/>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CF716C93-35C8-BD94-2262-32B9A74DA3A2}"/>
              </a:ext>
            </a:extLst>
          </p:cNvPr>
          <p:cNvSpPr>
            <a:spLocks noGrp="1"/>
          </p:cNvSpPr>
          <p:nvPr>
            <p:ph type="ftr" sz="quarter" idx="12"/>
          </p:nvPr>
        </p:nvSpPr>
        <p:spPr/>
        <p:txBody>
          <a:bodyPr/>
          <a:lstStyle/>
          <a:p>
            <a:pPr>
              <a:defRPr/>
            </a:pPr>
            <a:r>
              <a:rPr lang="en-US"/>
              <a:t>SSZG653 Software Architectures</a:t>
            </a:r>
          </a:p>
        </p:txBody>
      </p:sp>
      <p:sp>
        <p:nvSpPr>
          <p:cNvPr id="58375" name="Slide Number Placeholder 4">
            <a:extLst>
              <a:ext uri="{FF2B5EF4-FFF2-40B4-BE49-F238E27FC236}">
                <a16:creationId xmlns:a16="http://schemas.microsoft.com/office/drawing/2014/main" id="{F382D0FC-EE1D-7651-DDAA-A9B0240709D3}"/>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003D6126-9FAA-42E9-AB50-3F60D1B29B45}" type="slidenum">
              <a:rPr lang="en-US" altLang="en-US" sz="1200" smtClean="0">
                <a:solidFill>
                  <a:srgbClr val="898989"/>
                </a:solidFill>
              </a:rPr>
              <a:pPr>
                <a:spcBef>
                  <a:spcPct val="0"/>
                </a:spcBef>
                <a:buFontTx/>
                <a:buNone/>
              </a:pPr>
              <a:t>45</a:t>
            </a:fld>
            <a:endParaRPr lang="en-US" altLang="en-US" sz="1200">
              <a:solidFill>
                <a:srgbClr val="898989"/>
              </a:solidFill>
            </a:endParaRPr>
          </a:p>
        </p:txBody>
      </p:sp>
    </p:spTree>
    <p:extLst>
      <p:ext uri="{BB962C8B-B14F-4D97-AF65-F5344CB8AC3E}">
        <p14:creationId xmlns:p14="http://schemas.microsoft.com/office/powerpoint/2010/main" val="19158913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Content Placeholder 1">
            <a:extLst>
              <a:ext uri="{FF2B5EF4-FFF2-40B4-BE49-F238E27FC236}">
                <a16:creationId xmlns:a16="http://schemas.microsoft.com/office/drawing/2014/main" id="{AA33B31D-DAEF-57F4-84D2-57C2B097F9A7}"/>
              </a:ext>
            </a:extLst>
          </p:cNvPr>
          <p:cNvSpPr>
            <a:spLocks noGrp="1"/>
          </p:cNvSpPr>
          <p:nvPr>
            <p:ph idx="1"/>
          </p:nvPr>
        </p:nvSpPr>
        <p:spPr>
          <a:xfrm>
            <a:off x="6172200" y="1676400"/>
            <a:ext cx="2743200" cy="4572000"/>
          </a:xfrm>
        </p:spPr>
        <p:txBody>
          <a:bodyPr/>
          <a:lstStyle/>
          <a:p>
            <a:pPr fontAlgn="base">
              <a:spcAft>
                <a:spcPct val="0"/>
              </a:spcAft>
              <a:buFont typeface="Arial" pitchFamily="34" charset="0"/>
              <a:buChar char="•"/>
            </a:pPr>
            <a:r>
              <a:rPr lang="en-IN" altLang="en-US" sz="1600"/>
              <a:t>Logging is an important component of the software development. </a:t>
            </a:r>
          </a:p>
          <a:p>
            <a:pPr fontAlgn="base">
              <a:spcAft>
                <a:spcPct val="0"/>
              </a:spcAft>
              <a:buFont typeface="Arial" pitchFamily="34" charset="0"/>
              <a:buChar char="•"/>
            </a:pPr>
            <a:endParaRPr lang="en-IN" altLang="en-US" sz="1600"/>
          </a:p>
          <a:p>
            <a:pPr fontAlgn="base">
              <a:spcAft>
                <a:spcPct val="0"/>
              </a:spcAft>
              <a:buFont typeface="Arial" pitchFamily="34" charset="0"/>
              <a:buChar char="•"/>
            </a:pPr>
            <a:r>
              <a:rPr lang="en-IN" altLang="en-US" sz="1600"/>
              <a:t>A well-written logging code offers quick debugging, easy maintenance, and structured storage of an application's runtime information.</a:t>
            </a:r>
          </a:p>
          <a:p>
            <a:pPr fontAlgn="base">
              <a:spcAft>
                <a:spcPct val="0"/>
              </a:spcAft>
              <a:buFont typeface="Arial" pitchFamily="34" charset="0"/>
              <a:buChar char="•"/>
            </a:pPr>
            <a:endParaRPr lang="en-IN" altLang="en-US" sz="1600"/>
          </a:p>
          <a:p>
            <a:pPr fontAlgn="base">
              <a:spcAft>
                <a:spcPct val="0"/>
              </a:spcAft>
              <a:buFont typeface="Arial" pitchFamily="34" charset="0"/>
              <a:buChar char="•"/>
            </a:pPr>
            <a:r>
              <a:rPr lang="en-IN" altLang="en-US" sz="1600"/>
              <a:t>Logging does have its drawbacks also. It can slow down an application.</a:t>
            </a:r>
          </a:p>
          <a:p>
            <a:pPr fontAlgn="base">
              <a:spcAft>
                <a:spcPct val="0"/>
              </a:spcAft>
              <a:buFont typeface="Arial" pitchFamily="34" charset="0"/>
              <a:buChar char="•"/>
            </a:pPr>
            <a:endParaRPr lang="en-IN" altLang="en-US" sz="1600"/>
          </a:p>
        </p:txBody>
      </p:sp>
      <p:pic>
        <p:nvPicPr>
          <p:cNvPr id="59395" name="Picture 4">
            <a:extLst>
              <a:ext uri="{FF2B5EF4-FFF2-40B4-BE49-F238E27FC236}">
                <a16:creationId xmlns:a16="http://schemas.microsoft.com/office/drawing/2014/main" id="{70CBE323-A9AF-D417-43AA-0C4434AED68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100" y="1314450"/>
            <a:ext cx="5372100" cy="523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5">
            <a:extLst>
              <a:ext uri="{FF2B5EF4-FFF2-40B4-BE49-F238E27FC236}">
                <a16:creationId xmlns:a16="http://schemas.microsoft.com/office/drawing/2014/main" id="{C62594D5-525E-3C0E-8A1B-5D471EF3010E}"/>
              </a:ext>
            </a:extLst>
          </p:cNvPr>
          <p:cNvSpPr>
            <a:spLocks noGrp="1"/>
          </p:cNvSpPr>
          <p:nvPr>
            <p:ph sz="quarter" idx="10"/>
          </p:nvPr>
        </p:nvSpPr>
        <p:spPr/>
        <p:txBody>
          <a:bodyPr/>
          <a:lstStyle/>
          <a:p>
            <a:pPr>
              <a:defRPr/>
            </a:pPr>
            <a:r>
              <a:rPr lang="en-IN" dirty="0"/>
              <a:t>Logging: Apache Log4j</a:t>
            </a:r>
          </a:p>
        </p:txBody>
      </p:sp>
      <p:sp>
        <p:nvSpPr>
          <p:cNvPr id="7" name="Rectangle 6">
            <a:extLst>
              <a:ext uri="{FF2B5EF4-FFF2-40B4-BE49-F238E27FC236}">
                <a16:creationId xmlns:a16="http://schemas.microsoft.com/office/drawing/2014/main" id="{C6D6A116-A24B-C34D-BF35-0E88A5923624}"/>
              </a:ext>
            </a:extLst>
          </p:cNvPr>
          <p:cNvSpPr/>
          <p:nvPr/>
        </p:nvSpPr>
        <p:spPr>
          <a:xfrm>
            <a:off x="4689475" y="1492250"/>
            <a:ext cx="1101725" cy="830263"/>
          </a:xfrm>
          <a:prstGeom prst="rect">
            <a:avLst/>
          </a:prstGeom>
        </p:spPr>
        <p:txBody>
          <a:bodyPr>
            <a:spAutoFit/>
          </a:bodyPr>
          <a:lstStyle/>
          <a:p>
            <a:pPr>
              <a:defRPr/>
            </a:pPr>
            <a:r>
              <a:rPr lang="fr-FR" sz="1200" dirty="0" err="1">
                <a:solidFill>
                  <a:schemeClr val="accent6">
                    <a:lumMod val="50000"/>
                  </a:schemeClr>
                </a:solidFill>
              </a:rPr>
              <a:t>Database</a:t>
            </a:r>
            <a:r>
              <a:rPr lang="fr-FR" sz="1200" dirty="0">
                <a:solidFill>
                  <a:schemeClr val="accent6">
                    <a:lumMod val="50000"/>
                  </a:schemeClr>
                </a:solidFill>
              </a:rPr>
              <a:t>, file, console, UNIX </a:t>
            </a:r>
            <a:r>
              <a:rPr lang="fr-FR" sz="1200" dirty="0" err="1">
                <a:solidFill>
                  <a:schemeClr val="accent6">
                    <a:lumMod val="50000"/>
                  </a:schemeClr>
                </a:solidFill>
              </a:rPr>
              <a:t>Syslog</a:t>
            </a:r>
            <a:r>
              <a:rPr lang="fr-FR" sz="1200" dirty="0">
                <a:solidFill>
                  <a:schemeClr val="accent6">
                    <a:lumMod val="50000"/>
                  </a:schemeClr>
                </a:solidFill>
              </a:rPr>
              <a:t>, etc.</a:t>
            </a:r>
            <a:endParaRPr lang="en-IN" sz="1200" dirty="0">
              <a:solidFill>
                <a:schemeClr val="accent6">
                  <a:lumMod val="50000"/>
                </a:schemeClr>
              </a:solidFill>
            </a:endParaRPr>
          </a:p>
        </p:txBody>
      </p:sp>
      <p:sp>
        <p:nvSpPr>
          <p:cNvPr id="8" name="Rectangle 7">
            <a:extLst>
              <a:ext uri="{FF2B5EF4-FFF2-40B4-BE49-F238E27FC236}">
                <a16:creationId xmlns:a16="http://schemas.microsoft.com/office/drawing/2014/main" id="{A73B521B-0104-BD15-6243-B24FEEED9870}"/>
              </a:ext>
            </a:extLst>
          </p:cNvPr>
          <p:cNvSpPr/>
          <p:nvPr/>
        </p:nvSpPr>
        <p:spPr>
          <a:xfrm>
            <a:off x="152400" y="3352800"/>
            <a:ext cx="1268413" cy="738188"/>
          </a:xfrm>
          <a:prstGeom prst="rect">
            <a:avLst/>
          </a:prstGeom>
        </p:spPr>
        <p:txBody>
          <a:bodyPr>
            <a:spAutoFit/>
          </a:bodyPr>
          <a:lstStyle/>
          <a:p>
            <a:pPr algn="ctr">
              <a:defRPr/>
            </a:pPr>
            <a:r>
              <a:rPr lang="en-IN" sz="1400" dirty="0">
                <a:solidFill>
                  <a:schemeClr val="accent6">
                    <a:lumMod val="50000"/>
                  </a:schemeClr>
                </a:solidFill>
              </a:rPr>
              <a:t>capturing logging information</a:t>
            </a:r>
          </a:p>
        </p:txBody>
      </p:sp>
      <p:sp>
        <p:nvSpPr>
          <p:cNvPr id="9" name="Rectangle 8">
            <a:extLst>
              <a:ext uri="{FF2B5EF4-FFF2-40B4-BE49-F238E27FC236}">
                <a16:creationId xmlns:a16="http://schemas.microsoft.com/office/drawing/2014/main" id="{3CEA4A8F-D6A0-EEAE-8923-CC8DA26F35B1}"/>
              </a:ext>
            </a:extLst>
          </p:cNvPr>
          <p:cNvSpPr/>
          <p:nvPr/>
        </p:nvSpPr>
        <p:spPr>
          <a:xfrm>
            <a:off x="4724400" y="4648200"/>
            <a:ext cx="1066800" cy="738188"/>
          </a:xfrm>
          <a:prstGeom prst="rect">
            <a:avLst/>
          </a:prstGeom>
        </p:spPr>
        <p:txBody>
          <a:bodyPr>
            <a:spAutoFit/>
          </a:bodyPr>
          <a:lstStyle/>
          <a:p>
            <a:pPr>
              <a:defRPr/>
            </a:pPr>
            <a:r>
              <a:rPr lang="en-IN" sz="1400" dirty="0">
                <a:solidFill>
                  <a:schemeClr val="accent6">
                    <a:lumMod val="50000"/>
                  </a:schemeClr>
                </a:solidFill>
              </a:rPr>
              <a:t>format logging information </a:t>
            </a:r>
          </a:p>
        </p:txBody>
      </p:sp>
      <p:sp>
        <p:nvSpPr>
          <p:cNvPr id="2" name="Date Placeholder 1">
            <a:extLst>
              <a:ext uri="{FF2B5EF4-FFF2-40B4-BE49-F238E27FC236}">
                <a16:creationId xmlns:a16="http://schemas.microsoft.com/office/drawing/2014/main" id="{C427D76D-9012-0B76-FD19-ED787D5F1C6C}"/>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3" name="Footer Placeholder 2">
            <a:extLst>
              <a:ext uri="{FF2B5EF4-FFF2-40B4-BE49-F238E27FC236}">
                <a16:creationId xmlns:a16="http://schemas.microsoft.com/office/drawing/2014/main" id="{7C54FE44-A118-D0AB-08D5-9B76F48C5A4B}"/>
              </a:ext>
            </a:extLst>
          </p:cNvPr>
          <p:cNvSpPr>
            <a:spLocks noGrp="1"/>
          </p:cNvSpPr>
          <p:nvPr>
            <p:ph type="ftr" sz="quarter" idx="12"/>
          </p:nvPr>
        </p:nvSpPr>
        <p:spPr/>
        <p:txBody>
          <a:bodyPr/>
          <a:lstStyle/>
          <a:p>
            <a:pPr>
              <a:defRPr/>
            </a:pPr>
            <a:r>
              <a:rPr lang="en-US"/>
              <a:t>SSZG653 Software Architectures</a:t>
            </a:r>
          </a:p>
        </p:txBody>
      </p:sp>
      <p:sp>
        <p:nvSpPr>
          <p:cNvPr id="59402" name="Slide Number Placeholder 3">
            <a:extLst>
              <a:ext uri="{FF2B5EF4-FFF2-40B4-BE49-F238E27FC236}">
                <a16:creationId xmlns:a16="http://schemas.microsoft.com/office/drawing/2014/main" id="{5796668D-35A7-FC29-9051-2907F76C9F7B}"/>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D5FEE75F-26DB-4A21-B7E4-AA0FC39D7012}" type="slidenum">
              <a:rPr lang="en-US" altLang="en-US" sz="1200" smtClean="0">
                <a:solidFill>
                  <a:srgbClr val="898989"/>
                </a:solidFill>
              </a:rPr>
              <a:pPr>
                <a:spcBef>
                  <a:spcPct val="0"/>
                </a:spcBef>
                <a:buFontTx/>
                <a:buNone/>
              </a:pPr>
              <a:t>46</a:t>
            </a:fld>
            <a:endParaRPr lang="en-US" altLang="en-US" sz="1200">
              <a:solidFill>
                <a:srgbClr val="898989"/>
              </a:solidFill>
            </a:endParaRPr>
          </a:p>
        </p:txBody>
      </p:sp>
    </p:spTree>
    <p:extLst>
      <p:ext uri="{BB962C8B-B14F-4D97-AF65-F5344CB8AC3E}">
        <p14:creationId xmlns:p14="http://schemas.microsoft.com/office/powerpoint/2010/main" val="39625507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Content Placeholder 1">
            <a:extLst>
              <a:ext uri="{FF2B5EF4-FFF2-40B4-BE49-F238E27FC236}">
                <a16:creationId xmlns:a16="http://schemas.microsoft.com/office/drawing/2014/main" id="{E5D65E8A-C25E-2AAD-834B-D28EA243D73A}"/>
              </a:ext>
            </a:extLst>
          </p:cNvPr>
          <p:cNvSpPr>
            <a:spLocks noGrp="1"/>
          </p:cNvSpPr>
          <p:nvPr>
            <p:ph idx="1"/>
          </p:nvPr>
        </p:nvSpPr>
        <p:spPr>
          <a:xfrm>
            <a:off x="381000" y="4343400"/>
            <a:ext cx="8458200" cy="1828800"/>
          </a:xfrm>
        </p:spPr>
        <p:txBody>
          <a:bodyPr/>
          <a:lstStyle/>
          <a:p>
            <a:pPr fontAlgn="base">
              <a:spcAft>
                <a:spcPct val="0"/>
              </a:spcAft>
              <a:buFont typeface="Calibri" panose="020F0502020204030204" pitchFamily="34" charset="0"/>
              <a:buAutoNum type="arabicPeriod"/>
            </a:pPr>
            <a:r>
              <a:rPr lang="en-IN" altLang="en-US" sz="1800"/>
              <a:t>Browser requests that the server identify itself.</a:t>
            </a:r>
          </a:p>
          <a:p>
            <a:pPr fontAlgn="base">
              <a:spcAft>
                <a:spcPct val="0"/>
              </a:spcAft>
              <a:buFont typeface="Calibri" panose="020F0502020204030204" pitchFamily="34" charset="0"/>
              <a:buAutoNum type="arabicPeriod"/>
            </a:pPr>
            <a:r>
              <a:rPr lang="en-IN" altLang="en-US" sz="1800"/>
              <a:t>Server sends a copy of its SSL Certificate</a:t>
            </a:r>
          </a:p>
          <a:p>
            <a:pPr fontAlgn="base">
              <a:spcAft>
                <a:spcPct val="0"/>
              </a:spcAft>
              <a:buFont typeface="Calibri" panose="020F0502020204030204" pitchFamily="34" charset="0"/>
              <a:buAutoNum type="arabicPeriod"/>
            </a:pPr>
            <a:r>
              <a:rPr lang="en-IN" altLang="en-US" sz="1800"/>
              <a:t>Browser checks the certificate. and sends back a symmetric session key</a:t>
            </a:r>
          </a:p>
          <a:p>
            <a:pPr fontAlgn="base">
              <a:spcAft>
                <a:spcPct val="0"/>
              </a:spcAft>
              <a:buFont typeface="Calibri" panose="020F0502020204030204" pitchFamily="34" charset="0"/>
              <a:buAutoNum type="arabicPeriod"/>
            </a:pPr>
            <a:r>
              <a:rPr lang="en-IN" altLang="en-US" sz="1800"/>
              <a:t>Server sends back an acknowledgement.</a:t>
            </a:r>
          </a:p>
          <a:p>
            <a:pPr fontAlgn="base">
              <a:spcAft>
                <a:spcPct val="0"/>
              </a:spcAft>
              <a:buFont typeface="Calibri" panose="020F0502020204030204" pitchFamily="34" charset="0"/>
              <a:buAutoNum type="arabicPeriod"/>
            </a:pPr>
            <a:r>
              <a:rPr lang="en-IN" altLang="en-US" sz="1800"/>
              <a:t>Server and Browser now encrypt all transmitted data with the session key.</a:t>
            </a:r>
          </a:p>
          <a:p>
            <a:pPr fontAlgn="base">
              <a:spcAft>
                <a:spcPct val="0"/>
              </a:spcAft>
            </a:pPr>
            <a:endParaRPr lang="en-IN" altLang="en-US" sz="1800"/>
          </a:p>
        </p:txBody>
      </p:sp>
      <p:sp>
        <p:nvSpPr>
          <p:cNvPr id="3" name="Content Placeholder 2">
            <a:extLst>
              <a:ext uri="{FF2B5EF4-FFF2-40B4-BE49-F238E27FC236}">
                <a16:creationId xmlns:a16="http://schemas.microsoft.com/office/drawing/2014/main" id="{3FDCA7B3-7E8F-6CAD-EF20-5A8C3F3C36BD}"/>
              </a:ext>
            </a:extLst>
          </p:cNvPr>
          <p:cNvSpPr>
            <a:spLocks noGrp="1"/>
          </p:cNvSpPr>
          <p:nvPr>
            <p:ph sz="quarter" idx="10"/>
          </p:nvPr>
        </p:nvSpPr>
        <p:spPr/>
        <p:txBody>
          <a:bodyPr/>
          <a:lstStyle/>
          <a:p>
            <a:pPr>
              <a:defRPr/>
            </a:pPr>
            <a:r>
              <a:rPr lang="en-IN" dirty="0"/>
              <a:t>SSL</a:t>
            </a:r>
          </a:p>
        </p:txBody>
      </p:sp>
      <p:pic>
        <p:nvPicPr>
          <p:cNvPr id="60420" name="Content Placeholder 3">
            <a:extLst>
              <a:ext uri="{FF2B5EF4-FFF2-40B4-BE49-F238E27FC236}">
                <a16:creationId xmlns:a16="http://schemas.microsoft.com/office/drawing/2014/main" id="{C24FBFAD-9DF8-6EE5-3370-E1A7B8B79CB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431925"/>
            <a:ext cx="5054600" cy="260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D8B84117-CD60-79AD-2544-89260E74AD8C}"/>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2024C80F-D27D-8E3A-3108-18321439617D}"/>
              </a:ext>
            </a:extLst>
          </p:cNvPr>
          <p:cNvSpPr>
            <a:spLocks noGrp="1"/>
          </p:cNvSpPr>
          <p:nvPr>
            <p:ph type="ftr" sz="quarter" idx="12"/>
          </p:nvPr>
        </p:nvSpPr>
        <p:spPr/>
        <p:txBody>
          <a:bodyPr/>
          <a:lstStyle/>
          <a:p>
            <a:pPr>
              <a:defRPr/>
            </a:pPr>
            <a:r>
              <a:rPr lang="en-US"/>
              <a:t>SSZG653 Software Architectures</a:t>
            </a:r>
          </a:p>
        </p:txBody>
      </p:sp>
      <p:sp>
        <p:nvSpPr>
          <p:cNvPr id="60423" name="Slide Number Placeholder 4">
            <a:extLst>
              <a:ext uri="{FF2B5EF4-FFF2-40B4-BE49-F238E27FC236}">
                <a16:creationId xmlns:a16="http://schemas.microsoft.com/office/drawing/2014/main" id="{AC9C8322-C11B-3E6B-1462-D785CCDA4713}"/>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CA9EC7EC-257F-48C3-8DF8-213C630BA956}" type="slidenum">
              <a:rPr lang="en-US" altLang="en-US" sz="1200" smtClean="0">
                <a:solidFill>
                  <a:srgbClr val="898989"/>
                </a:solidFill>
              </a:rPr>
              <a:pPr>
                <a:spcBef>
                  <a:spcPct val="0"/>
                </a:spcBef>
                <a:buFontTx/>
                <a:buNone/>
              </a:pPr>
              <a:t>47</a:t>
            </a:fld>
            <a:endParaRPr lang="en-US" altLang="en-US" sz="1200">
              <a:solidFill>
                <a:srgbClr val="898989"/>
              </a:solidFill>
            </a:endParaRPr>
          </a:p>
        </p:txBody>
      </p:sp>
    </p:spTree>
    <p:extLst>
      <p:ext uri="{BB962C8B-B14F-4D97-AF65-F5344CB8AC3E}">
        <p14:creationId xmlns:p14="http://schemas.microsoft.com/office/powerpoint/2010/main" val="21040672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Content Placeholder 1">
            <a:extLst>
              <a:ext uri="{FF2B5EF4-FFF2-40B4-BE49-F238E27FC236}">
                <a16:creationId xmlns:a16="http://schemas.microsoft.com/office/drawing/2014/main" id="{1CFC9BBB-C253-6FE7-1652-B413A04E0D1D}"/>
              </a:ext>
            </a:extLst>
          </p:cNvPr>
          <p:cNvSpPr>
            <a:spLocks noGrp="1"/>
          </p:cNvSpPr>
          <p:nvPr>
            <p:ph idx="1"/>
          </p:nvPr>
        </p:nvSpPr>
        <p:spPr>
          <a:xfrm>
            <a:off x="304800" y="1493838"/>
            <a:ext cx="8229600" cy="4525962"/>
          </a:xfrm>
        </p:spPr>
        <p:txBody>
          <a:bodyPr/>
          <a:lstStyle/>
          <a:p>
            <a:pPr fontAlgn="base">
              <a:spcAft>
                <a:spcPct val="0"/>
              </a:spcAft>
            </a:pPr>
            <a:r>
              <a:rPr lang="en-IN" altLang="en-US" b="1"/>
              <a:t>IPSec</a:t>
            </a:r>
            <a:r>
              <a:rPr lang="en-IN" altLang="en-US"/>
              <a:t> is an Internet Engineering Task Force (IETF) standard suite of protocols that provides data </a:t>
            </a:r>
            <a:r>
              <a:rPr lang="en-IN" altLang="en-US">
                <a:solidFill>
                  <a:srgbClr val="FF0000"/>
                </a:solidFill>
              </a:rPr>
              <a:t>authentication, integrity, and confidentiality </a:t>
            </a:r>
            <a:r>
              <a:rPr lang="en-IN" altLang="en-US"/>
              <a:t>as data is transferred between communication points across IP networks. </a:t>
            </a:r>
          </a:p>
          <a:p>
            <a:pPr fontAlgn="base">
              <a:spcAft>
                <a:spcPct val="0"/>
              </a:spcAft>
            </a:pPr>
            <a:endParaRPr lang="en-IN" altLang="en-US" b="1"/>
          </a:p>
          <a:p>
            <a:pPr fontAlgn="base">
              <a:spcAft>
                <a:spcPct val="0"/>
              </a:spcAft>
            </a:pPr>
            <a:r>
              <a:rPr lang="en-IN" altLang="en-US" b="1"/>
              <a:t>IPSec</a:t>
            </a:r>
            <a:r>
              <a:rPr lang="en-IN" altLang="en-US"/>
              <a:t> provides data security at the IP packet level.</a:t>
            </a:r>
          </a:p>
        </p:txBody>
      </p:sp>
      <p:sp>
        <p:nvSpPr>
          <p:cNvPr id="3" name="Content Placeholder 2">
            <a:extLst>
              <a:ext uri="{FF2B5EF4-FFF2-40B4-BE49-F238E27FC236}">
                <a16:creationId xmlns:a16="http://schemas.microsoft.com/office/drawing/2014/main" id="{F5A62848-7F8F-84F4-5951-E53F7E1D1BCF}"/>
              </a:ext>
            </a:extLst>
          </p:cNvPr>
          <p:cNvSpPr>
            <a:spLocks noGrp="1"/>
          </p:cNvSpPr>
          <p:nvPr>
            <p:ph sz="quarter" idx="10"/>
          </p:nvPr>
        </p:nvSpPr>
        <p:spPr/>
        <p:txBody>
          <a:bodyPr/>
          <a:lstStyle/>
          <a:p>
            <a:pPr>
              <a:defRPr/>
            </a:pPr>
            <a:r>
              <a:rPr lang="en-IN" dirty="0" err="1"/>
              <a:t>IPSec</a:t>
            </a:r>
            <a:r>
              <a:rPr lang="en-IN" dirty="0"/>
              <a:t> – Internet Protocol Security</a:t>
            </a:r>
          </a:p>
        </p:txBody>
      </p:sp>
      <p:sp>
        <p:nvSpPr>
          <p:cNvPr id="2" name="Date Placeholder 1">
            <a:extLst>
              <a:ext uri="{FF2B5EF4-FFF2-40B4-BE49-F238E27FC236}">
                <a16:creationId xmlns:a16="http://schemas.microsoft.com/office/drawing/2014/main" id="{F249B790-5D16-F4E0-21DC-1BEE79ADF0BD}"/>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6B03EB6D-81F1-A4EE-9BB8-D392009471AC}"/>
              </a:ext>
            </a:extLst>
          </p:cNvPr>
          <p:cNvSpPr>
            <a:spLocks noGrp="1"/>
          </p:cNvSpPr>
          <p:nvPr>
            <p:ph type="ftr" sz="quarter" idx="12"/>
          </p:nvPr>
        </p:nvSpPr>
        <p:spPr/>
        <p:txBody>
          <a:bodyPr/>
          <a:lstStyle/>
          <a:p>
            <a:pPr>
              <a:defRPr/>
            </a:pPr>
            <a:r>
              <a:rPr lang="en-US"/>
              <a:t>SSZG653 Software Architectures</a:t>
            </a:r>
          </a:p>
        </p:txBody>
      </p:sp>
      <p:sp>
        <p:nvSpPr>
          <p:cNvPr id="61446" name="Slide Number Placeholder 4">
            <a:extLst>
              <a:ext uri="{FF2B5EF4-FFF2-40B4-BE49-F238E27FC236}">
                <a16:creationId xmlns:a16="http://schemas.microsoft.com/office/drawing/2014/main" id="{407398D0-33B6-B333-9FC8-04AEE0951D9E}"/>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76E6FADE-0917-4D9A-972E-24A42C9E7228}" type="slidenum">
              <a:rPr lang="en-US" altLang="en-US" sz="1200" smtClean="0">
                <a:solidFill>
                  <a:srgbClr val="898989"/>
                </a:solidFill>
              </a:rPr>
              <a:pPr>
                <a:spcBef>
                  <a:spcPct val="0"/>
                </a:spcBef>
                <a:buFontTx/>
                <a:buNone/>
              </a:pPr>
              <a:t>48</a:t>
            </a:fld>
            <a:endParaRPr lang="en-US" altLang="en-US" sz="1200">
              <a:solidFill>
                <a:srgbClr val="898989"/>
              </a:solidFill>
            </a:endParaRPr>
          </a:p>
        </p:txBody>
      </p:sp>
    </p:spTree>
    <p:extLst>
      <p:ext uri="{BB962C8B-B14F-4D97-AF65-F5344CB8AC3E}">
        <p14:creationId xmlns:p14="http://schemas.microsoft.com/office/powerpoint/2010/main" val="19712055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Content Placeholder 1">
            <a:extLst>
              <a:ext uri="{FF2B5EF4-FFF2-40B4-BE49-F238E27FC236}">
                <a16:creationId xmlns:a16="http://schemas.microsoft.com/office/drawing/2014/main" id="{CA111C85-A7B9-1897-436B-7898DD7DF787}"/>
              </a:ext>
            </a:extLst>
          </p:cNvPr>
          <p:cNvSpPr>
            <a:spLocks noGrp="1"/>
          </p:cNvSpPr>
          <p:nvPr>
            <p:ph idx="1"/>
          </p:nvPr>
        </p:nvSpPr>
        <p:spPr>
          <a:xfrm>
            <a:off x="304800" y="4800600"/>
            <a:ext cx="8229600" cy="1600200"/>
          </a:xfrm>
        </p:spPr>
        <p:txBody>
          <a:bodyPr/>
          <a:lstStyle/>
          <a:p>
            <a:pPr fontAlgn="base">
              <a:spcAft>
                <a:spcPct val="0"/>
              </a:spcAft>
              <a:buFont typeface="Arial" pitchFamily="34" charset="0"/>
              <a:buChar char="•"/>
            </a:pPr>
            <a:r>
              <a:rPr lang="en-IN" altLang="en-US" sz="1800"/>
              <a:t>A web </a:t>
            </a:r>
            <a:r>
              <a:rPr lang="en-IN" altLang="en-US" sz="1800" b="1"/>
              <a:t>session</a:t>
            </a:r>
            <a:r>
              <a:rPr lang="en-IN" altLang="en-US" sz="1800"/>
              <a:t> is a sequence of network HTTP request and response transactions associated to the same user. </a:t>
            </a:r>
          </a:p>
          <a:p>
            <a:pPr fontAlgn="base">
              <a:spcAft>
                <a:spcPct val="0"/>
              </a:spcAft>
              <a:buFont typeface="Arial" pitchFamily="34" charset="0"/>
              <a:buChar char="•"/>
            </a:pPr>
            <a:endParaRPr lang="en-IN" altLang="en-US" sz="1800"/>
          </a:p>
          <a:p>
            <a:pPr fontAlgn="base">
              <a:spcAft>
                <a:spcPct val="0"/>
              </a:spcAft>
              <a:buFont typeface="Arial" pitchFamily="34" charset="0"/>
              <a:buChar char="•"/>
            </a:pPr>
            <a:r>
              <a:rPr lang="en-IN" altLang="en-US" sz="1800"/>
              <a:t>Modern and complex web applications require the </a:t>
            </a:r>
            <a:r>
              <a:rPr lang="en-IN" altLang="en-US" sz="1800" b="1"/>
              <a:t>retaining of information or status about each user</a:t>
            </a:r>
            <a:r>
              <a:rPr lang="en-IN" altLang="en-US" sz="1800"/>
              <a:t> for the duration of multiple requests.</a:t>
            </a:r>
          </a:p>
        </p:txBody>
      </p:sp>
      <p:sp>
        <p:nvSpPr>
          <p:cNvPr id="3" name="Content Placeholder 2">
            <a:extLst>
              <a:ext uri="{FF2B5EF4-FFF2-40B4-BE49-F238E27FC236}">
                <a16:creationId xmlns:a16="http://schemas.microsoft.com/office/drawing/2014/main" id="{AF709E95-2B86-E4A0-318A-761FBCAE1CD0}"/>
              </a:ext>
            </a:extLst>
          </p:cNvPr>
          <p:cNvSpPr>
            <a:spLocks noGrp="1"/>
          </p:cNvSpPr>
          <p:nvPr>
            <p:ph sz="quarter" idx="10"/>
          </p:nvPr>
        </p:nvSpPr>
        <p:spPr/>
        <p:txBody>
          <a:bodyPr/>
          <a:lstStyle/>
          <a:p>
            <a:pPr>
              <a:defRPr/>
            </a:pPr>
            <a:r>
              <a:rPr lang="en-IN" dirty="0"/>
              <a:t>Session management</a:t>
            </a:r>
          </a:p>
        </p:txBody>
      </p:sp>
      <p:pic>
        <p:nvPicPr>
          <p:cNvPr id="62468" name="Picture 4">
            <a:extLst>
              <a:ext uri="{FF2B5EF4-FFF2-40B4-BE49-F238E27FC236}">
                <a16:creationId xmlns:a16="http://schemas.microsoft.com/office/drawing/2014/main" id="{4C226039-1C65-C5FD-931F-8446AFE1425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38250" y="1371600"/>
            <a:ext cx="6667500"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a:extLst>
              <a:ext uri="{FF2B5EF4-FFF2-40B4-BE49-F238E27FC236}">
                <a16:creationId xmlns:a16="http://schemas.microsoft.com/office/drawing/2014/main" id="{8B662940-71D0-F475-C34B-30ADF06CF43E}"/>
              </a:ext>
            </a:extLst>
          </p:cNvPr>
          <p:cNvSpPr>
            <a:spLocks noGrp="1"/>
          </p:cNvSpPr>
          <p:nvPr>
            <p:ph type="dt" sz="quarter" idx="11"/>
          </p:nvPr>
        </p:nvSpPr>
        <p:spPr>
          <a:xfrm>
            <a:off x="457200" y="6173788"/>
            <a:ext cx="2133600" cy="365125"/>
          </a:xfrm>
          <a:prstGeom prst="rect">
            <a:avLst/>
          </a:prstGeom>
        </p:spPr>
        <p:txBody>
          <a:bodyPr vert="horz" lIns="91440" tIns="45720" rIns="91440" bIns="45720" rtlCol="0" anchor="ctr"/>
          <a:lstStyle>
            <a:defPPr>
              <a:defRPr lang="en-US"/>
            </a:defPPr>
            <a:lvl1pPr algn="l" rtl="0" eaLnBrk="1" fontAlgn="auto" hangingPunct="1">
              <a:spcBef>
                <a:spcPts val="0"/>
              </a:spcBef>
              <a:spcAft>
                <a:spcPts val="0"/>
              </a:spcAft>
              <a:defRPr sz="1200" kern="1200">
                <a:solidFill>
                  <a:schemeClr val="tx1">
                    <a:tint val="75000"/>
                  </a:schemeClr>
                </a:solidFill>
                <a:latin typeface="Arial" pitchFamily="34" charset="0"/>
                <a:ea typeface="+mn-ea"/>
                <a:cs typeface="Arial"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a:t>September 5, 2026</a:t>
            </a:r>
          </a:p>
        </p:txBody>
      </p:sp>
      <p:sp>
        <p:nvSpPr>
          <p:cNvPr id="4" name="Footer Placeholder 3">
            <a:extLst>
              <a:ext uri="{FF2B5EF4-FFF2-40B4-BE49-F238E27FC236}">
                <a16:creationId xmlns:a16="http://schemas.microsoft.com/office/drawing/2014/main" id="{38CA8EEE-8769-95A0-BD24-5F3A5C7CCDE1}"/>
              </a:ext>
            </a:extLst>
          </p:cNvPr>
          <p:cNvSpPr>
            <a:spLocks noGrp="1"/>
          </p:cNvSpPr>
          <p:nvPr>
            <p:ph type="ftr" sz="quarter" idx="12"/>
          </p:nvPr>
        </p:nvSpPr>
        <p:spPr/>
        <p:txBody>
          <a:bodyPr/>
          <a:lstStyle/>
          <a:p>
            <a:pPr>
              <a:defRPr/>
            </a:pPr>
            <a:r>
              <a:rPr lang="en-US"/>
              <a:t>SSZG653 Software Architectures</a:t>
            </a:r>
          </a:p>
        </p:txBody>
      </p:sp>
      <p:sp>
        <p:nvSpPr>
          <p:cNvPr id="62471" name="Slide Number Placeholder 4">
            <a:extLst>
              <a:ext uri="{FF2B5EF4-FFF2-40B4-BE49-F238E27FC236}">
                <a16:creationId xmlns:a16="http://schemas.microsoft.com/office/drawing/2014/main" id="{E9987B9B-2836-5F1B-5C39-4BFEE10CC7EE}"/>
              </a:ext>
            </a:extLst>
          </p:cNvPr>
          <p:cNvSpPr>
            <a:spLocks noGrp="1" noChangeArrowheads="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fld id="{3451F1FC-553F-4277-A722-26A0EA0189EE}" type="slidenum">
              <a:rPr lang="en-US" altLang="en-US" sz="1200" smtClean="0">
                <a:solidFill>
                  <a:srgbClr val="898989"/>
                </a:solidFill>
              </a:rPr>
              <a:pPr>
                <a:spcBef>
                  <a:spcPct val="0"/>
                </a:spcBef>
                <a:buFontTx/>
                <a:buNone/>
              </a:pPr>
              <a:t>49</a:t>
            </a:fld>
            <a:endParaRPr lang="en-US" altLang="en-US" sz="1200">
              <a:solidFill>
                <a:srgbClr val="898989"/>
              </a:solidFill>
            </a:endParaRPr>
          </a:p>
        </p:txBody>
      </p:sp>
    </p:spTree>
    <p:extLst>
      <p:ext uri="{BB962C8B-B14F-4D97-AF65-F5344CB8AC3E}">
        <p14:creationId xmlns:p14="http://schemas.microsoft.com/office/powerpoint/2010/main" val="2754257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464913" y="3579674"/>
            <a:ext cx="6019800" cy="1600200"/>
          </a:xfrm>
        </p:spPr>
        <p:txBody>
          <a:bodyPr/>
          <a:lstStyle/>
          <a:p>
            <a:r>
              <a:rPr lang="en-IN" sz="2400" dirty="0"/>
              <a:t>Architecture Evaluation through </a:t>
            </a:r>
            <a:br>
              <a:rPr lang="en-IN" sz="2400" dirty="0"/>
            </a:br>
            <a:r>
              <a:rPr lang="en-IN" sz="2400" dirty="0"/>
              <a:t>             Architecture Trade off Analysis Method</a:t>
            </a:r>
            <a:endParaRPr lang="en-US" sz="2400" dirty="0"/>
          </a:p>
        </p:txBody>
      </p:sp>
      <p:sp>
        <p:nvSpPr>
          <p:cNvPr id="6" name="Content Placeholder 5"/>
          <p:cNvSpPr>
            <a:spLocks noGrp="1"/>
          </p:cNvSpPr>
          <p:nvPr>
            <p:ph sz="quarter" idx="13"/>
          </p:nvPr>
        </p:nvSpPr>
        <p:spPr/>
        <p:txBody>
          <a:bodyPr/>
          <a:lstStyle/>
          <a:p>
            <a:r>
              <a:rPr lang="en-US" dirty="0" err="1"/>
              <a:t>Harvinder</a:t>
            </a:r>
            <a:r>
              <a:rPr lang="en-US" dirty="0"/>
              <a:t> S </a:t>
            </a:r>
            <a:r>
              <a:rPr lang="en-US" dirty="0" err="1"/>
              <a:t>Jabbal</a:t>
            </a:r>
            <a:endParaRPr lang="en-US" dirty="0"/>
          </a:p>
          <a:p>
            <a:r>
              <a:rPr lang="en-US" dirty="0"/>
              <a:t>SEZG651/SSZG653 Software Architectures</a:t>
            </a:r>
          </a:p>
        </p:txBody>
      </p:sp>
      <p:sp>
        <p:nvSpPr>
          <p:cNvPr id="4" name="TextBox 3"/>
          <p:cNvSpPr txBox="1"/>
          <p:nvPr/>
        </p:nvSpPr>
        <p:spPr>
          <a:xfrm>
            <a:off x="5715000" y="228600"/>
            <a:ext cx="3265638" cy="1754326"/>
          </a:xfrm>
          <a:prstGeom prst="rect">
            <a:avLst/>
          </a:prstGeom>
          <a:noFill/>
        </p:spPr>
        <p:txBody>
          <a:bodyPr wrap="none" rtlCol="0">
            <a:spAutoFit/>
          </a:bodyPr>
          <a:lstStyle/>
          <a:p>
            <a:r>
              <a:rPr lang="en-IN" dirty="0"/>
              <a:t>Reference Chapter 21</a:t>
            </a:r>
          </a:p>
          <a:p>
            <a:r>
              <a:rPr lang="en-IN" dirty="0"/>
              <a:t>Software Architecture in Practice</a:t>
            </a:r>
          </a:p>
          <a:p>
            <a:r>
              <a:rPr lang="en-IN" dirty="0"/>
              <a:t>Third Edition</a:t>
            </a:r>
          </a:p>
          <a:p>
            <a:r>
              <a:rPr lang="en-IN" dirty="0"/>
              <a:t>Len Bass</a:t>
            </a:r>
          </a:p>
          <a:p>
            <a:r>
              <a:rPr lang="en-IN"/>
              <a:t>Paul Clements</a:t>
            </a:r>
            <a:endParaRPr lang="en-IN" dirty="0"/>
          </a:p>
          <a:p>
            <a:r>
              <a:rPr lang="en-IN" dirty="0"/>
              <a:t>Rick </a:t>
            </a:r>
            <a:r>
              <a:rPr lang="en-IN" dirty="0" err="1"/>
              <a:t>Kazman</a:t>
            </a:r>
            <a:endParaRPr lang="en-IN" dirty="0"/>
          </a:p>
        </p:txBody>
      </p:sp>
      <p:sp>
        <p:nvSpPr>
          <p:cNvPr id="2" name="Date Placeholder 1">
            <a:extLst>
              <a:ext uri="{FF2B5EF4-FFF2-40B4-BE49-F238E27FC236}">
                <a16:creationId xmlns:a16="http://schemas.microsoft.com/office/drawing/2014/main" id="{29B1C62F-9F3C-22AF-BB65-EE37D881AB86}"/>
              </a:ext>
            </a:extLst>
          </p:cNvPr>
          <p:cNvSpPr>
            <a:spLocks noGrp="1"/>
          </p:cNvSpPr>
          <p:nvPr>
            <p:ph type="dt" sz="half" idx="14"/>
          </p:nvPr>
        </p:nvSpPr>
        <p:spPr/>
        <p:txBody>
          <a:bodyPr/>
          <a:lstStyle/>
          <a:p>
            <a:r>
              <a:rPr lang="en-US"/>
              <a:t>September 5, 2026</a:t>
            </a:r>
          </a:p>
        </p:txBody>
      </p:sp>
      <p:sp>
        <p:nvSpPr>
          <p:cNvPr id="3" name="Footer Placeholder 2">
            <a:extLst>
              <a:ext uri="{FF2B5EF4-FFF2-40B4-BE49-F238E27FC236}">
                <a16:creationId xmlns:a16="http://schemas.microsoft.com/office/drawing/2014/main" id="{A797C071-517C-4D21-6F54-F7F40CD9361F}"/>
              </a:ext>
            </a:extLst>
          </p:cNvPr>
          <p:cNvSpPr>
            <a:spLocks noGrp="1"/>
          </p:cNvSpPr>
          <p:nvPr>
            <p:ph type="ftr" sz="quarter" idx="15"/>
          </p:nvPr>
        </p:nvSpPr>
        <p:spPr/>
        <p:txBody>
          <a:bodyPr/>
          <a:lstStyle/>
          <a:p>
            <a:r>
              <a:rPr lang="en-US"/>
              <a:t>SSZG653 Software Architectures</a:t>
            </a:r>
          </a:p>
        </p:txBody>
      </p:sp>
      <p:sp>
        <p:nvSpPr>
          <p:cNvPr id="7" name="Slide Number Placeholder 6">
            <a:extLst>
              <a:ext uri="{FF2B5EF4-FFF2-40B4-BE49-F238E27FC236}">
                <a16:creationId xmlns:a16="http://schemas.microsoft.com/office/drawing/2014/main" id="{0DB53227-B33A-0E90-6242-1A527AB1E967}"/>
              </a:ext>
            </a:extLst>
          </p:cNvPr>
          <p:cNvSpPr>
            <a:spLocks noGrp="1"/>
          </p:cNvSpPr>
          <p:nvPr>
            <p:ph type="sldNum" sz="quarter" idx="16"/>
          </p:nvPr>
        </p:nvSpPr>
        <p:spPr/>
        <p:txBody>
          <a:bodyPr/>
          <a:lstStyle/>
          <a:p>
            <a:fld id="{BC8D7E44-7D4F-4942-A8C9-2DF6BF8399E8}" type="slidenum">
              <a:rPr lang="en-US" smtClean="0"/>
              <a:pPr/>
              <a:t>50</a:t>
            </a:fld>
            <a:endParaRPr lang="en-US" dirty="0"/>
          </a:p>
        </p:txBody>
      </p:sp>
    </p:spTree>
    <p:extLst>
      <p:ext uri="{BB962C8B-B14F-4D97-AF65-F5344CB8AC3E}">
        <p14:creationId xmlns:p14="http://schemas.microsoft.com/office/powerpoint/2010/main" val="12982466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04800" y="4648200"/>
            <a:ext cx="8458200" cy="1600200"/>
          </a:xfrm>
        </p:spPr>
        <p:txBody>
          <a:bodyPr/>
          <a:lstStyle/>
          <a:p>
            <a:r>
              <a:rPr lang="en-US" dirty="0"/>
              <a:t>SEZG651/ SSZG653 </a:t>
            </a:r>
          </a:p>
          <a:p>
            <a:r>
              <a:rPr lang="en-US" dirty="0"/>
              <a:t>Software Architectures</a:t>
            </a:r>
          </a:p>
          <a:p>
            <a:r>
              <a:rPr lang="en-US" dirty="0"/>
              <a:t>Module </a:t>
            </a:r>
            <a:r>
              <a:rPr lang="en-US"/>
              <a:t>5-CS 07</a:t>
            </a:r>
            <a:endParaRPr lang="en-US" dirty="0"/>
          </a:p>
        </p:txBody>
      </p:sp>
      <p:sp>
        <p:nvSpPr>
          <p:cNvPr id="3" name="Date Placeholder 2">
            <a:extLst>
              <a:ext uri="{FF2B5EF4-FFF2-40B4-BE49-F238E27FC236}">
                <a16:creationId xmlns:a16="http://schemas.microsoft.com/office/drawing/2014/main" id="{BBA937FE-0B0E-BE40-DDF8-795DF6BE3730}"/>
              </a:ext>
            </a:extLst>
          </p:cNvPr>
          <p:cNvSpPr>
            <a:spLocks noGrp="1"/>
          </p:cNvSpPr>
          <p:nvPr>
            <p:ph type="dt" sz="half" idx="11"/>
          </p:nvPr>
        </p:nvSpPr>
        <p:spPr/>
        <p:txBody>
          <a:bodyPr/>
          <a:lstStyle/>
          <a:p>
            <a:r>
              <a:rPr lang="en-US"/>
              <a:t>September 5, 2026</a:t>
            </a:r>
            <a:endParaRPr lang="en-US" dirty="0"/>
          </a:p>
        </p:txBody>
      </p:sp>
      <p:sp>
        <p:nvSpPr>
          <p:cNvPr id="4" name="Footer Placeholder 3">
            <a:extLst>
              <a:ext uri="{FF2B5EF4-FFF2-40B4-BE49-F238E27FC236}">
                <a16:creationId xmlns:a16="http://schemas.microsoft.com/office/drawing/2014/main" id="{A2BBA738-C575-DCDC-4E90-C17C7C9789E2}"/>
              </a:ext>
            </a:extLst>
          </p:cNvPr>
          <p:cNvSpPr>
            <a:spLocks noGrp="1"/>
          </p:cNvSpPr>
          <p:nvPr>
            <p:ph type="ftr" sz="quarter" idx="12"/>
          </p:nvPr>
        </p:nvSpPr>
        <p:spPr/>
        <p:txBody>
          <a:bodyPr/>
          <a:lstStyle/>
          <a:p>
            <a:r>
              <a:rPr lang="en-US"/>
              <a:t>SSZG653 Software Architectures</a:t>
            </a:r>
            <a:endParaRPr lang="en-US" dirty="0"/>
          </a:p>
        </p:txBody>
      </p:sp>
      <p:sp>
        <p:nvSpPr>
          <p:cNvPr id="5" name="Slide Number Placeholder 4">
            <a:extLst>
              <a:ext uri="{FF2B5EF4-FFF2-40B4-BE49-F238E27FC236}">
                <a16:creationId xmlns:a16="http://schemas.microsoft.com/office/drawing/2014/main" id="{0455F307-8CCD-01E6-02F7-B2E352B96A1C}"/>
              </a:ext>
            </a:extLst>
          </p:cNvPr>
          <p:cNvSpPr>
            <a:spLocks noGrp="1"/>
          </p:cNvSpPr>
          <p:nvPr>
            <p:ph type="sldNum" sz="quarter" idx="13"/>
          </p:nvPr>
        </p:nvSpPr>
        <p:spPr/>
        <p:txBody>
          <a:bodyPr/>
          <a:lstStyle/>
          <a:p>
            <a:fld id="{BC8D7E44-7D4F-4942-A8C9-2DF6BF8399E8}" type="slidenum">
              <a:rPr lang="en-US" smtClean="0"/>
              <a:pPr/>
              <a:t>51</a:t>
            </a:fld>
            <a:endParaRPr lang="en-US" dirty="0"/>
          </a:p>
        </p:txBody>
      </p:sp>
    </p:spTree>
    <p:extLst>
      <p:ext uri="{BB962C8B-B14F-4D97-AF65-F5344CB8AC3E}">
        <p14:creationId xmlns:p14="http://schemas.microsoft.com/office/powerpoint/2010/main" val="10411338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p:cNvGraphicFramePr>
            <a:graphicFrameLocks noGrp="1"/>
          </p:cNvGraphicFramePr>
          <p:nvPr>
            <p:ph idx="1"/>
          </p:nvPr>
        </p:nvGraphicFramePr>
        <p:xfrm>
          <a:off x="304800" y="14938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itle 1"/>
          <p:cNvSpPr>
            <a:spLocks noGrp="1"/>
          </p:cNvSpPr>
          <p:nvPr>
            <p:ph sz="quarter" idx="10"/>
          </p:nvPr>
        </p:nvSpPr>
        <p:spPr/>
        <p:txBody>
          <a:bodyPr/>
          <a:lstStyle/>
          <a:p>
            <a:r>
              <a:rPr lang="en-US" dirty="0"/>
              <a:t>Chapter Outline</a:t>
            </a:r>
          </a:p>
        </p:txBody>
      </p:sp>
      <p:sp>
        <p:nvSpPr>
          <p:cNvPr id="6" name="Date Placeholder 5">
            <a:extLst>
              <a:ext uri="{FF2B5EF4-FFF2-40B4-BE49-F238E27FC236}">
                <a16:creationId xmlns:a16="http://schemas.microsoft.com/office/drawing/2014/main" id="{406ABD5B-EDA4-4386-A7FE-8149F5CB784A}"/>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62344888-84AA-4A5B-A467-F527755C5490}"/>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E7664712-BD1A-D6B7-24B7-9E388026A8B3}"/>
              </a:ext>
            </a:extLst>
          </p:cNvPr>
          <p:cNvSpPr>
            <a:spLocks noGrp="1"/>
          </p:cNvSpPr>
          <p:nvPr>
            <p:ph type="sldNum" sz="quarter" idx="14"/>
          </p:nvPr>
        </p:nvSpPr>
        <p:spPr/>
        <p:txBody>
          <a:bodyPr/>
          <a:lstStyle/>
          <a:p>
            <a:fld id="{BC8D7E44-7D4F-4942-A8C9-2DF6BF8399E8}" type="slidenum">
              <a:rPr lang="en-US" smtClean="0"/>
              <a:pPr/>
              <a:t>52</a:t>
            </a:fld>
            <a:endParaRPr lang="en-US" dirty="0"/>
          </a:p>
        </p:txBody>
      </p:sp>
    </p:spTree>
    <p:extLst>
      <p:ext uri="{BB962C8B-B14F-4D97-AF65-F5344CB8AC3E}">
        <p14:creationId xmlns:p14="http://schemas.microsoft.com/office/powerpoint/2010/main" val="16443308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04800" y="4648200"/>
            <a:ext cx="8458200" cy="1600200"/>
          </a:xfrm>
        </p:spPr>
        <p:txBody>
          <a:bodyPr/>
          <a:lstStyle/>
          <a:p>
            <a:pPr lvl="0"/>
            <a:r>
              <a:rPr lang="en-US" dirty="0"/>
              <a:t>Evaluation Factors</a:t>
            </a:r>
            <a:endParaRPr lang="en-IN" dirty="0"/>
          </a:p>
        </p:txBody>
      </p:sp>
      <p:sp>
        <p:nvSpPr>
          <p:cNvPr id="3" name="Date Placeholder 2">
            <a:extLst>
              <a:ext uri="{FF2B5EF4-FFF2-40B4-BE49-F238E27FC236}">
                <a16:creationId xmlns:a16="http://schemas.microsoft.com/office/drawing/2014/main" id="{2599A06B-7C49-1D14-0B57-C9B6B94BB5BC}"/>
              </a:ext>
            </a:extLst>
          </p:cNvPr>
          <p:cNvSpPr>
            <a:spLocks noGrp="1"/>
          </p:cNvSpPr>
          <p:nvPr>
            <p:ph type="dt" sz="half" idx="11"/>
          </p:nvPr>
        </p:nvSpPr>
        <p:spPr/>
        <p:txBody>
          <a:bodyPr/>
          <a:lstStyle/>
          <a:p>
            <a:r>
              <a:rPr lang="en-US"/>
              <a:t>September 5, 2026</a:t>
            </a:r>
            <a:endParaRPr lang="en-US" dirty="0"/>
          </a:p>
        </p:txBody>
      </p:sp>
      <p:sp>
        <p:nvSpPr>
          <p:cNvPr id="4" name="Footer Placeholder 3">
            <a:extLst>
              <a:ext uri="{FF2B5EF4-FFF2-40B4-BE49-F238E27FC236}">
                <a16:creationId xmlns:a16="http://schemas.microsoft.com/office/drawing/2014/main" id="{CEA48CDD-D399-3961-5907-8BEC086A0E73}"/>
              </a:ext>
            </a:extLst>
          </p:cNvPr>
          <p:cNvSpPr>
            <a:spLocks noGrp="1"/>
          </p:cNvSpPr>
          <p:nvPr>
            <p:ph type="ftr" sz="quarter" idx="12"/>
          </p:nvPr>
        </p:nvSpPr>
        <p:spPr/>
        <p:txBody>
          <a:bodyPr/>
          <a:lstStyle/>
          <a:p>
            <a:r>
              <a:rPr lang="en-US"/>
              <a:t>SSZG653 Software Architectures</a:t>
            </a:r>
            <a:endParaRPr lang="en-US" dirty="0"/>
          </a:p>
        </p:txBody>
      </p:sp>
      <p:sp>
        <p:nvSpPr>
          <p:cNvPr id="5" name="Slide Number Placeholder 4">
            <a:extLst>
              <a:ext uri="{FF2B5EF4-FFF2-40B4-BE49-F238E27FC236}">
                <a16:creationId xmlns:a16="http://schemas.microsoft.com/office/drawing/2014/main" id="{C8CA88E6-9CD5-34AB-610B-14445B9DF849}"/>
              </a:ext>
            </a:extLst>
          </p:cNvPr>
          <p:cNvSpPr>
            <a:spLocks noGrp="1"/>
          </p:cNvSpPr>
          <p:nvPr>
            <p:ph type="sldNum" sz="quarter" idx="13"/>
          </p:nvPr>
        </p:nvSpPr>
        <p:spPr/>
        <p:txBody>
          <a:bodyPr/>
          <a:lstStyle/>
          <a:p>
            <a:fld id="{BC8D7E44-7D4F-4942-A8C9-2DF6BF8399E8}" type="slidenum">
              <a:rPr lang="en-US" smtClean="0"/>
              <a:pPr/>
              <a:t>53</a:t>
            </a:fld>
            <a:endParaRPr lang="en-US" dirty="0"/>
          </a:p>
        </p:txBody>
      </p:sp>
    </p:spTree>
    <p:extLst>
      <p:ext uri="{BB962C8B-B14F-4D97-AF65-F5344CB8AC3E}">
        <p14:creationId xmlns:p14="http://schemas.microsoft.com/office/powerpoint/2010/main" val="26333093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nvPr>
        </p:nvGraphicFramePr>
        <p:xfrm>
          <a:off x="304800" y="14938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lstStyle/>
          <a:p>
            <a:r>
              <a:rPr lang="en-AU" dirty="0"/>
              <a:t>Three Forms of Evaluation</a:t>
            </a:r>
          </a:p>
        </p:txBody>
      </p:sp>
      <p:sp>
        <p:nvSpPr>
          <p:cNvPr id="7" name="Date Placeholder 6">
            <a:extLst>
              <a:ext uri="{FF2B5EF4-FFF2-40B4-BE49-F238E27FC236}">
                <a16:creationId xmlns:a16="http://schemas.microsoft.com/office/drawing/2014/main" id="{15E8671B-B548-4CAD-BC06-4B8EA3934D2D}"/>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8" name="Footer Placeholder 7">
            <a:extLst>
              <a:ext uri="{FF2B5EF4-FFF2-40B4-BE49-F238E27FC236}">
                <a16:creationId xmlns:a16="http://schemas.microsoft.com/office/drawing/2014/main" id="{FFD37F7B-A371-4460-A87D-F475FD5623C4}"/>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D2C1A73D-2AB8-3293-BE93-02921E3F2AD2}"/>
              </a:ext>
            </a:extLst>
          </p:cNvPr>
          <p:cNvSpPr>
            <a:spLocks noGrp="1"/>
          </p:cNvSpPr>
          <p:nvPr>
            <p:ph type="sldNum" sz="quarter" idx="14"/>
          </p:nvPr>
        </p:nvSpPr>
        <p:spPr/>
        <p:txBody>
          <a:bodyPr/>
          <a:lstStyle/>
          <a:p>
            <a:fld id="{BC8D7E44-7D4F-4942-A8C9-2DF6BF8399E8}" type="slidenum">
              <a:rPr lang="en-US" smtClean="0"/>
              <a:pPr/>
              <a:t>54</a:t>
            </a:fld>
            <a:endParaRPr lang="en-US" dirty="0"/>
          </a:p>
        </p:txBody>
      </p:sp>
    </p:spTree>
    <p:extLst>
      <p:ext uri="{BB962C8B-B14F-4D97-AF65-F5344CB8AC3E}">
        <p14:creationId xmlns:p14="http://schemas.microsoft.com/office/powerpoint/2010/main" val="5290813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B86D96B-B6C8-58BD-8580-8900A838BC84}"/>
              </a:ext>
            </a:extLst>
          </p:cNvPr>
          <p:cNvSpPr>
            <a:spLocks noGrp="1"/>
          </p:cNvSpPr>
          <p:nvPr>
            <p:ph idx="1"/>
          </p:nvPr>
        </p:nvSpPr>
        <p:spPr/>
        <p:txBody>
          <a:bodyPr/>
          <a:lstStyle/>
          <a:p>
            <a:r>
              <a:rPr lang="en-US" b="1" dirty="0"/>
              <a:t>Why Evaluate Architecture?</a:t>
            </a:r>
            <a:r>
              <a:rPr lang="en-US" dirty="0"/>
              <a:t> </a:t>
            </a:r>
          </a:p>
          <a:p>
            <a:r>
              <a:rPr lang="en-US" dirty="0"/>
              <a:t>	A "fail early" philosophy. The necessity of ATAM.</a:t>
            </a:r>
          </a:p>
          <a:p>
            <a:r>
              <a:rPr lang="en-US" dirty="0"/>
              <a:t>ATAM is a process to identify risks and trade-offs.</a:t>
            </a:r>
          </a:p>
          <a:p>
            <a:r>
              <a:rPr lang="en-US" b="1" dirty="0"/>
              <a:t>Trade-off Analysis</a:t>
            </a:r>
            <a:r>
              <a:rPr lang="en-US" dirty="0"/>
              <a:t> You cannot have "everything." For example, increasing Security often decreases Performance. </a:t>
            </a:r>
          </a:p>
          <a:p>
            <a:endParaRPr lang="en-US" dirty="0"/>
          </a:p>
          <a:p>
            <a:r>
              <a:rPr lang="en-US" dirty="0"/>
              <a:t>	</a:t>
            </a:r>
            <a:endParaRPr lang="en-IN" dirty="0"/>
          </a:p>
        </p:txBody>
      </p:sp>
      <p:sp>
        <p:nvSpPr>
          <p:cNvPr id="3" name="Content Placeholder 2">
            <a:extLst>
              <a:ext uri="{FF2B5EF4-FFF2-40B4-BE49-F238E27FC236}">
                <a16:creationId xmlns:a16="http://schemas.microsoft.com/office/drawing/2014/main" id="{5C206145-AA06-CCD3-C4E4-1D9FEB962E28}"/>
              </a:ext>
            </a:extLst>
          </p:cNvPr>
          <p:cNvSpPr>
            <a:spLocks noGrp="1"/>
          </p:cNvSpPr>
          <p:nvPr>
            <p:ph sz="quarter" idx="10"/>
          </p:nvPr>
        </p:nvSpPr>
        <p:spPr/>
        <p:txBody>
          <a:bodyPr/>
          <a:lstStyle/>
          <a:p>
            <a:r>
              <a:rPr lang="en-IN" dirty="0"/>
              <a:t>Architecture Evaluation (The "Why")</a:t>
            </a:r>
          </a:p>
        </p:txBody>
      </p:sp>
      <p:sp>
        <p:nvSpPr>
          <p:cNvPr id="4" name="Date Placeholder 3">
            <a:extLst>
              <a:ext uri="{FF2B5EF4-FFF2-40B4-BE49-F238E27FC236}">
                <a16:creationId xmlns:a16="http://schemas.microsoft.com/office/drawing/2014/main" id="{DE8E0E33-5552-98AD-3813-D2760E875D67}"/>
              </a:ext>
            </a:extLst>
          </p:cNvPr>
          <p:cNvSpPr>
            <a:spLocks noGrp="1"/>
          </p:cNvSpPr>
          <p:nvPr>
            <p:ph type="dt" sz="half" idx="12"/>
          </p:nvPr>
        </p:nvSpPr>
        <p:spPr/>
        <p:txBody>
          <a:bodyPr/>
          <a:lstStyle/>
          <a:p>
            <a:r>
              <a:rPr lang="en-US"/>
              <a:t>September 5, 2026</a:t>
            </a:r>
          </a:p>
        </p:txBody>
      </p:sp>
      <p:sp>
        <p:nvSpPr>
          <p:cNvPr id="5" name="Footer Placeholder 4">
            <a:extLst>
              <a:ext uri="{FF2B5EF4-FFF2-40B4-BE49-F238E27FC236}">
                <a16:creationId xmlns:a16="http://schemas.microsoft.com/office/drawing/2014/main" id="{A97E7B9E-24B4-A894-24A7-20D3D5E2A8E1}"/>
              </a:ext>
            </a:extLst>
          </p:cNvPr>
          <p:cNvSpPr>
            <a:spLocks noGrp="1"/>
          </p:cNvSpPr>
          <p:nvPr>
            <p:ph type="ftr" sz="quarter" idx="13"/>
          </p:nvPr>
        </p:nvSpPr>
        <p:spPr/>
        <p:txBody>
          <a:bodyPr/>
          <a:lstStyle/>
          <a:p>
            <a:r>
              <a:rPr lang="en-US"/>
              <a:t>SSZG653 Software Architectures</a:t>
            </a:r>
          </a:p>
        </p:txBody>
      </p:sp>
      <p:sp>
        <p:nvSpPr>
          <p:cNvPr id="6" name="Slide Number Placeholder 5">
            <a:extLst>
              <a:ext uri="{FF2B5EF4-FFF2-40B4-BE49-F238E27FC236}">
                <a16:creationId xmlns:a16="http://schemas.microsoft.com/office/drawing/2014/main" id="{72EFF075-A285-747B-90AC-506FA0FC4932}"/>
              </a:ext>
            </a:extLst>
          </p:cNvPr>
          <p:cNvSpPr>
            <a:spLocks noGrp="1"/>
          </p:cNvSpPr>
          <p:nvPr>
            <p:ph type="sldNum" sz="quarter" idx="14"/>
          </p:nvPr>
        </p:nvSpPr>
        <p:spPr/>
        <p:txBody>
          <a:bodyPr/>
          <a:lstStyle/>
          <a:p>
            <a:fld id="{BC8D7E44-7D4F-4942-A8C9-2DF6BF8399E8}" type="slidenum">
              <a:rPr lang="en-US" smtClean="0"/>
              <a:pPr/>
              <a:t>55</a:t>
            </a:fld>
            <a:endParaRPr lang="en-US" dirty="0"/>
          </a:p>
        </p:txBody>
      </p:sp>
      <p:pic>
        <p:nvPicPr>
          <p:cNvPr id="8" name="Picture 7">
            <a:extLst>
              <a:ext uri="{FF2B5EF4-FFF2-40B4-BE49-F238E27FC236}">
                <a16:creationId xmlns:a16="http://schemas.microsoft.com/office/drawing/2014/main" id="{3419F527-5003-94E8-6853-B455AC6C71F2}"/>
              </a:ext>
            </a:extLst>
          </p:cNvPr>
          <p:cNvPicPr>
            <a:picLocks noChangeAspect="1"/>
          </p:cNvPicPr>
          <p:nvPr/>
        </p:nvPicPr>
        <p:blipFill>
          <a:blip r:embed="rId2"/>
          <a:stretch>
            <a:fillRect/>
          </a:stretch>
        </p:blipFill>
        <p:spPr>
          <a:xfrm>
            <a:off x="3266691" y="3646882"/>
            <a:ext cx="5506218" cy="2819794"/>
          </a:xfrm>
          <a:prstGeom prst="rect">
            <a:avLst/>
          </a:prstGeom>
        </p:spPr>
      </p:pic>
    </p:spTree>
    <p:extLst>
      <p:ext uri="{BB962C8B-B14F-4D97-AF65-F5344CB8AC3E}">
        <p14:creationId xmlns:p14="http://schemas.microsoft.com/office/powerpoint/2010/main" val="16892757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nvPr>
        </p:nvGraphicFramePr>
        <p:xfrm>
          <a:off x="304800" y="14938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lstStyle/>
          <a:p>
            <a:r>
              <a:rPr lang="en-US" dirty="0"/>
              <a:t>Evaluation by the Designer</a:t>
            </a:r>
          </a:p>
        </p:txBody>
      </p:sp>
      <p:sp>
        <p:nvSpPr>
          <p:cNvPr id="7" name="Date Placeholder 6">
            <a:extLst>
              <a:ext uri="{FF2B5EF4-FFF2-40B4-BE49-F238E27FC236}">
                <a16:creationId xmlns:a16="http://schemas.microsoft.com/office/drawing/2014/main" id="{2DDD31E7-A286-43FC-841B-0A3D00E6359C}"/>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8" name="Footer Placeholder 7">
            <a:extLst>
              <a:ext uri="{FF2B5EF4-FFF2-40B4-BE49-F238E27FC236}">
                <a16:creationId xmlns:a16="http://schemas.microsoft.com/office/drawing/2014/main" id="{C04CC478-75B7-439A-8149-0186E813301B}"/>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A68917B1-29C2-82E3-4FB9-80348AEC2276}"/>
              </a:ext>
            </a:extLst>
          </p:cNvPr>
          <p:cNvSpPr>
            <a:spLocks noGrp="1"/>
          </p:cNvSpPr>
          <p:nvPr>
            <p:ph type="sldNum" sz="quarter" idx="14"/>
          </p:nvPr>
        </p:nvSpPr>
        <p:spPr/>
        <p:txBody>
          <a:bodyPr/>
          <a:lstStyle/>
          <a:p>
            <a:fld id="{BC8D7E44-7D4F-4942-A8C9-2DF6BF8399E8}" type="slidenum">
              <a:rPr lang="en-US" smtClean="0"/>
              <a:pPr/>
              <a:t>56</a:t>
            </a:fld>
            <a:endParaRPr lang="en-US" dirty="0"/>
          </a:p>
        </p:txBody>
      </p:sp>
    </p:spTree>
    <p:extLst>
      <p:ext uri="{BB962C8B-B14F-4D97-AF65-F5344CB8AC3E}">
        <p14:creationId xmlns:p14="http://schemas.microsoft.com/office/powerpoint/2010/main" val="23366656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304800" y="14938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lstStyle/>
          <a:p>
            <a:r>
              <a:rPr lang="en-US" dirty="0"/>
              <a:t>Peer Review</a:t>
            </a:r>
          </a:p>
        </p:txBody>
      </p:sp>
      <p:sp>
        <p:nvSpPr>
          <p:cNvPr id="8" name="Date Placeholder 7">
            <a:extLst>
              <a:ext uri="{FF2B5EF4-FFF2-40B4-BE49-F238E27FC236}">
                <a16:creationId xmlns:a16="http://schemas.microsoft.com/office/drawing/2014/main" id="{6EF320C2-D40D-4A3C-8F0F-577CBE903114}"/>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9862298A-0F61-4C16-B9B4-DEFDFDDC7831}"/>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3985B1AC-835C-638C-0F14-9D211F8AB6BD}"/>
              </a:ext>
            </a:extLst>
          </p:cNvPr>
          <p:cNvSpPr>
            <a:spLocks noGrp="1"/>
          </p:cNvSpPr>
          <p:nvPr>
            <p:ph type="sldNum" sz="quarter" idx="14"/>
          </p:nvPr>
        </p:nvSpPr>
        <p:spPr/>
        <p:txBody>
          <a:bodyPr/>
          <a:lstStyle/>
          <a:p>
            <a:fld id="{BC8D7E44-7D4F-4942-A8C9-2DF6BF8399E8}" type="slidenum">
              <a:rPr lang="en-US" smtClean="0"/>
              <a:pPr/>
              <a:t>57</a:t>
            </a:fld>
            <a:endParaRPr lang="en-US" dirty="0"/>
          </a:p>
        </p:txBody>
      </p:sp>
    </p:spTree>
    <p:extLst>
      <p:ext uri="{BB962C8B-B14F-4D97-AF65-F5344CB8AC3E}">
        <p14:creationId xmlns:p14="http://schemas.microsoft.com/office/powerpoint/2010/main" val="29745742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304800" y="1295400"/>
          <a:ext cx="8229600" cy="5257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lstStyle/>
          <a:p>
            <a:r>
              <a:rPr lang="en-US" dirty="0"/>
              <a:t>Peer Review Steps</a:t>
            </a:r>
          </a:p>
        </p:txBody>
      </p:sp>
      <p:sp>
        <p:nvSpPr>
          <p:cNvPr id="8" name="Date Placeholder 7">
            <a:extLst>
              <a:ext uri="{FF2B5EF4-FFF2-40B4-BE49-F238E27FC236}">
                <a16:creationId xmlns:a16="http://schemas.microsoft.com/office/drawing/2014/main" id="{7E8809F6-D817-4570-BB77-B5D2AB1C521D}"/>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B3E7D89E-297C-49A0-9D14-F61B708B0F74}"/>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A0727752-B4E8-6784-F44C-91842126B566}"/>
              </a:ext>
            </a:extLst>
          </p:cNvPr>
          <p:cNvSpPr>
            <a:spLocks noGrp="1"/>
          </p:cNvSpPr>
          <p:nvPr>
            <p:ph type="sldNum" sz="quarter" idx="14"/>
          </p:nvPr>
        </p:nvSpPr>
        <p:spPr/>
        <p:txBody>
          <a:bodyPr/>
          <a:lstStyle/>
          <a:p>
            <a:fld id="{BC8D7E44-7D4F-4942-A8C9-2DF6BF8399E8}" type="slidenum">
              <a:rPr lang="en-US" smtClean="0"/>
              <a:pPr/>
              <a:t>58</a:t>
            </a:fld>
            <a:endParaRPr lang="en-US" dirty="0"/>
          </a:p>
        </p:txBody>
      </p:sp>
    </p:spTree>
    <p:extLst>
      <p:ext uri="{BB962C8B-B14F-4D97-AF65-F5344CB8AC3E}">
        <p14:creationId xmlns:p14="http://schemas.microsoft.com/office/powerpoint/2010/main" val="17903284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304800" y="14938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lstStyle/>
          <a:p>
            <a:r>
              <a:rPr lang="en-US" dirty="0"/>
              <a:t>Analysis by Outsiders</a:t>
            </a:r>
          </a:p>
        </p:txBody>
      </p:sp>
      <p:sp>
        <p:nvSpPr>
          <p:cNvPr id="8" name="Date Placeholder 7">
            <a:extLst>
              <a:ext uri="{FF2B5EF4-FFF2-40B4-BE49-F238E27FC236}">
                <a16:creationId xmlns:a16="http://schemas.microsoft.com/office/drawing/2014/main" id="{EA6F6497-5DB8-4CF6-A10F-B57B83921394}"/>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1ECE8EBD-DF52-4702-A2CD-31150A287588}"/>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7E7F688A-BBAB-278B-0C6F-DAA3EA787C5C}"/>
              </a:ext>
            </a:extLst>
          </p:cNvPr>
          <p:cNvSpPr>
            <a:spLocks noGrp="1"/>
          </p:cNvSpPr>
          <p:nvPr>
            <p:ph type="sldNum" sz="quarter" idx="14"/>
          </p:nvPr>
        </p:nvSpPr>
        <p:spPr/>
        <p:txBody>
          <a:bodyPr/>
          <a:lstStyle/>
          <a:p>
            <a:fld id="{BC8D7E44-7D4F-4942-A8C9-2DF6BF8399E8}" type="slidenum">
              <a:rPr lang="en-US" smtClean="0"/>
              <a:pPr/>
              <a:t>59</a:t>
            </a:fld>
            <a:endParaRPr lang="en-US" dirty="0"/>
          </a:p>
        </p:txBody>
      </p:sp>
    </p:spTree>
    <p:extLst>
      <p:ext uri="{BB962C8B-B14F-4D97-AF65-F5344CB8AC3E}">
        <p14:creationId xmlns:p14="http://schemas.microsoft.com/office/powerpoint/2010/main" val="38602595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304800" y="1371600"/>
          <a:ext cx="8229600" cy="5181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normAutofit/>
          </a:bodyPr>
          <a:lstStyle/>
          <a:p>
            <a:r>
              <a:rPr lang="en-US" dirty="0"/>
              <a:t>Contextual Factors for Evaluation</a:t>
            </a:r>
          </a:p>
        </p:txBody>
      </p:sp>
      <p:sp>
        <p:nvSpPr>
          <p:cNvPr id="8" name="Date Placeholder 7">
            <a:extLst>
              <a:ext uri="{FF2B5EF4-FFF2-40B4-BE49-F238E27FC236}">
                <a16:creationId xmlns:a16="http://schemas.microsoft.com/office/drawing/2014/main" id="{146851EF-CB40-4325-AE3B-15EBA0FCCBD4}"/>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0CD0602E-F869-4161-BF4E-188CBC251599}"/>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8B9D75EB-3EC8-FC50-20C8-70C2E2107CC5}"/>
              </a:ext>
            </a:extLst>
          </p:cNvPr>
          <p:cNvSpPr>
            <a:spLocks noGrp="1"/>
          </p:cNvSpPr>
          <p:nvPr>
            <p:ph type="sldNum" sz="quarter" idx="14"/>
          </p:nvPr>
        </p:nvSpPr>
        <p:spPr/>
        <p:txBody>
          <a:bodyPr/>
          <a:lstStyle/>
          <a:p>
            <a:fld id="{BC8D7E44-7D4F-4942-A8C9-2DF6BF8399E8}" type="slidenum">
              <a:rPr lang="en-US" smtClean="0"/>
              <a:pPr/>
              <a:t>60</a:t>
            </a:fld>
            <a:endParaRPr lang="en-US" dirty="0"/>
          </a:p>
        </p:txBody>
      </p:sp>
    </p:spTree>
    <p:extLst>
      <p:ext uri="{BB962C8B-B14F-4D97-AF65-F5344CB8AC3E}">
        <p14:creationId xmlns:p14="http://schemas.microsoft.com/office/powerpoint/2010/main" val="13840996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04800" y="4648200"/>
            <a:ext cx="8458200" cy="1600200"/>
          </a:xfrm>
        </p:spPr>
        <p:txBody>
          <a:bodyPr/>
          <a:lstStyle/>
          <a:p>
            <a:r>
              <a:rPr lang="en-US" dirty="0"/>
              <a:t>The Architecture Tradeoff Analysis Method</a:t>
            </a:r>
          </a:p>
        </p:txBody>
      </p:sp>
      <p:sp>
        <p:nvSpPr>
          <p:cNvPr id="3" name="Date Placeholder 2">
            <a:extLst>
              <a:ext uri="{FF2B5EF4-FFF2-40B4-BE49-F238E27FC236}">
                <a16:creationId xmlns:a16="http://schemas.microsoft.com/office/drawing/2014/main" id="{04ACD19D-57A8-643B-F3E8-B95354F6419A}"/>
              </a:ext>
            </a:extLst>
          </p:cNvPr>
          <p:cNvSpPr>
            <a:spLocks noGrp="1"/>
          </p:cNvSpPr>
          <p:nvPr>
            <p:ph type="dt" sz="half" idx="11"/>
          </p:nvPr>
        </p:nvSpPr>
        <p:spPr/>
        <p:txBody>
          <a:bodyPr/>
          <a:lstStyle/>
          <a:p>
            <a:r>
              <a:rPr lang="en-US"/>
              <a:t>September 5, 2026</a:t>
            </a:r>
            <a:endParaRPr lang="en-US" dirty="0"/>
          </a:p>
        </p:txBody>
      </p:sp>
      <p:sp>
        <p:nvSpPr>
          <p:cNvPr id="4" name="Footer Placeholder 3">
            <a:extLst>
              <a:ext uri="{FF2B5EF4-FFF2-40B4-BE49-F238E27FC236}">
                <a16:creationId xmlns:a16="http://schemas.microsoft.com/office/drawing/2014/main" id="{A32CA815-EABA-53FE-E39B-635E9B8ECB75}"/>
              </a:ext>
            </a:extLst>
          </p:cNvPr>
          <p:cNvSpPr>
            <a:spLocks noGrp="1"/>
          </p:cNvSpPr>
          <p:nvPr>
            <p:ph type="ftr" sz="quarter" idx="12"/>
          </p:nvPr>
        </p:nvSpPr>
        <p:spPr/>
        <p:txBody>
          <a:bodyPr/>
          <a:lstStyle/>
          <a:p>
            <a:r>
              <a:rPr lang="en-US"/>
              <a:t>SSZG653 Software Architectures</a:t>
            </a:r>
            <a:endParaRPr lang="en-US" dirty="0"/>
          </a:p>
        </p:txBody>
      </p:sp>
      <p:sp>
        <p:nvSpPr>
          <p:cNvPr id="5" name="Slide Number Placeholder 4">
            <a:extLst>
              <a:ext uri="{FF2B5EF4-FFF2-40B4-BE49-F238E27FC236}">
                <a16:creationId xmlns:a16="http://schemas.microsoft.com/office/drawing/2014/main" id="{35AA2182-7A4F-EF68-A3A4-D1DD00CF9D2A}"/>
              </a:ext>
            </a:extLst>
          </p:cNvPr>
          <p:cNvSpPr>
            <a:spLocks noGrp="1"/>
          </p:cNvSpPr>
          <p:nvPr>
            <p:ph type="sldNum" sz="quarter" idx="13"/>
          </p:nvPr>
        </p:nvSpPr>
        <p:spPr/>
        <p:txBody>
          <a:bodyPr/>
          <a:lstStyle/>
          <a:p>
            <a:fld id="{BC8D7E44-7D4F-4942-A8C9-2DF6BF8399E8}" type="slidenum">
              <a:rPr lang="en-US" smtClean="0"/>
              <a:pPr/>
              <a:t>61</a:t>
            </a:fld>
            <a:endParaRPr lang="en-US" dirty="0"/>
          </a:p>
        </p:txBody>
      </p:sp>
    </p:spTree>
    <p:extLst>
      <p:ext uri="{BB962C8B-B14F-4D97-AF65-F5344CB8AC3E}">
        <p14:creationId xmlns:p14="http://schemas.microsoft.com/office/powerpoint/2010/main" val="31636470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304800" y="14938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normAutofit fontScale="97500"/>
          </a:bodyPr>
          <a:lstStyle/>
          <a:p>
            <a:r>
              <a:rPr lang="en-US" dirty="0"/>
              <a:t>The Architecture Tradeoff Analysis Method</a:t>
            </a:r>
          </a:p>
        </p:txBody>
      </p:sp>
      <p:sp>
        <p:nvSpPr>
          <p:cNvPr id="8" name="Date Placeholder 7">
            <a:extLst>
              <a:ext uri="{FF2B5EF4-FFF2-40B4-BE49-F238E27FC236}">
                <a16:creationId xmlns:a16="http://schemas.microsoft.com/office/drawing/2014/main" id="{BF50D135-B9EE-4163-9102-0096DC6B2635}"/>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49F6EF7C-59F8-4A50-8415-4288C944B75C}"/>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AA2EEA00-7FC5-DC6A-E81E-5A746823E733}"/>
              </a:ext>
            </a:extLst>
          </p:cNvPr>
          <p:cNvSpPr>
            <a:spLocks noGrp="1"/>
          </p:cNvSpPr>
          <p:nvPr>
            <p:ph type="sldNum" sz="quarter" idx="14"/>
          </p:nvPr>
        </p:nvSpPr>
        <p:spPr/>
        <p:txBody>
          <a:bodyPr/>
          <a:lstStyle/>
          <a:p>
            <a:fld id="{BC8D7E44-7D4F-4942-A8C9-2DF6BF8399E8}" type="slidenum">
              <a:rPr lang="en-US" smtClean="0"/>
              <a:pPr/>
              <a:t>62</a:t>
            </a:fld>
            <a:endParaRPr lang="en-US" dirty="0"/>
          </a:p>
        </p:txBody>
      </p:sp>
    </p:spTree>
    <p:extLst>
      <p:ext uri="{BB962C8B-B14F-4D97-AF65-F5344CB8AC3E}">
        <p14:creationId xmlns:p14="http://schemas.microsoft.com/office/powerpoint/2010/main" val="287051114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304800" y="1371600"/>
          <a:ext cx="8229600" cy="5181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lstStyle/>
          <a:p>
            <a:r>
              <a:rPr lang="en-US" dirty="0"/>
              <a:t>Participants in the ATAM</a:t>
            </a:r>
          </a:p>
        </p:txBody>
      </p:sp>
      <p:sp>
        <p:nvSpPr>
          <p:cNvPr id="8" name="Date Placeholder 7">
            <a:extLst>
              <a:ext uri="{FF2B5EF4-FFF2-40B4-BE49-F238E27FC236}">
                <a16:creationId xmlns:a16="http://schemas.microsoft.com/office/drawing/2014/main" id="{387A5FDF-8EEE-4323-AB4B-CF32EA3C0AB6}"/>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CCFAD91E-5E9B-4AA1-85A9-720DC6FE3621}"/>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55417307-960B-BFB9-39BD-7F311DF56F3F}"/>
              </a:ext>
            </a:extLst>
          </p:cNvPr>
          <p:cNvSpPr>
            <a:spLocks noGrp="1"/>
          </p:cNvSpPr>
          <p:nvPr>
            <p:ph type="sldNum" sz="quarter" idx="14"/>
          </p:nvPr>
        </p:nvSpPr>
        <p:spPr/>
        <p:txBody>
          <a:bodyPr/>
          <a:lstStyle/>
          <a:p>
            <a:fld id="{BC8D7E44-7D4F-4942-A8C9-2DF6BF8399E8}" type="slidenum">
              <a:rPr lang="en-US" smtClean="0"/>
              <a:pPr/>
              <a:t>63</a:t>
            </a:fld>
            <a:endParaRPr lang="en-US" dirty="0"/>
          </a:p>
        </p:txBody>
      </p:sp>
    </p:spTree>
    <p:extLst>
      <p:ext uri="{BB962C8B-B14F-4D97-AF65-F5344CB8AC3E}">
        <p14:creationId xmlns:p14="http://schemas.microsoft.com/office/powerpoint/2010/main" val="422175181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762000" y="1447800"/>
            <a:ext cx="8382000" cy="4953000"/>
          </a:xfrm>
        </p:spPr>
        <p:txBody>
          <a:bodyPr>
            <a:noAutofit/>
          </a:bodyPr>
          <a:lstStyle/>
          <a:p>
            <a:pPr fontAlgn="t"/>
            <a:r>
              <a:rPr lang="en-US" sz="1400" b="1" dirty="0"/>
              <a:t>Role</a:t>
            </a:r>
          </a:p>
          <a:p>
            <a:pPr fontAlgn="t"/>
            <a:r>
              <a:rPr lang="en-US" sz="1400" b="1" dirty="0"/>
              <a:t>Responsibilities</a:t>
            </a:r>
          </a:p>
          <a:p>
            <a:pPr fontAlgn="t"/>
            <a:r>
              <a:rPr lang="en-US" sz="1400" dirty="0"/>
              <a:t>Team leader</a:t>
            </a:r>
          </a:p>
          <a:p>
            <a:pPr fontAlgn="t">
              <a:buFont typeface="Arial" pitchFamily="34" charset="0"/>
              <a:buChar char="•"/>
            </a:pPr>
            <a:r>
              <a:rPr lang="en-US" sz="1400" dirty="0"/>
              <a:t>Sets up the evaluation; coordinates with client, making sure client’s needs are met; establishes evaluation contract; forms evaluation team; sees that final report is produced and delivered (although the writing may be delegated)</a:t>
            </a:r>
          </a:p>
          <a:p>
            <a:pPr fontAlgn="t"/>
            <a:r>
              <a:rPr lang="en-US" sz="1400" dirty="0"/>
              <a:t>Evaluation leader</a:t>
            </a:r>
          </a:p>
          <a:p>
            <a:pPr fontAlgn="t">
              <a:buFont typeface="Arial" pitchFamily="34" charset="0"/>
              <a:buChar char="•"/>
            </a:pPr>
            <a:r>
              <a:rPr lang="en-US" sz="1400" dirty="0"/>
              <a:t>Runs evaluation; facilitates elicitation of scenarios; administers scenario selection/prioritization process; facilitates evaluation of scenarios against architecture; facilitates on-site analysis</a:t>
            </a:r>
          </a:p>
          <a:p>
            <a:pPr fontAlgn="t"/>
            <a:r>
              <a:rPr lang="en-US" sz="1400" dirty="0"/>
              <a:t>Scenario scribe</a:t>
            </a:r>
          </a:p>
          <a:p>
            <a:pPr fontAlgn="t">
              <a:buFont typeface="Arial" pitchFamily="34" charset="0"/>
              <a:buChar char="•"/>
            </a:pPr>
            <a:r>
              <a:rPr lang="en-US" sz="1400" dirty="0"/>
              <a:t>Writes scenarios on flipchart or whiteboard during scenario elicitation; captures agreed-on wording of each scenario, halting discussion until exact wording is captured</a:t>
            </a:r>
          </a:p>
          <a:p>
            <a:pPr fontAlgn="t"/>
            <a:r>
              <a:rPr lang="en-US" sz="1400" dirty="0"/>
              <a:t>Proceedings scribe</a:t>
            </a:r>
          </a:p>
          <a:p>
            <a:pPr fontAlgn="t">
              <a:buFont typeface="Arial" pitchFamily="34" charset="0"/>
              <a:buChar char="•"/>
            </a:pPr>
            <a:r>
              <a:rPr lang="en-US" sz="1400" dirty="0"/>
              <a:t>Captures proceedings in electronic form on laptop or workstation: raw scenarios, issue(s) that motivate each scenario (often lost in the wording of the scenario itself), and resolution of each scenario when applied to architecture(s); also generates a printed list of adopted scenarios for handout to all participants</a:t>
            </a:r>
          </a:p>
          <a:p>
            <a:pPr fontAlgn="t"/>
            <a:r>
              <a:rPr lang="en-US" sz="1400" dirty="0"/>
              <a:t>Questioner</a:t>
            </a:r>
          </a:p>
          <a:p>
            <a:pPr fontAlgn="t">
              <a:buFont typeface="Arial" pitchFamily="34" charset="0"/>
              <a:buChar char="•"/>
            </a:pPr>
            <a:r>
              <a:rPr lang="en-US" sz="1400" dirty="0"/>
              <a:t>Raises issues of architectural interest, usually related to the quality attributes in which he or she has expertise</a:t>
            </a:r>
          </a:p>
          <a:p>
            <a:endParaRPr lang="en-IN" sz="1400" dirty="0"/>
          </a:p>
        </p:txBody>
      </p:sp>
      <p:sp>
        <p:nvSpPr>
          <p:cNvPr id="7" name="Title 1"/>
          <p:cNvSpPr>
            <a:spLocks noGrp="1"/>
          </p:cNvSpPr>
          <p:nvPr>
            <p:ph sz="quarter" idx="10"/>
          </p:nvPr>
        </p:nvSpPr>
        <p:spPr/>
        <p:txBody>
          <a:bodyPr/>
          <a:lstStyle/>
          <a:p>
            <a:r>
              <a:rPr lang="en-US" dirty="0"/>
              <a:t>ATAM Evaluation Team Roles</a:t>
            </a:r>
          </a:p>
        </p:txBody>
      </p:sp>
      <p:sp>
        <p:nvSpPr>
          <p:cNvPr id="8" name="Date Placeholder 7">
            <a:extLst>
              <a:ext uri="{FF2B5EF4-FFF2-40B4-BE49-F238E27FC236}">
                <a16:creationId xmlns:a16="http://schemas.microsoft.com/office/drawing/2014/main" id="{6E1CDBB9-31E9-4CA8-99F5-8B57B03F2AF8}"/>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32C0152D-07BC-43E7-B467-BE19AC8EF6A4}"/>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46BA85EF-4D27-5687-C21E-4D9BC943E3D1}"/>
              </a:ext>
            </a:extLst>
          </p:cNvPr>
          <p:cNvSpPr>
            <a:spLocks noGrp="1"/>
          </p:cNvSpPr>
          <p:nvPr>
            <p:ph type="sldNum" sz="quarter" idx="14"/>
          </p:nvPr>
        </p:nvSpPr>
        <p:spPr/>
        <p:txBody>
          <a:bodyPr/>
          <a:lstStyle/>
          <a:p>
            <a:fld id="{BC8D7E44-7D4F-4942-A8C9-2DF6BF8399E8}" type="slidenum">
              <a:rPr lang="en-US" smtClean="0"/>
              <a:pPr/>
              <a:t>64</a:t>
            </a:fld>
            <a:endParaRPr lang="en-US" dirty="0"/>
          </a:p>
        </p:txBody>
      </p:sp>
    </p:spTree>
    <p:extLst>
      <p:ext uri="{BB962C8B-B14F-4D97-AF65-F5344CB8AC3E}">
        <p14:creationId xmlns:p14="http://schemas.microsoft.com/office/powerpoint/2010/main" val="380987771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nvPr>
        </p:nvGraphicFramePr>
        <p:xfrm>
          <a:off x="762000" y="1371600"/>
          <a:ext cx="8229600" cy="5181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lstStyle/>
          <a:p>
            <a:r>
              <a:rPr lang="en-US" dirty="0"/>
              <a:t>Outputs of the ATAM</a:t>
            </a:r>
          </a:p>
        </p:txBody>
      </p:sp>
      <p:sp>
        <p:nvSpPr>
          <p:cNvPr id="7" name="Date Placeholder 6">
            <a:extLst>
              <a:ext uri="{FF2B5EF4-FFF2-40B4-BE49-F238E27FC236}">
                <a16:creationId xmlns:a16="http://schemas.microsoft.com/office/drawing/2014/main" id="{58CF494B-B74B-459C-831C-E8DC0F7BA96E}"/>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8" name="Footer Placeholder 7">
            <a:extLst>
              <a:ext uri="{FF2B5EF4-FFF2-40B4-BE49-F238E27FC236}">
                <a16:creationId xmlns:a16="http://schemas.microsoft.com/office/drawing/2014/main" id="{E9812812-709E-49AE-B4D0-8947210E7D8C}"/>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FC74EA5C-853F-C97B-289E-EBFCDD97EDE2}"/>
              </a:ext>
            </a:extLst>
          </p:cNvPr>
          <p:cNvSpPr>
            <a:spLocks noGrp="1"/>
          </p:cNvSpPr>
          <p:nvPr>
            <p:ph type="sldNum" sz="quarter" idx="14"/>
          </p:nvPr>
        </p:nvSpPr>
        <p:spPr/>
        <p:txBody>
          <a:bodyPr/>
          <a:lstStyle/>
          <a:p>
            <a:fld id="{BC8D7E44-7D4F-4942-A8C9-2DF6BF8399E8}" type="slidenum">
              <a:rPr lang="en-US" smtClean="0"/>
              <a:pPr/>
              <a:t>65</a:t>
            </a:fld>
            <a:endParaRPr lang="en-US" dirty="0"/>
          </a:p>
        </p:txBody>
      </p:sp>
    </p:spTree>
    <p:extLst>
      <p:ext uri="{BB962C8B-B14F-4D97-AF65-F5344CB8AC3E}">
        <p14:creationId xmlns:p14="http://schemas.microsoft.com/office/powerpoint/2010/main" val="179818944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p:cNvGraphicFramePr>
            <a:graphicFrameLocks noGrp="1"/>
          </p:cNvGraphicFramePr>
          <p:nvPr>
            <p:ph idx="1"/>
          </p:nvPr>
        </p:nvGraphicFramePr>
        <p:xfrm>
          <a:off x="762000" y="1371600"/>
          <a:ext cx="8229600" cy="5181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lstStyle/>
          <a:p>
            <a:r>
              <a:rPr lang="en-US" dirty="0"/>
              <a:t>Outputs of the ATAM</a:t>
            </a:r>
          </a:p>
        </p:txBody>
      </p:sp>
      <p:sp>
        <p:nvSpPr>
          <p:cNvPr id="7" name="Date Placeholder 6">
            <a:extLst>
              <a:ext uri="{FF2B5EF4-FFF2-40B4-BE49-F238E27FC236}">
                <a16:creationId xmlns:a16="http://schemas.microsoft.com/office/drawing/2014/main" id="{DF3C5E3A-9106-4C5D-9B1B-C2FC9E11A9FB}"/>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8" name="Footer Placeholder 7">
            <a:extLst>
              <a:ext uri="{FF2B5EF4-FFF2-40B4-BE49-F238E27FC236}">
                <a16:creationId xmlns:a16="http://schemas.microsoft.com/office/drawing/2014/main" id="{85102B6E-0F01-4DE7-BE8B-F2A2C9E5A8A3}"/>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0AB1C767-4E5B-D217-DECF-39B4800144D8}"/>
              </a:ext>
            </a:extLst>
          </p:cNvPr>
          <p:cNvSpPr>
            <a:spLocks noGrp="1"/>
          </p:cNvSpPr>
          <p:nvPr>
            <p:ph type="sldNum" sz="quarter" idx="14"/>
          </p:nvPr>
        </p:nvSpPr>
        <p:spPr/>
        <p:txBody>
          <a:bodyPr/>
          <a:lstStyle/>
          <a:p>
            <a:fld id="{BC8D7E44-7D4F-4942-A8C9-2DF6BF8399E8}" type="slidenum">
              <a:rPr lang="en-US" smtClean="0"/>
              <a:pPr/>
              <a:t>66</a:t>
            </a:fld>
            <a:endParaRPr lang="en-US" dirty="0"/>
          </a:p>
        </p:txBody>
      </p:sp>
    </p:spTree>
    <p:extLst>
      <p:ext uri="{BB962C8B-B14F-4D97-AF65-F5344CB8AC3E}">
        <p14:creationId xmlns:p14="http://schemas.microsoft.com/office/powerpoint/2010/main" val="304915154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304800" y="14938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lstStyle/>
          <a:p>
            <a:r>
              <a:rPr lang="en-US" dirty="0"/>
              <a:t>Intangible Outputs</a:t>
            </a:r>
          </a:p>
        </p:txBody>
      </p:sp>
      <p:sp>
        <p:nvSpPr>
          <p:cNvPr id="8" name="Date Placeholder 7">
            <a:extLst>
              <a:ext uri="{FF2B5EF4-FFF2-40B4-BE49-F238E27FC236}">
                <a16:creationId xmlns:a16="http://schemas.microsoft.com/office/drawing/2014/main" id="{069BC836-4B6D-46A0-AAD2-3AB585C12031}"/>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0737908D-CABB-4787-9E14-14C8B93BA459}"/>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23DCAFEB-C56A-CF35-A124-0B6426C35116}"/>
              </a:ext>
            </a:extLst>
          </p:cNvPr>
          <p:cNvSpPr>
            <a:spLocks noGrp="1"/>
          </p:cNvSpPr>
          <p:nvPr>
            <p:ph type="sldNum" sz="quarter" idx="14"/>
          </p:nvPr>
        </p:nvSpPr>
        <p:spPr/>
        <p:txBody>
          <a:bodyPr/>
          <a:lstStyle/>
          <a:p>
            <a:fld id="{BC8D7E44-7D4F-4942-A8C9-2DF6BF8399E8}" type="slidenum">
              <a:rPr lang="en-US" smtClean="0"/>
              <a:pPr/>
              <a:t>67</a:t>
            </a:fld>
            <a:endParaRPr lang="en-US" dirty="0"/>
          </a:p>
        </p:txBody>
      </p:sp>
    </p:spTree>
    <p:extLst>
      <p:ext uri="{BB962C8B-B14F-4D97-AF65-F5344CB8AC3E}">
        <p14:creationId xmlns:p14="http://schemas.microsoft.com/office/powerpoint/2010/main" val="155148666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endParaRPr lang="en-IN"/>
          </a:p>
        </p:txBody>
      </p:sp>
      <p:graphicFrame>
        <p:nvGraphicFramePr>
          <p:cNvPr id="4" name="Table 3"/>
          <p:cNvGraphicFramePr>
            <a:graphicFrameLocks noGrp="1"/>
          </p:cNvGraphicFramePr>
          <p:nvPr/>
        </p:nvGraphicFramePr>
        <p:xfrm>
          <a:off x="251520" y="1397000"/>
          <a:ext cx="8424936" cy="4302760"/>
        </p:xfrm>
        <a:graphic>
          <a:graphicData uri="http://schemas.openxmlformats.org/drawingml/2006/table">
            <a:tbl>
              <a:tblPr firstRow="1" bandRow="1">
                <a:tableStyleId>{5C22544A-7EE6-4342-B048-85BDC9FD1C3A}</a:tableStyleId>
              </a:tblPr>
              <a:tblGrid>
                <a:gridCol w="792088">
                  <a:extLst>
                    <a:ext uri="{9D8B030D-6E8A-4147-A177-3AD203B41FA5}">
                      <a16:colId xmlns:a16="http://schemas.microsoft.com/office/drawing/2014/main" val="20000"/>
                    </a:ext>
                  </a:extLst>
                </a:gridCol>
                <a:gridCol w="3168352">
                  <a:extLst>
                    <a:ext uri="{9D8B030D-6E8A-4147-A177-3AD203B41FA5}">
                      <a16:colId xmlns:a16="http://schemas.microsoft.com/office/drawing/2014/main" val="20001"/>
                    </a:ext>
                  </a:extLst>
                </a:gridCol>
                <a:gridCol w="2358262">
                  <a:extLst>
                    <a:ext uri="{9D8B030D-6E8A-4147-A177-3AD203B41FA5}">
                      <a16:colId xmlns:a16="http://schemas.microsoft.com/office/drawing/2014/main" val="20002"/>
                    </a:ext>
                  </a:extLst>
                </a:gridCol>
                <a:gridCol w="2106234">
                  <a:extLst>
                    <a:ext uri="{9D8B030D-6E8A-4147-A177-3AD203B41FA5}">
                      <a16:colId xmlns:a16="http://schemas.microsoft.com/office/drawing/2014/main" val="20003"/>
                    </a:ext>
                  </a:extLst>
                </a:gridCol>
              </a:tblGrid>
              <a:tr h="370840">
                <a:tc>
                  <a:txBody>
                    <a:bodyPr/>
                    <a:lstStyle/>
                    <a:p>
                      <a:r>
                        <a:rPr lang="en-US" dirty="0"/>
                        <a:t>Phase</a:t>
                      </a:r>
                    </a:p>
                  </a:txBody>
                  <a:tcPr/>
                </a:tc>
                <a:tc>
                  <a:txBody>
                    <a:bodyPr/>
                    <a:lstStyle/>
                    <a:p>
                      <a:r>
                        <a:rPr lang="en-US" dirty="0"/>
                        <a:t>Activity</a:t>
                      </a:r>
                    </a:p>
                  </a:txBody>
                  <a:tcPr/>
                </a:tc>
                <a:tc>
                  <a:txBody>
                    <a:bodyPr/>
                    <a:lstStyle/>
                    <a:p>
                      <a:r>
                        <a:rPr lang="en-US" dirty="0"/>
                        <a:t>Participants</a:t>
                      </a:r>
                    </a:p>
                  </a:txBody>
                  <a:tcPr/>
                </a:tc>
                <a:tc>
                  <a:txBody>
                    <a:bodyPr/>
                    <a:lstStyle/>
                    <a:p>
                      <a:r>
                        <a:rPr lang="en-US" dirty="0"/>
                        <a:t>Typical duration</a:t>
                      </a:r>
                    </a:p>
                  </a:txBody>
                  <a:tcPr/>
                </a:tc>
                <a:extLst>
                  <a:ext uri="{0D108BD9-81ED-4DB2-BD59-A6C34878D82A}">
                    <a16:rowId xmlns:a16="http://schemas.microsoft.com/office/drawing/2014/main" val="10000"/>
                  </a:ext>
                </a:extLst>
              </a:tr>
              <a:tr h="370840">
                <a:tc>
                  <a:txBody>
                    <a:bodyPr/>
                    <a:lstStyle/>
                    <a:p>
                      <a:r>
                        <a:rPr lang="en-US" dirty="0"/>
                        <a:t>0</a:t>
                      </a:r>
                    </a:p>
                  </a:txBody>
                  <a:tcPr/>
                </a:tc>
                <a:tc>
                  <a:txBody>
                    <a:bodyPr/>
                    <a:lstStyle/>
                    <a:p>
                      <a:r>
                        <a:rPr lang="en-US" dirty="0"/>
                        <a:t>Partnership and preparation:  Logistics, planning, stakeholder recruitment, team formation</a:t>
                      </a:r>
                    </a:p>
                  </a:txBody>
                  <a:tcPr/>
                </a:tc>
                <a:tc>
                  <a:txBody>
                    <a:bodyPr/>
                    <a:lstStyle/>
                    <a:p>
                      <a:r>
                        <a:rPr lang="en-US" dirty="0"/>
                        <a:t>Evaluation team leadership</a:t>
                      </a:r>
                      <a:r>
                        <a:rPr lang="en-US" baseline="0" dirty="0"/>
                        <a:t> and key project decision-makers</a:t>
                      </a:r>
                      <a:endParaRPr lang="en-US" dirty="0"/>
                    </a:p>
                  </a:txBody>
                  <a:tcPr/>
                </a:tc>
                <a:tc>
                  <a:txBody>
                    <a:bodyPr/>
                    <a:lstStyle/>
                    <a:p>
                      <a:r>
                        <a:rPr lang="en-US" dirty="0"/>
                        <a:t>Proceeds informally as required, perhaps over a few weeks</a:t>
                      </a:r>
                    </a:p>
                  </a:txBody>
                  <a:tcPr/>
                </a:tc>
                <a:extLst>
                  <a:ext uri="{0D108BD9-81ED-4DB2-BD59-A6C34878D82A}">
                    <a16:rowId xmlns:a16="http://schemas.microsoft.com/office/drawing/2014/main" val="10001"/>
                  </a:ext>
                </a:extLst>
              </a:tr>
              <a:tr h="370840">
                <a:tc>
                  <a:txBody>
                    <a:bodyPr/>
                    <a:lstStyle/>
                    <a:p>
                      <a:r>
                        <a:rPr lang="en-US" dirty="0"/>
                        <a:t>1</a:t>
                      </a:r>
                    </a:p>
                  </a:txBody>
                  <a:tcPr/>
                </a:tc>
                <a:tc>
                  <a:txBody>
                    <a:bodyPr/>
                    <a:lstStyle/>
                    <a:p>
                      <a:r>
                        <a:rPr lang="en-US" dirty="0"/>
                        <a:t>Evaluation</a:t>
                      </a:r>
                      <a:r>
                        <a:rPr lang="en-US" baseline="0" dirty="0"/>
                        <a:t>:  Steps 1-6</a:t>
                      </a:r>
                      <a:endParaRPr lang="en-US" dirty="0"/>
                    </a:p>
                  </a:txBody>
                  <a:tcPr/>
                </a:tc>
                <a:tc>
                  <a:txBody>
                    <a:bodyPr/>
                    <a:lstStyle/>
                    <a:p>
                      <a:r>
                        <a:rPr lang="en-US" dirty="0"/>
                        <a:t>Evaluation</a:t>
                      </a:r>
                      <a:r>
                        <a:rPr lang="en-US" baseline="0" dirty="0"/>
                        <a:t> team and project decision-makers</a:t>
                      </a:r>
                      <a:endParaRPr lang="en-US" dirty="0"/>
                    </a:p>
                  </a:txBody>
                  <a:tcPr/>
                </a:tc>
                <a:tc>
                  <a:txBody>
                    <a:bodyPr/>
                    <a:lstStyle/>
                    <a:p>
                      <a:r>
                        <a:rPr lang="en-US" dirty="0"/>
                        <a:t>1-2 days followed by a hiatus of 2-3 weeks</a:t>
                      </a:r>
                    </a:p>
                  </a:txBody>
                  <a:tcPr/>
                </a:tc>
                <a:extLst>
                  <a:ext uri="{0D108BD9-81ED-4DB2-BD59-A6C34878D82A}">
                    <a16:rowId xmlns:a16="http://schemas.microsoft.com/office/drawing/2014/main" val="10002"/>
                  </a:ext>
                </a:extLst>
              </a:tr>
              <a:tr h="370840">
                <a:tc>
                  <a:txBody>
                    <a:bodyPr/>
                    <a:lstStyle/>
                    <a:p>
                      <a:r>
                        <a:rPr lang="en-US" dirty="0"/>
                        <a:t>2</a:t>
                      </a:r>
                    </a:p>
                  </a:txBody>
                  <a:tcPr/>
                </a:tc>
                <a:tc>
                  <a:txBody>
                    <a:bodyPr/>
                    <a:lstStyle/>
                    <a:p>
                      <a:r>
                        <a:rPr lang="en-US" dirty="0"/>
                        <a:t>Evaluation:  Steps 7-9</a:t>
                      </a:r>
                    </a:p>
                  </a:txBody>
                  <a:tcPr/>
                </a:tc>
                <a:tc>
                  <a:txBody>
                    <a:bodyPr/>
                    <a:lstStyle/>
                    <a:p>
                      <a:r>
                        <a:rPr lang="en-US" dirty="0"/>
                        <a:t>Evaluation</a:t>
                      </a:r>
                      <a:r>
                        <a:rPr lang="en-US" baseline="0" dirty="0"/>
                        <a:t> team, project decision makers, stakeholders</a:t>
                      </a:r>
                      <a:endParaRPr lang="en-US" dirty="0"/>
                    </a:p>
                  </a:txBody>
                  <a:tcPr/>
                </a:tc>
                <a:tc>
                  <a:txBody>
                    <a:bodyPr/>
                    <a:lstStyle/>
                    <a:p>
                      <a:r>
                        <a:rPr lang="en-US" dirty="0"/>
                        <a:t>2 days</a:t>
                      </a:r>
                    </a:p>
                  </a:txBody>
                  <a:tcPr/>
                </a:tc>
                <a:extLst>
                  <a:ext uri="{0D108BD9-81ED-4DB2-BD59-A6C34878D82A}">
                    <a16:rowId xmlns:a16="http://schemas.microsoft.com/office/drawing/2014/main" val="10003"/>
                  </a:ext>
                </a:extLst>
              </a:tr>
              <a:tr h="370840">
                <a:tc>
                  <a:txBody>
                    <a:bodyPr/>
                    <a:lstStyle/>
                    <a:p>
                      <a:r>
                        <a:rPr lang="en-US" dirty="0"/>
                        <a:t>3</a:t>
                      </a:r>
                    </a:p>
                  </a:txBody>
                  <a:tcPr/>
                </a:tc>
                <a:tc>
                  <a:txBody>
                    <a:bodyPr/>
                    <a:lstStyle/>
                    <a:p>
                      <a:r>
                        <a:rPr lang="en-US" dirty="0"/>
                        <a:t>Follow-up:  Report generation</a:t>
                      </a:r>
                      <a:r>
                        <a:rPr lang="en-US" baseline="0" dirty="0"/>
                        <a:t> and delivery, process improvement</a:t>
                      </a:r>
                      <a:endParaRPr lang="en-US" dirty="0"/>
                    </a:p>
                  </a:txBody>
                  <a:tcPr/>
                </a:tc>
                <a:tc>
                  <a:txBody>
                    <a:bodyPr/>
                    <a:lstStyle/>
                    <a:p>
                      <a:r>
                        <a:rPr lang="en-US" dirty="0"/>
                        <a:t>Evaluation</a:t>
                      </a:r>
                      <a:r>
                        <a:rPr lang="en-US" baseline="0" dirty="0"/>
                        <a:t> team and evaluation client</a:t>
                      </a:r>
                      <a:endParaRPr lang="en-US" dirty="0"/>
                    </a:p>
                  </a:txBody>
                  <a:tcPr/>
                </a:tc>
                <a:tc>
                  <a:txBody>
                    <a:bodyPr/>
                    <a:lstStyle/>
                    <a:p>
                      <a:r>
                        <a:rPr lang="en-US" dirty="0"/>
                        <a:t>1</a:t>
                      </a:r>
                      <a:r>
                        <a:rPr lang="en-US" baseline="0" dirty="0"/>
                        <a:t> week</a:t>
                      </a:r>
                      <a:endParaRPr lang="en-US" dirty="0"/>
                    </a:p>
                  </a:txBody>
                  <a:tcPr/>
                </a:tc>
                <a:extLst>
                  <a:ext uri="{0D108BD9-81ED-4DB2-BD59-A6C34878D82A}">
                    <a16:rowId xmlns:a16="http://schemas.microsoft.com/office/drawing/2014/main" val="10004"/>
                  </a:ext>
                </a:extLst>
              </a:tr>
            </a:tbl>
          </a:graphicData>
        </a:graphic>
      </p:graphicFrame>
      <p:sp>
        <p:nvSpPr>
          <p:cNvPr id="7" name="Title 1"/>
          <p:cNvSpPr>
            <a:spLocks noGrp="1"/>
          </p:cNvSpPr>
          <p:nvPr>
            <p:ph sz="quarter" idx="10"/>
          </p:nvPr>
        </p:nvSpPr>
        <p:spPr/>
        <p:txBody>
          <a:bodyPr/>
          <a:lstStyle/>
          <a:p>
            <a:r>
              <a:rPr lang="en-US" dirty="0"/>
              <a:t>Phases of the ATAM</a:t>
            </a:r>
          </a:p>
        </p:txBody>
      </p:sp>
      <p:sp>
        <p:nvSpPr>
          <p:cNvPr id="9" name="Date Placeholder 8">
            <a:extLst>
              <a:ext uri="{FF2B5EF4-FFF2-40B4-BE49-F238E27FC236}">
                <a16:creationId xmlns:a16="http://schemas.microsoft.com/office/drawing/2014/main" id="{12C9FB31-00F9-43C7-8DD1-6E0F9881C734}"/>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10" name="Footer Placeholder 9">
            <a:extLst>
              <a:ext uri="{FF2B5EF4-FFF2-40B4-BE49-F238E27FC236}">
                <a16:creationId xmlns:a16="http://schemas.microsoft.com/office/drawing/2014/main" id="{BF339D1A-48AB-4F12-9177-76C0DBB334DF}"/>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CB049D70-E915-2AC2-CB7B-7A820395944A}"/>
              </a:ext>
            </a:extLst>
          </p:cNvPr>
          <p:cNvSpPr>
            <a:spLocks noGrp="1"/>
          </p:cNvSpPr>
          <p:nvPr>
            <p:ph type="sldNum" sz="quarter" idx="14"/>
          </p:nvPr>
        </p:nvSpPr>
        <p:spPr/>
        <p:txBody>
          <a:bodyPr/>
          <a:lstStyle/>
          <a:p>
            <a:fld id="{BC8D7E44-7D4F-4942-A8C9-2DF6BF8399E8}" type="slidenum">
              <a:rPr lang="en-US" smtClean="0"/>
              <a:pPr/>
              <a:t>68</a:t>
            </a:fld>
            <a:endParaRPr lang="en-US" dirty="0"/>
          </a:p>
        </p:txBody>
      </p:sp>
    </p:spTree>
    <p:extLst>
      <p:ext uri="{BB962C8B-B14F-4D97-AF65-F5344CB8AC3E}">
        <p14:creationId xmlns:p14="http://schemas.microsoft.com/office/powerpoint/2010/main" val="46910729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304800" y="14938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lstStyle/>
          <a:p>
            <a:r>
              <a:rPr lang="en-US" dirty="0"/>
              <a:t>Step 1:  Present the ATAM</a:t>
            </a:r>
          </a:p>
        </p:txBody>
      </p:sp>
      <p:sp>
        <p:nvSpPr>
          <p:cNvPr id="8" name="Date Placeholder 7">
            <a:extLst>
              <a:ext uri="{FF2B5EF4-FFF2-40B4-BE49-F238E27FC236}">
                <a16:creationId xmlns:a16="http://schemas.microsoft.com/office/drawing/2014/main" id="{3F7AC846-8C85-43E8-82A6-4330CB182A75}"/>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A9A86E63-4D0A-4FB7-8D85-1DF9A04A8352}"/>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5803044D-7B14-0E75-BD72-FA95031D2E11}"/>
              </a:ext>
            </a:extLst>
          </p:cNvPr>
          <p:cNvSpPr>
            <a:spLocks noGrp="1"/>
          </p:cNvSpPr>
          <p:nvPr>
            <p:ph type="sldNum" sz="quarter" idx="14"/>
          </p:nvPr>
        </p:nvSpPr>
        <p:spPr/>
        <p:txBody>
          <a:bodyPr/>
          <a:lstStyle/>
          <a:p>
            <a:fld id="{BC8D7E44-7D4F-4942-A8C9-2DF6BF8399E8}" type="slidenum">
              <a:rPr lang="en-US" smtClean="0"/>
              <a:pPr/>
              <a:t>69</a:t>
            </a:fld>
            <a:endParaRPr lang="en-US" dirty="0"/>
          </a:p>
        </p:txBody>
      </p:sp>
    </p:spTree>
    <p:extLst>
      <p:ext uri="{BB962C8B-B14F-4D97-AF65-F5344CB8AC3E}">
        <p14:creationId xmlns:p14="http://schemas.microsoft.com/office/powerpoint/2010/main" val="76760226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304800" y="14938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lstStyle/>
          <a:p>
            <a:r>
              <a:rPr lang="en-US" dirty="0"/>
              <a:t>Step 2: Present Business Drivers</a:t>
            </a:r>
          </a:p>
        </p:txBody>
      </p:sp>
      <p:sp>
        <p:nvSpPr>
          <p:cNvPr id="8" name="Date Placeholder 7">
            <a:extLst>
              <a:ext uri="{FF2B5EF4-FFF2-40B4-BE49-F238E27FC236}">
                <a16:creationId xmlns:a16="http://schemas.microsoft.com/office/drawing/2014/main" id="{A931821B-3D1E-4279-AF39-33CFAC4629BA}"/>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1830DA18-AFD1-4B7D-947E-CFF888E550E5}"/>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6FC5D525-B34C-C808-A9C6-E5882A0F60D4}"/>
              </a:ext>
            </a:extLst>
          </p:cNvPr>
          <p:cNvSpPr>
            <a:spLocks noGrp="1"/>
          </p:cNvSpPr>
          <p:nvPr>
            <p:ph type="sldNum" sz="quarter" idx="14"/>
          </p:nvPr>
        </p:nvSpPr>
        <p:spPr/>
        <p:txBody>
          <a:bodyPr/>
          <a:lstStyle/>
          <a:p>
            <a:fld id="{BC8D7E44-7D4F-4942-A8C9-2DF6BF8399E8}" type="slidenum">
              <a:rPr lang="en-US" smtClean="0"/>
              <a:pPr/>
              <a:t>70</a:t>
            </a:fld>
            <a:endParaRPr lang="en-US" dirty="0"/>
          </a:p>
        </p:txBody>
      </p:sp>
    </p:spTree>
    <p:extLst>
      <p:ext uri="{BB962C8B-B14F-4D97-AF65-F5344CB8AC3E}">
        <p14:creationId xmlns:p14="http://schemas.microsoft.com/office/powerpoint/2010/main" val="244773854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762000" y="1447800"/>
          <a:ext cx="8229600" cy="4953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lstStyle/>
          <a:p>
            <a:r>
              <a:rPr lang="en-US" dirty="0"/>
              <a:t>Step 3:  Present the Architecture</a:t>
            </a:r>
          </a:p>
        </p:txBody>
      </p:sp>
      <p:sp>
        <p:nvSpPr>
          <p:cNvPr id="8" name="Date Placeholder 7">
            <a:extLst>
              <a:ext uri="{FF2B5EF4-FFF2-40B4-BE49-F238E27FC236}">
                <a16:creationId xmlns:a16="http://schemas.microsoft.com/office/drawing/2014/main" id="{92229D5E-3B0E-4816-BDAA-381E633A4A7C}"/>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1B3B0C94-46BA-4275-B98A-B48A4A4FA59F}"/>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618596BF-BC7F-8595-5E3A-8B295A799A78}"/>
              </a:ext>
            </a:extLst>
          </p:cNvPr>
          <p:cNvSpPr>
            <a:spLocks noGrp="1"/>
          </p:cNvSpPr>
          <p:nvPr>
            <p:ph type="sldNum" sz="quarter" idx="14"/>
          </p:nvPr>
        </p:nvSpPr>
        <p:spPr/>
        <p:txBody>
          <a:bodyPr/>
          <a:lstStyle/>
          <a:p>
            <a:fld id="{BC8D7E44-7D4F-4942-A8C9-2DF6BF8399E8}" type="slidenum">
              <a:rPr lang="en-US" smtClean="0"/>
              <a:pPr/>
              <a:t>71</a:t>
            </a:fld>
            <a:endParaRPr lang="en-US" dirty="0"/>
          </a:p>
        </p:txBody>
      </p:sp>
    </p:spTree>
    <p:extLst>
      <p:ext uri="{BB962C8B-B14F-4D97-AF65-F5344CB8AC3E}">
        <p14:creationId xmlns:p14="http://schemas.microsoft.com/office/powerpoint/2010/main" val="257863556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304800" y="14938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normAutofit fontScale="97500"/>
          </a:bodyPr>
          <a:lstStyle/>
          <a:p>
            <a:r>
              <a:rPr lang="en-US" dirty="0"/>
              <a:t>Step 4: Identify Architectural Approaches </a:t>
            </a:r>
          </a:p>
        </p:txBody>
      </p:sp>
      <p:sp>
        <p:nvSpPr>
          <p:cNvPr id="8" name="Date Placeholder 7">
            <a:extLst>
              <a:ext uri="{FF2B5EF4-FFF2-40B4-BE49-F238E27FC236}">
                <a16:creationId xmlns:a16="http://schemas.microsoft.com/office/drawing/2014/main" id="{031DF423-B3FC-48BA-A79D-4C2A9FFE253E}"/>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4AB78195-6713-4D1F-83E7-3433A46ABFA2}"/>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DB6DE19E-9B30-9A9E-94B5-05C39ECE4947}"/>
              </a:ext>
            </a:extLst>
          </p:cNvPr>
          <p:cNvSpPr>
            <a:spLocks noGrp="1"/>
          </p:cNvSpPr>
          <p:nvPr>
            <p:ph type="sldNum" sz="quarter" idx="14"/>
          </p:nvPr>
        </p:nvSpPr>
        <p:spPr/>
        <p:txBody>
          <a:bodyPr/>
          <a:lstStyle/>
          <a:p>
            <a:fld id="{BC8D7E44-7D4F-4942-A8C9-2DF6BF8399E8}" type="slidenum">
              <a:rPr lang="en-US" smtClean="0"/>
              <a:pPr/>
              <a:t>72</a:t>
            </a:fld>
            <a:endParaRPr lang="en-US" dirty="0"/>
          </a:p>
        </p:txBody>
      </p:sp>
    </p:spTree>
    <p:extLst>
      <p:ext uri="{BB962C8B-B14F-4D97-AF65-F5344CB8AC3E}">
        <p14:creationId xmlns:p14="http://schemas.microsoft.com/office/powerpoint/2010/main" val="108782184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304800" y="14938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lstStyle/>
          <a:p>
            <a:r>
              <a:rPr lang="en-US" dirty="0"/>
              <a:t>Step 5: Generate Utility Tree</a:t>
            </a:r>
          </a:p>
        </p:txBody>
      </p:sp>
      <p:sp>
        <p:nvSpPr>
          <p:cNvPr id="8" name="Date Placeholder 7">
            <a:extLst>
              <a:ext uri="{FF2B5EF4-FFF2-40B4-BE49-F238E27FC236}">
                <a16:creationId xmlns:a16="http://schemas.microsoft.com/office/drawing/2014/main" id="{7B8733EF-C7EE-4176-BBEE-09CFE0F6995A}"/>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FBCFDA99-26F6-41ED-8A4D-0C7DCA321A48}"/>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A3BB95AA-B37F-CC6E-1ED2-9738541BA425}"/>
              </a:ext>
            </a:extLst>
          </p:cNvPr>
          <p:cNvSpPr>
            <a:spLocks noGrp="1"/>
          </p:cNvSpPr>
          <p:nvPr>
            <p:ph type="sldNum" sz="quarter" idx="14"/>
          </p:nvPr>
        </p:nvSpPr>
        <p:spPr/>
        <p:txBody>
          <a:bodyPr/>
          <a:lstStyle/>
          <a:p>
            <a:fld id="{BC8D7E44-7D4F-4942-A8C9-2DF6BF8399E8}" type="slidenum">
              <a:rPr lang="en-US" smtClean="0"/>
              <a:pPr/>
              <a:t>73</a:t>
            </a:fld>
            <a:endParaRPr lang="en-US" dirty="0"/>
          </a:p>
        </p:txBody>
      </p:sp>
    </p:spTree>
    <p:extLst>
      <p:ext uri="{BB962C8B-B14F-4D97-AF65-F5344CB8AC3E}">
        <p14:creationId xmlns:p14="http://schemas.microsoft.com/office/powerpoint/2010/main" val="19112124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p:cNvGraphicFramePr>
            <a:graphicFrameLocks noGrp="1"/>
          </p:cNvGraphicFramePr>
          <p:nvPr>
            <p:ph idx="1"/>
          </p:nvPr>
        </p:nvGraphicFramePr>
        <p:xfrm>
          <a:off x="762000" y="1371600"/>
          <a:ext cx="8229600" cy="5181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noAutofit/>
          </a:bodyPr>
          <a:lstStyle/>
          <a:p>
            <a:r>
              <a:rPr lang="en-US" sz="4000" dirty="0"/>
              <a:t>Step 6: Analyze Architectural Approaches</a:t>
            </a:r>
          </a:p>
        </p:txBody>
      </p:sp>
      <p:sp>
        <p:nvSpPr>
          <p:cNvPr id="7" name="Date Placeholder 6">
            <a:extLst>
              <a:ext uri="{FF2B5EF4-FFF2-40B4-BE49-F238E27FC236}">
                <a16:creationId xmlns:a16="http://schemas.microsoft.com/office/drawing/2014/main" id="{3A83B5DC-4AE1-4ED7-B219-601D70C4AACA}"/>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F9F02B83-64AD-481F-9ED6-5AD2071D87EE}"/>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E61EB9B2-DCFE-C9F8-5B48-2051C3466066}"/>
              </a:ext>
            </a:extLst>
          </p:cNvPr>
          <p:cNvSpPr>
            <a:spLocks noGrp="1"/>
          </p:cNvSpPr>
          <p:nvPr>
            <p:ph type="sldNum" sz="quarter" idx="14"/>
          </p:nvPr>
        </p:nvSpPr>
        <p:spPr/>
        <p:txBody>
          <a:bodyPr/>
          <a:lstStyle/>
          <a:p>
            <a:fld id="{BC8D7E44-7D4F-4942-A8C9-2DF6BF8399E8}" type="slidenum">
              <a:rPr lang="en-US" smtClean="0"/>
              <a:pPr/>
              <a:t>74</a:t>
            </a:fld>
            <a:endParaRPr lang="en-US" dirty="0"/>
          </a:p>
        </p:txBody>
      </p:sp>
    </p:spTree>
    <p:extLst>
      <p:ext uri="{BB962C8B-B14F-4D97-AF65-F5344CB8AC3E}">
        <p14:creationId xmlns:p14="http://schemas.microsoft.com/office/powerpoint/2010/main" val="29454368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a:lstStyle/>
          <a:p>
            <a:endParaRPr lang="en-IN" dirty="0"/>
          </a:p>
        </p:txBody>
      </p:sp>
      <p:pic>
        <p:nvPicPr>
          <p:cNvPr id="5" name="Picture 4" descr="Bas_fig_21.1_3e.jp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1862"/>
            <a:ext cx="5588112" cy="6495438"/>
          </a:xfrm>
          <a:prstGeom prst="rect">
            <a:avLst/>
          </a:prstGeom>
        </p:spPr>
      </p:pic>
      <p:sp>
        <p:nvSpPr>
          <p:cNvPr id="8" name="Title 1"/>
          <p:cNvSpPr>
            <a:spLocks noGrp="1"/>
          </p:cNvSpPr>
          <p:nvPr>
            <p:ph sz="quarter" idx="10"/>
          </p:nvPr>
        </p:nvSpPr>
        <p:spPr>
          <a:xfrm>
            <a:off x="5638800" y="685800"/>
            <a:ext cx="3124200" cy="1143000"/>
          </a:xfrm>
        </p:spPr>
        <p:txBody>
          <a:bodyPr>
            <a:normAutofit fontScale="97500"/>
          </a:bodyPr>
          <a:lstStyle/>
          <a:p>
            <a:pPr algn="l"/>
            <a:r>
              <a:rPr lang="en-US" dirty="0"/>
              <a:t>Example of an Analysis</a:t>
            </a:r>
          </a:p>
        </p:txBody>
      </p:sp>
      <p:sp>
        <p:nvSpPr>
          <p:cNvPr id="9" name="Date Placeholder 8">
            <a:extLst>
              <a:ext uri="{FF2B5EF4-FFF2-40B4-BE49-F238E27FC236}">
                <a16:creationId xmlns:a16="http://schemas.microsoft.com/office/drawing/2014/main" id="{C129F43B-6CDE-4436-9033-BFEE4B33EC3D}"/>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10" name="Footer Placeholder 9">
            <a:extLst>
              <a:ext uri="{FF2B5EF4-FFF2-40B4-BE49-F238E27FC236}">
                <a16:creationId xmlns:a16="http://schemas.microsoft.com/office/drawing/2014/main" id="{1C8395B1-4C72-4A78-9E04-692577AD03E9}"/>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02613014-B066-06E2-2E7B-2A3719FC8C0D}"/>
              </a:ext>
            </a:extLst>
          </p:cNvPr>
          <p:cNvSpPr>
            <a:spLocks noGrp="1"/>
          </p:cNvSpPr>
          <p:nvPr>
            <p:ph type="sldNum" sz="quarter" idx="14"/>
          </p:nvPr>
        </p:nvSpPr>
        <p:spPr/>
        <p:txBody>
          <a:bodyPr/>
          <a:lstStyle/>
          <a:p>
            <a:fld id="{BC8D7E44-7D4F-4942-A8C9-2DF6BF8399E8}" type="slidenum">
              <a:rPr lang="en-US" smtClean="0"/>
              <a:pPr/>
              <a:t>75</a:t>
            </a:fld>
            <a:endParaRPr lang="en-US" dirty="0"/>
          </a:p>
        </p:txBody>
      </p:sp>
    </p:spTree>
    <p:extLst>
      <p:ext uri="{BB962C8B-B14F-4D97-AF65-F5344CB8AC3E}">
        <p14:creationId xmlns:p14="http://schemas.microsoft.com/office/powerpoint/2010/main" val="118683618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p:cNvGraphicFramePr>
            <a:graphicFrameLocks noGrp="1"/>
          </p:cNvGraphicFramePr>
          <p:nvPr>
            <p:ph idx="1"/>
          </p:nvPr>
        </p:nvGraphicFramePr>
        <p:xfrm>
          <a:off x="304800" y="1295400"/>
          <a:ext cx="8229600" cy="5181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itle 3"/>
          <p:cNvSpPr>
            <a:spLocks noGrp="1"/>
          </p:cNvSpPr>
          <p:nvPr>
            <p:ph sz="quarter" idx="10"/>
          </p:nvPr>
        </p:nvSpPr>
        <p:spPr>
          <a:xfrm>
            <a:off x="381000" y="0"/>
            <a:ext cx="6324600" cy="1143000"/>
          </a:xfrm>
        </p:spPr>
        <p:txBody>
          <a:bodyPr>
            <a:normAutofit fontScale="97500"/>
          </a:bodyPr>
          <a:lstStyle/>
          <a:p>
            <a:r>
              <a:rPr lang="en-US" dirty="0"/>
              <a:t>Step 7:  Brainstorm and Prioritize Scenarios</a:t>
            </a:r>
          </a:p>
        </p:txBody>
      </p:sp>
      <p:sp>
        <p:nvSpPr>
          <p:cNvPr id="6" name="Date Placeholder 5">
            <a:extLst>
              <a:ext uri="{FF2B5EF4-FFF2-40B4-BE49-F238E27FC236}">
                <a16:creationId xmlns:a16="http://schemas.microsoft.com/office/drawing/2014/main" id="{9602765C-1513-472D-9E3B-020B90F41D5D}"/>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FA45A49E-48EE-424E-8F8B-FB437775378D}"/>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74C0CDAB-A8D1-DBB5-8222-7DF86F389415}"/>
              </a:ext>
            </a:extLst>
          </p:cNvPr>
          <p:cNvSpPr>
            <a:spLocks noGrp="1"/>
          </p:cNvSpPr>
          <p:nvPr>
            <p:ph type="sldNum" sz="quarter" idx="14"/>
          </p:nvPr>
        </p:nvSpPr>
        <p:spPr/>
        <p:txBody>
          <a:bodyPr/>
          <a:lstStyle/>
          <a:p>
            <a:fld id="{BC8D7E44-7D4F-4942-A8C9-2DF6BF8399E8}" type="slidenum">
              <a:rPr lang="en-US" smtClean="0"/>
              <a:pPr/>
              <a:t>76</a:t>
            </a:fld>
            <a:endParaRPr lang="en-US" dirty="0"/>
          </a:p>
        </p:txBody>
      </p:sp>
    </p:spTree>
    <p:extLst>
      <p:ext uri="{BB962C8B-B14F-4D97-AF65-F5344CB8AC3E}">
        <p14:creationId xmlns:p14="http://schemas.microsoft.com/office/powerpoint/2010/main" val="322384646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304800" y="990600"/>
          <a:ext cx="8229600" cy="5486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normAutofit fontScale="97500"/>
          </a:bodyPr>
          <a:lstStyle/>
          <a:p>
            <a:r>
              <a:rPr lang="en-US" dirty="0"/>
              <a:t>Step 8: Analyze Architectural Approaches</a:t>
            </a:r>
          </a:p>
        </p:txBody>
      </p:sp>
      <p:sp>
        <p:nvSpPr>
          <p:cNvPr id="8" name="Date Placeholder 7">
            <a:extLst>
              <a:ext uri="{FF2B5EF4-FFF2-40B4-BE49-F238E27FC236}">
                <a16:creationId xmlns:a16="http://schemas.microsoft.com/office/drawing/2014/main" id="{48CCC91D-217A-496C-9E60-95E004BFAE57}"/>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C4D21C59-5B75-449D-9979-0DCADC36182F}"/>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DCB18752-B421-3F17-12D8-63B8D0C97701}"/>
              </a:ext>
            </a:extLst>
          </p:cNvPr>
          <p:cNvSpPr>
            <a:spLocks noGrp="1"/>
          </p:cNvSpPr>
          <p:nvPr>
            <p:ph type="sldNum" sz="quarter" idx="14"/>
          </p:nvPr>
        </p:nvSpPr>
        <p:spPr/>
        <p:txBody>
          <a:bodyPr/>
          <a:lstStyle/>
          <a:p>
            <a:fld id="{BC8D7E44-7D4F-4942-A8C9-2DF6BF8399E8}" type="slidenum">
              <a:rPr lang="en-US" smtClean="0"/>
              <a:pPr/>
              <a:t>77</a:t>
            </a:fld>
            <a:endParaRPr lang="en-US" dirty="0"/>
          </a:p>
        </p:txBody>
      </p:sp>
    </p:spTree>
    <p:extLst>
      <p:ext uri="{BB962C8B-B14F-4D97-AF65-F5344CB8AC3E}">
        <p14:creationId xmlns:p14="http://schemas.microsoft.com/office/powerpoint/2010/main" val="347028634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304800" y="1493838"/>
          <a:ext cx="8229600" cy="50593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lstStyle/>
          <a:p>
            <a:r>
              <a:rPr lang="en-US" dirty="0"/>
              <a:t>Step 9: Present Results</a:t>
            </a:r>
          </a:p>
        </p:txBody>
      </p:sp>
      <p:sp>
        <p:nvSpPr>
          <p:cNvPr id="8" name="Date Placeholder 7">
            <a:extLst>
              <a:ext uri="{FF2B5EF4-FFF2-40B4-BE49-F238E27FC236}">
                <a16:creationId xmlns:a16="http://schemas.microsoft.com/office/drawing/2014/main" id="{2B448BA2-BD49-459B-907C-4EAA6E2E34C4}"/>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346A6004-983B-4EB8-B4F5-3D844BF12E1A}"/>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EFBBB16C-B293-D7D7-2C08-D6C82461AB0F}"/>
              </a:ext>
            </a:extLst>
          </p:cNvPr>
          <p:cNvSpPr>
            <a:spLocks noGrp="1"/>
          </p:cNvSpPr>
          <p:nvPr>
            <p:ph type="sldNum" sz="quarter" idx="14"/>
          </p:nvPr>
        </p:nvSpPr>
        <p:spPr/>
        <p:txBody>
          <a:bodyPr/>
          <a:lstStyle/>
          <a:p>
            <a:fld id="{BC8D7E44-7D4F-4942-A8C9-2DF6BF8399E8}" type="slidenum">
              <a:rPr lang="en-US" smtClean="0"/>
              <a:pPr/>
              <a:t>78</a:t>
            </a:fld>
            <a:endParaRPr lang="en-US" dirty="0"/>
          </a:p>
        </p:txBody>
      </p:sp>
    </p:spTree>
    <p:extLst>
      <p:ext uri="{BB962C8B-B14F-4D97-AF65-F5344CB8AC3E}">
        <p14:creationId xmlns:p14="http://schemas.microsoft.com/office/powerpoint/2010/main" val="401486485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304800" y="14938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lstStyle/>
          <a:p>
            <a:r>
              <a:rPr lang="en-US" dirty="0"/>
              <a:t>Step 9: Present Results</a:t>
            </a:r>
          </a:p>
        </p:txBody>
      </p:sp>
      <p:sp>
        <p:nvSpPr>
          <p:cNvPr id="8" name="Date Placeholder 7">
            <a:extLst>
              <a:ext uri="{FF2B5EF4-FFF2-40B4-BE49-F238E27FC236}">
                <a16:creationId xmlns:a16="http://schemas.microsoft.com/office/drawing/2014/main" id="{7D216958-9551-4D8F-8AC8-9F6E6B8A0068}"/>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16FF92E6-3228-4B16-BA3E-0AAFCDCF1BE6}"/>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CB188022-C269-DA5D-1B14-4EB37A339C0B}"/>
              </a:ext>
            </a:extLst>
          </p:cNvPr>
          <p:cNvSpPr>
            <a:spLocks noGrp="1"/>
          </p:cNvSpPr>
          <p:nvPr>
            <p:ph type="sldNum" sz="quarter" idx="14"/>
          </p:nvPr>
        </p:nvSpPr>
        <p:spPr/>
        <p:txBody>
          <a:bodyPr/>
          <a:lstStyle/>
          <a:p>
            <a:fld id="{BC8D7E44-7D4F-4942-A8C9-2DF6BF8399E8}" type="slidenum">
              <a:rPr lang="en-US" smtClean="0"/>
              <a:pPr/>
              <a:t>79</a:t>
            </a:fld>
            <a:endParaRPr lang="en-US" dirty="0"/>
          </a:p>
        </p:txBody>
      </p:sp>
    </p:spTree>
    <p:extLst>
      <p:ext uri="{BB962C8B-B14F-4D97-AF65-F5344CB8AC3E}">
        <p14:creationId xmlns:p14="http://schemas.microsoft.com/office/powerpoint/2010/main" val="374034273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04800" y="4648200"/>
            <a:ext cx="8458200" cy="1600200"/>
          </a:xfrm>
        </p:spPr>
        <p:txBody>
          <a:bodyPr/>
          <a:lstStyle/>
          <a:p>
            <a:r>
              <a:rPr lang="en-US" dirty="0"/>
              <a:t>Lightweight Architectural Evaluation</a:t>
            </a:r>
          </a:p>
        </p:txBody>
      </p:sp>
      <p:sp>
        <p:nvSpPr>
          <p:cNvPr id="3" name="Date Placeholder 2">
            <a:extLst>
              <a:ext uri="{FF2B5EF4-FFF2-40B4-BE49-F238E27FC236}">
                <a16:creationId xmlns:a16="http://schemas.microsoft.com/office/drawing/2014/main" id="{52A4409A-71FE-B8B6-4F66-A0AB3B92C929}"/>
              </a:ext>
            </a:extLst>
          </p:cNvPr>
          <p:cNvSpPr>
            <a:spLocks noGrp="1"/>
          </p:cNvSpPr>
          <p:nvPr>
            <p:ph type="dt" sz="half" idx="11"/>
          </p:nvPr>
        </p:nvSpPr>
        <p:spPr/>
        <p:txBody>
          <a:bodyPr/>
          <a:lstStyle/>
          <a:p>
            <a:r>
              <a:rPr lang="en-US"/>
              <a:t>September 5, 2026</a:t>
            </a:r>
            <a:endParaRPr lang="en-US" dirty="0"/>
          </a:p>
        </p:txBody>
      </p:sp>
      <p:sp>
        <p:nvSpPr>
          <p:cNvPr id="4" name="Footer Placeholder 3">
            <a:extLst>
              <a:ext uri="{FF2B5EF4-FFF2-40B4-BE49-F238E27FC236}">
                <a16:creationId xmlns:a16="http://schemas.microsoft.com/office/drawing/2014/main" id="{E22A28D2-5098-B04B-C657-491BAC4D8A1A}"/>
              </a:ext>
            </a:extLst>
          </p:cNvPr>
          <p:cNvSpPr>
            <a:spLocks noGrp="1"/>
          </p:cNvSpPr>
          <p:nvPr>
            <p:ph type="ftr" sz="quarter" idx="12"/>
          </p:nvPr>
        </p:nvSpPr>
        <p:spPr/>
        <p:txBody>
          <a:bodyPr/>
          <a:lstStyle/>
          <a:p>
            <a:r>
              <a:rPr lang="en-US"/>
              <a:t>SSZG653 Software Architectures</a:t>
            </a:r>
            <a:endParaRPr lang="en-US" dirty="0"/>
          </a:p>
        </p:txBody>
      </p:sp>
      <p:sp>
        <p:nvSpPr>
          <p:cNvPr id="5" name="Slide Number Placeholder 4">
            <a:extLst>
              <a:ext uri="{FF2B5EF4-FFF2-40B4-BE49-F238E27FC236}">
                <a16:creationId xmlns:a16="http://schemas.microsoft.com/office/drawing/2014/main" id="{DA67252B-B6E7-A407-D197-686BB7444F98}"/>
              </a:ext>
            </a:extLst>
          </p:cNvPr>
          <p:cNvSpPr>
            <a:spLocks noGrp="1"/>
          </p:cNvSpPr>
          <p:nvPr>
            <p:ph type="sldNum" sz="quarter" idx="13"/>
          </p:nvPr>
        </p:nvSpPr>
        <p:spPr/>
        <p:txBody>
          <a:bodyPr/>
          <a:lstStyle/>
          <a:p>
            <a:fld id="{BC8D7E44-7D4F-4942-A8C9-2DF6BF8399E8}" type="slidenum">
              <a:rPr lang="en-US" smtClean="0"/>
              <a:pPr/>
              <a:t>80</a:t>
            </a:fld>
            <a:endParaRPr lang="en-US" dirty="0"/>
          </a:p>
        </p:txBody>
      </p:sp>
    </p:spTree>
    <p:extLst>
      <p:ext uri="{BB962C8B-B14F-4D97-AF65-F5344CB8AC3E}">
        <p14:creationId xmlns:p14="http://schemas.microsoft.com/office/powerpoint/2010/main" val="149275661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762000" y="1295400"/>
          <a:ext cx="8229600" cy="533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normAutofit fontScale="97500"/>
          </a:bodyPr>
          <a:lstStyle/>
          <a:p>
            <a:r>
              <a:rPr lang="en-US" dirty="0"/>
              <a:t>Lightweight Architectural Evaluation</a:t>
            </a:r>
          </a:p>
        </p:txBody>
      </p:sp>
      <p:sp>
        <p:nvSpPr>
          <p:cNvPr id="8" name="Date Placeholder 7">
            <a:extLst>
              <a:ext uri="{FF2B5EF4-FFF2-40B4-BE49-F238E27FC236}">
                <a16:creationId xmlns:a16="http://schemas.microsoft.com/office/drawing/2014/main" id="{830E486A-6716-4160-A0D1-50A5BF053C55}"/>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9885F63B-D45E-4F91-868C-EECB0ADBFCC5}"/>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45C3CE61-E485-9CFD-CCF5-28ACD91507C7}"/>
              </a:ext>
            </a:extLst>
          </p:cNvPr>
          <p:cNvSpPr>
            <a:spLocks noGrp="1"/>
          </p:cNvSpPr>
          <p:nvPr>
            <p:ph type="sldNum" sz="quarter" idx="14"/>
          </p:nvPr>
        </p:nvSpPr>
        <p:spPr/>
        <p:txBody>
          <a:bodyPr/>
          <a:lstStyle/>
          <a:p>
            <a:fld id="{BC8D7E44-7D4F-4942-A8C9-2DF6BF8399E8}" type="slidenum">
              <a:rPr lang="en-US" smtClean="0"/>
              <a:pPr/>
              <a:t>81</a:t>
            </a:fld>
            <a:endParaRPr lang="en-US" dirty="0"/>
          </a:p>
        </p:txBody>
      </p:sp>
    </p:spTree>
    <p:extLst>
      <p:ext uri="{BB962C8B-B14F-4D97-AF65-F5344CB8AC3E}">
        <p14:creationId xmlns:p14="http://schemas.microsoft.com/office/powerpoint/2010/main" val="279639884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p:txBody>
          <a:bodyPr/>
          <a:lstStyle/>
          <a:p>
            <a:endParaRPr lang="en-IN"/>
          </a:p>
        </p:txBody>
      </p:sp>
      <p:graphicFrame>
        <p:nvGraphicFramePr>
          <p:cNvPr id="5" name="Table 4"/>
          <p:cNvGraphicFramePr>
            <a:graphicFrameLocks noGrp="1"/>
          </p:cNvGraphicFramePr>
          <p:nvPr/>
        </p:nvGraphicFramePr>
        <p:xfrm>
          <a:off x="179512" y="1340768"/>
          <a:ext cx="8736633" cy="4512372"/>
        </p:xfrm>
        <a:graphic>
          <a:graphicData uri="http://schemas.openxmlformats.org/drawingml/2006/table">
            <a:tbl>
              <a:tblPr firstRow="1" bandRow="1">
                <a:tableStyleId>{5C22544A-7EE6-4342-B048-85BDC9FD1C3A}</a:tableStyleId>
              </a:tblPr>
              <a:tblGrid>
                <a:gridCol w="1728193">
                  <a:extLst>
                    <a:ext uri="{9D8B030D-6E8A-4147-A177-3AD203B41FA5}">
                      <a16:colId xmlns:a16="http://schemas.microsoft.com/office/drawing/2014/main" val="20000"/>
                    </a:ext>
                  </a:extLst>
                </a:gridCol>
                <a:gridCol w="720080">
                  <a:extLst>
                    <a:ext uri="{9D8B030D-6E8A-4147-A177-3AD203B41FA5}">
                      <a16:colId xmlns:a16="http://schemas.microsoft.com/office/drawing/2014/main" val="20001"/>
                    </a:ext>
                  </a:extLst>
                </a:gridCol>
                <a:gridCol w="6288360">
                  <a:extLst>
                    <a:ext uri="{9D8B030D-6E8A-4147-A177-3AD203B41FA5}">
                      <a16:colId xmlns:a16="http://schemas.microsoft.com/office/drawing/2014/main" val="20002"/>
                    </a:ext>
                  </a:extLst>
                </a:gridCol>
              </a:tblGrid>
              <a:tr h="298756">
                <a:tc>
                  <a:txBody>
                    <a:bodyPr/>
                    <a:lstStyle/>
                    <a:p>
                      <a:r>
                        <a:rPr lang="en-US" sz="1400" dirty="0"/>
                        <a:t>Step</a:t>
                      </a:r>
                    </a:p>
                  </a:txBody>
                  <a:tcPr/>
                </a:tc>
                <a:tc>
                  <a:txBody>
                    <a:bodyPr/>
                    <a:lstStyle/>
                    <a:p>
                      <a:r>
                        <a:rPr lang="en-US" sz="1400" dirty="0"/>
                        <a:t>Time</a:t>
                      </a:r>
                    </a:p>
                  </a:txBody>
                  <a:tcPr/>
                </a:tc>
                <a:tc>
                  <a:txBody>
                    <a:bodyPr/>
                    <a:lstStyle/>
                    <a:p>
                      <a:r>
                        <a:rPr lang="en-US" sz="1400" dirty="0"/>
                        <a:t>Notes</a:t>
                      </a:r>
                    </a:p>
                  </a:txBody>
                  <a:tcPr/>
                </a:tc>
                <a:extLst>
                  <a:ext uri="{0D108BD9-81ED-4DB2-BD59-A6C34878D82A}">
                    <a16:rowId xmlns:a16="http://schemas.microsoft.com/office/drawing/2014/main" val="10000"/>
                  </a:ext>
                </a:extLst>
              </a:tr>
              <a:tr h="343272">
                <a:tc>
                  <a:txBody>
                    <a:bodyPr/>
                    <a:lstStyle/>
                    <a:p>
                      <a:r>
                        <a:rPr lang="en-US" sz="1200" dirty="0">
                          <a:latin typeface="+mn-lt"/>
                        </a:rPr>
                        <a:t>1. Present the ATAM</a:t>
                      </a:r>
                    </a:p>
                  </a:txBody>
                  <a:tcPr/>
                </a:tc>
                <a:tc>
                  <a:txBody>
                    <a:bodyPr/>
                    <a:lstStyle/>
                    <a:p>
                      <a:r>
                        <a:rPr lang="en-US" sz="1200" dirty="0">
                          <a:latin typeface="+mn-lt"/>
                        </a:rPr>
                        <a:t>0 hours</a:t>
                      </a:r>
                    </a:p>
                  </a:txBody>
                  <a:tcPr/>
                </a:tc>
                <a:tc>
                  <a:txBody>
                    <a:bodyPr/>
                    <a:lstStyle/>
                    <a:p>
                      <a:r>
                        <a:rPr lang="en-US" sz="1200" dirty="0">
                          <a:latin typeface="+mn-lt"/>
                        </a:rPr>
                        <a:t>Participants already familiar with process.</a:t>
                      </a:r>
                    </a:p>
                  </a:txBody>
                  <a:tcPr/>
                </a:tc>
                <a:extLst>
                  <a:ext uri="{0D108BD9-81ED-4DB2-BD59-A6C34878D82A}">
                    <a16:rowId xmlns:a16="http://schemas.microsoft.com/office/drawing/2014/main" val="10001"/>
                  </a:ext>
                </a:extLst>
              </a:tr>
              <a:tr h="488608">
                <a:tc>
                  <a:txBody>
                    <a:bodyPr/>
                    <a:lstStyle/>
                    <a:p>
                      <a:r>
                        <a:rPr lang="en-US" sz="1200" dirty="0">
                          <a:latin typeface="+mn-lt"/>
                        </a:rPr>
                        <a:t>2. Present business</a:t>
                      </a:r>
                      <a:r>
                        <a:rPr lang="en-US" sz="1200" baseline="0" dirty="0">
                          <a:latin typeface="+mn-lt"/>
                        </a:rPr>
                        <a:t> drivers</a:t>
                      </a:r>
                      <a:endParaRPr lang="en-US" sz="1200" dirty="0">
                        <a:latin typeface="+mn-lt"/>
                      </a:endParaRPr>
                    </a:p>
                  </a:txBody>
                  <a:tcPr/>
                </a:tc>
                <a:tc>
                  <a:txBody>
                    <a:bodyPr/>
                    <a:lstStyle/>
                    <a:p>
                      <a:r>
                        <a:rPr lang="en-US" sz="1200" dirty="0">
                          <a:latin typeface="+mn-lt"/>
                        </a:rPr>
                        <a:t>0.25 hours</a:t>
                      </a:r>
                    </a:p>
                  </a:txBody>
                  <a:tcPr/>
                </a:tc>
                <a:tc>
                  <a:txBody>
                    <a:bodyPr/>
                    <a:lstStyle/>
                    <a:p>
                      <a:pPr marL="0" marR="0">
                        <a:spcBef>
                          <a:spcPts val="0"/>
                        </a:spcBef>
                        <a:spcAft>
                          <a:spcPts val="400"/>
                        </a:spcAft>
                      </a:pPr>
                      <a:r>
                        <a:rPr lang="en-US" sz="1200" dirty="0">
                          <a:solidFill>
                            <a:srgbClr val="000000"/>
                          </a:solidFill>
                          <a:effectLst/>
                          <a:latin typeface="+mn-lt"/>
                          <a:ea typeface="SimSun"/>
                        </a:rPr>
                        <a:t>The participants are expected to understand the system and its business goals and their priorities. A brief review ensures that these are fresh in everyone’s mind and that there are no surprises.</a:t>
                      </a:r>
                      <a:endParaRPr lang="en-US" sz="1200" dirty="0">
                        <a:solidFill>
                          <a:srgbClr val="000000"/>
                        </a:solidFill>
                        <a:effectLst/>
                        <a:latin typeface="+mn-lt"/>
                        <a:ea typeface="Times New Roman"/>
                      </a:endParaRPr>
                    </a:p>
                  </a:txBody>
                  <a:tcPr marL="68580" marR="68580" marT="0" marB="0"/>
                </a:tc>
                <a:extLst>
                  <a:ext uri="{0D108BD9-81ED-4DB2-BD59-A6C34878D82A}">
                    <a16:rowId xmlns:a16="http://schemas.microsoft.com/office/drawing/2014/main" val="10002"/>
                  </a:ext>
                </a:extLst>
              </a:tr>
              <a:tr h="488608">
                <a:tc>
                  <a:txBody>
                    <a:bodyPr/>
                    <a:lstStyle/>
                    <a:p>
                      <a:r>
                        <a:rPr lang="en-US" sz="1200" dirty="0">
                          <a:latin typeface="+mn-lt"/>
                        </a:rPr>
                        <a:t>3. Present architecture</a:t>
                      </a:r>
                    </a:p>
                  </a:txBody>
                  <a:tcPr/>
                </a:tc>
                <a:tc>
                  <a:txBody>
                    <a:bodyPr/>
                    <a:lstStyle/>
                    <a:p>
                      <a:r>
                        <a:rPr lang="en-US" sz="1200" dirty="0">
                          <a:latin typeface="+mn-lt"/>
                        </a:rPr>
                        <a:t>0.5 hours</a:t>
                      </a:r>
                    </a:p>
                  </a:txBody>
                  <a:tcPr/>
                </a:tc>
                <a:tc>
                  <a:txBody>
                    <a:bodyPr/>
                    <a:lstStyle/>
                    <a:p>
                      <a:pPr marL="0" marR="0">
                        <a:spcBef>
                          <a:spcPts val="0"/>
                        </a:spcBef>
                        <a:spcAft>
                          <a:spcPts val="400"/>
                        </a:spcAft>
                      </a:pPr>
                      <a:r>
                        <a:rPr lang="en-US" sz="1200" dirty="0">
                          <a:solidFill>
                            <a:srgbClr val="000000"/>
                          </a:solidFill>
                          <a:effectLst/>
                          <a:latin typeface="+mn-lt"/>
                          <a:ea typeface="SimSun"/>
                        </a:rPr>
                        <a:t>All participants are expected to be familiar with the system. A brief overview of the architecture, using at least module and C&amp;C views, is presented.  1-2 scenarios are traced through these views.</a:t>
                      </a:r>
                      <a:endParaRPr lang="en-US" sz="1200" dirty="0">
                        <a:solidFill>
                          <a:srgbClr val="000000"/>
                        </a:solidFill>
                        <a:effectLst/>
                        <a:latin typeface="+mn-lt"/>
                        <a:ea typeface="Times New Roman"/>
                      </a:endParaRPr>
                    </a:p>
                  </a:txBody>
                  <a:tcPr marL="68580" marR="68580" marT="0" marB="0"/>
                </a:tc>
                <a:extLst>
                  <a:ext uri="{0D108BD9-81ED-4DB2-BD59-A6C34878D82A}">
                    <a16:rowId xmlns:a16="http://schemas.microsoft.com/office/drawing/2014/main" val="10003"/>
                  </a:ext>
                </a:extLst>
              </a:tr>
              <a:tr h="461624">
                <a:tc>
                  <a:txBody>
                    <a:bodyPr/>
                    <a:lstStyle/>
                    <a:p>
                      <a:r>
                        <a:rPr lang="en-US" sz="1200" dirty="0">
                          <a:latin typeface="+mn-lt"/>
                        </a:rPr>
                        <a:t>4. Identify architectural approaches</a:t>
                      </a:r>
                    </a:p>
                  </a:txBody>
                  <a:tcPr/>
                </a:tc>
                <a:tc>
                  <a:txBody>
                    <a:bodyPr/>
                    <a:lstStyle/>
                    <a:p>
                      <a:r>
                        <a:rPr lang="en-US" sz="1200" dirty="0">
                          <a:latin typeface="+mn-lt"/>
                        </a:rPr>
                        <a:t>0.25 hours</a:t>
                      </a:r>
                    </a:p>
                  </a:txBody>
                  <a:tcPr/>
                </a:tc>
                <a:tc>
                  <a:txBody>
                    <a:bodyPr/>
                    <a:lstStyle/>
                    <a:p>
                      <a:pPr marL="0" marR="0">
                        <a:spcBef>
                          <a:spcPts val="0"/>
                        </a:spcBef>
                        <a:spcAft>
                          <a:spcPts val="400"/>
                        </a:spcAft>
                      </a:pPr>
                      <a:r>
                        <a:rPr lang="en-US" sz="1200" dirty="0">
                          <a:solidFill>
                            <a:srgbClr val="000000"/>
                          </a:solidFill>
                          <a:effectLst/>
                          <a:latin typeface="+mn-lt"/>
                          <a:ea typeface="SimSun"/>
                        </a:rPr>
                        <a:t>The architecture approaches for specific quality attribute concerns are identified by the architect. This may be done as a portion of step 3.</a:t>
                      </a:r>
                      <a:endParaRPr lang="en-US" sz="1200" dirty="0">
                        <a:solidFill>
                          <a:srgbClr val="000000"/>
                        </a:solidFill>
                        <a:effectLst/>
                        <a:latin typeface="+mn-lt"/>
                        <a:ea typeface="Times New Roman"/>
                      </a:endParaRPr>
                    </a:p>
                  </a:txBody>
                  <a:tcPr marL="68580" marR="68580" marT="0" marB="0"/>
                </a:tc>
                <a:extLst>
                  <a:ext uri="{0D108BD9-81ED-4DB2-BD59-A6C34878D82A}">
                    <a16:rowId xmlns:a16="http://schemas.microsoft.com/office/drawing/2014/main" val="10004"/>
                  </a:ext>
                </a:extLst>
              </a:tr>
              <a:tr h="488608">
                <a:tc>
                  <a:txBody>
                    <a:bodyPr/>
                    <a:lstStyle/>
                    <a:p>
                      <a:r>
                        <a:rPr lang="en-US" sz="1200" dirty="0">
                          <a:latin typeface="+mn-lt"/>
                        </a:rPr>
                        <a:t>5. Generate QA</a:t>
                      </a:r>
                      <a:r>
                        <a:rPr lang="en-US" sz="1200" baseline="0" dirty="0">
                          <a:latin typeface="+mn-lt"/>
                        </a:rPr>
                        <a:t> </a:t>
                      </a:r>
                      <a:r>
                        <a:rPr lang="en-US" sz="1200" dirty="0">
                          <a:latin typeface="+mn-lt"/>
                        </a:rPr>
                        <a:t>utility tree</a:t>
                      </a:r>
                    </a:p>
                  </a:txBody>
                  <a:tcPr/>
                </a:tc>
                <a:tc>
                  <a:txBody>
                    <a:bodyPr/>
                    <a:lstStyle/>
                    <a:p>
                      <a:r>
                        <a:rPr lang="en-US" sz="1200" dirty="0">
                          <a:latin typeface="+mn-lt"/>
                        </a:rPr>
                        <a:t>0.5- 1.5</a:t>
                      </a:r>
                      <a:r>
                        <a:rPr lang="en-US" sz="1200" baseline="0" dirty="0">
                          <a:latin typeface="+mn-lt"/>
                        </a:rPr>
                        <a:t> hours</a:t>
                      </a:r>
                      <a:endParaRPr lang="en-US" sz="1200" dirty="0">
                        <a:latin typeface="+mn-l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dk1"/>
                          </a:solidFill>
                          <a:effectLst/>
                          <a:latin typeface="+mn-lt"/>
                          <a:ea typeface="+mn-ea"/>
                          <a:cs typeface="+mn-cs"/>
                        </a:rPr>
                        <a:t>Scenarios might exist: part of previous evaluations, part of design, part of requirements elicitation.  Put these in a tree.  Or, a utility tree may already exist.</a:t>
                      </a:r>
                    </a:p>
                  </a:txBody>
                  <a:tcPr/>
                </a:tc>
                <a:extLst>
                  <a:ext uri="{0D108BD9-81ED-4DB2-BD59-A6C34878D82A}">
                    <a16:rowId xmlns:a16="http://schemas.microsoft.com/office/drawing/2014/main" val="10005"/>
                  </a:ext>
                </a:extLst>
              </a:tr>
              <a:tr h="497756">
                <a:tc>
                  <a:txBody>
                    <a:bodyPr/>
                    <a:lstStyle/>
                    <a:p>
                      <a:r>
                        <a:rPr lang="en-US" sz="1200" dirty="0">
                          <a:latin typeface="+mn-lt"/>
                        </a:rPr>
                        <a:t>6. Analyze architectural approaches</a:t>
                      </a:r>
                    </a:p>
                  </a:txBody>
                  <a:tcPr/>
                </a:tc>
                <a:tc>
                  <a:txBody>
                    <a:bodyPr/>
                    <a:lstStyle/>
                    <a:p>
                      <a:r>
                        <a:rPr lang="en-US" sz="1200" dirty="0">
                          <a:latin typeface="+mn-lt"/>
                        </a:rPr>
                        <a:t>2-3 hours</a:t>
                      </a:r>
                    </a:p>
                  </a:txBody>
                  <a:tcPr/>
                </a:tc>
                <a:tc>
                  <a:txBody>
                    <a:bodyPr/>
                    <a:lstStyle/>
                    <a:p>
                      <a:pPr marL="0" marR="0">
                        <a:spcBef>
                          <a:spcPts val="0"/>
                        </a:spcBef>
                        <a:spcAft>
                          <a:spcPts val="400"/>
                        </a:spcAft>
                      </a:pPr>
                      <a:r>
                        <a:rPr lang="en-US" sz="1200" dirty="0">
                          <a:solidFill>
                            <a:srgbClr val="000000"/>
                          </a:solidFill>
                          <a:effectLst/>
                          <a:latin typeface="+mn-lt"/>
                          <a:ea typeface="SimSun"/>
                        </a:rPr>
                        <a:t>This step—mapping the highly ranked scenarios onto the architecture—consumes the bulk of the time and can be expanded or contracted as needed.</a:t>
                      </a:r>
                      <a:endParaRPr lang="en-US" sz="1200" dirty="0">
                        <a:solidFill>
                          <a:srgbClr val="000000"/>
                        </a:solidFill>
                        <a:effectLst/>
                        <a:latin typeface="+mn-lt"/>
                        <a:ea typeface="Times New Roman"/>
                      </a:endParaRPr>
                    </a:p>
                  </a:txBody>
                  <a:tcPr marL="68580" marR="68580" marT="0" marB="0"/>
                </a:tc>
                <a:extLst>
                  <a:ext uri="{0D108BD9-81ED-4DB2-BD59-A6C34878D82A}">
                    <a16:rowId xmlns:a16="http://schemas.microsoft.com/office/drawing/2014/main" val="10006"/>
                  </a:ext>
                </a:extLst>
              </a:tr>
              <a:tr h="488608">
                <a:tc>
                  <a:txBody>
                    <a:bodyPr/>
                    <a:lstStyle/>
                    <a:p>
                      <a:r>
                        <a:rPr lang="en-US" sz="1200" dirty="0">
                          <a:latin typeface="+mn-lt"/>
                        </a:rPr>
                        <a:t>7. Brainstorm scenarios</a:t>
                      </a:r>
                    </a:p>
                  </a:txBody>
                  <a:tcPr/>
                </a:tc>
                <a:tc>
                  <a:txBody>
                    <a:bodyPr/>
                    <a:lstStyle/>
                    <a:p>
                      <a:r>
                        <a:rPr lang="en-US" sz="1200" dirty="0">
                          <a:latin typeface="+mn-lt"/>
                        </a:rPr>
                        <a:t>0 hours</a:t>
                      </a:r>
                    </a:p>
                  </a:txBody>
                  <a:tcPr/>
                </a:tc>
                <a:tc>
                  <a:txBody>
                    <a:bodyPr/>
                    <a:lstStyle/>
                    <a:p>
                      <a:pPr marL="0" marR="0">
                        <a:spcBef>
                          <a:spcPts val="0"/>
                        </a:spcBef>
                        <a:spcAft>
                          <a:spcPts val="400"/>
                        </a:spcAft>
                      </a:pPr>
                      <a:r>
                        <a:rPr lang="en-US" sz="1200" dirty="0">
                          <a:solidFill>
                            <a:srgbClr val="000000"/>
                          </a:solidFill>
                          <a:effectLst/>
                          <a:latin typeface="+mn-lt"/>
                          <a:ea typeface="SimSun"/>
                        </a:rPr>
                        <a:t>This step can be omitted as the assembled (internal) stakeholders are expected to contribute scenarios expressing their concerns in step 5.</a:t>
                      </a:r>
                      <a:endParaRPr lang="en-US" sz="1200" dirty="0">
                        <a:solidFill>
                          <a:srgbClr val="000000"/>
                        </a:solidFill>
                        <a:effectLst/>
                        <a:latin typeface="+mn-lt"/>
                        <a:ea typeface="Times New Roman"/>
                      </a:endParaRPr>
                    </a:p>
                  </a:txBody>
                  <a:tcPr marL="68580" marR="68580" marT="0" marB="0"/>
                </a:tc>
                <a:extLst>
                  <a:ext uri="{0D108BD9-81ED-4DB2-BD59-A6C34878D82A}">
                    <a16:rowId xmlns:a16="http://schemas.microsoft.com/office/drawing/2014/main" val="10007"/>
                  </a:ext>
                </a:extLst>
              </a:tr>
              <a:tr h="461880">
                <a:tc>
                  <a:txBody>
                    <a:bodyPr/>
                    <a:lstStyle/>
                    <a:p>
                      <a:r>
                        <a:rPr lang="en-US" sz="1200" dirty="0">
                          <a:latin typeface="+mn-lt"/>
                        </a:rPr>
                        <a:t>8. Analyze architectural approaches</a:t>
                      </a:r>
                    </a:p>
                  </a:txBody>
                  <a:tcPr/>
                </a:tc>
                <a:tc>
                  <a:txBody>
                    <a:bodyPr/>
                    <a:lstStyle/>
                    <a:p>
                      <a:r>
                        <a:rPr lang="en-US" sz="1200" dirty="0">
                          <a:latin typeface="+mn-lt"/>
                        </a:rPr>
                        <a:t>0 hours</a:t>
                      </a:r>
                    </a:p>
                  </a:txBody>
                  <a:tcPr/>
                </a:tc>
                <a:tc>
                  <a:txBody>
                    <a:bodyPr/>
                    <a:lstStyle/>
                    <a:p>
                      <a:pPr marL="0" marR="0">
                        <a:spcBef>
                          <a:spcPts val="0"/>
                        </a:spcBef>
                        <a:spcAft>
                          <a:spcPts val="400"/>
                        </a:spcAft>
                      </a:pPr>
                      <a:r>
                        <a:rPr lang="en-US" sz="1200" dirty="0">
                          <a:solidFill>
                            <a:srgbClr val="000000"/>
                          </a:solidFill>
                          <a:effectLst/>
                          <a:latin typeface="+mn-lt"/>
                          <a:ea typeface="SimSun"/>
                        </a:rPr>
                        <a:t>This step is also omitted, since all analysis is done in step 6.</a:t>
                      </a:r>
                      <a:endParaRPr lang="en-US" sz="1200" dirty="0">
                        <a:solidFill>
                          <a:srgbClr val="000000"/>
                        </a:solidFill>
                        <a:effectLst/>
                        <a:latin typeface="+mn-lt"/>
                        <a:ea typeface="Times New Roman"/>
                      </a:endParaRPr>
                    </a:p>
                  </a:txBody>
                  <a:tcPr marL="68580" marR="68580" marT="0" marB="0"/>
                </a:tc>
                <a:extLst>
                  <a:ext uri="{0D108BD9-81ED-4DB2-BD59-A6C34878D82A}">
                    <a16:rowId xmlns:a16="http://schemas.microsoft.com/office/drawing/2014/main" val="10008"/>
                  </a:ext>
                </a:extLst>
              </a:tr>
              <a:tr h="488608">
                <a:tc>
                  <a:txBody>
                    <a:bodyPr/>
                    <a:lstStyle/>
                    <a:p>
                      <a:r>
                        <a:rPr lang="en-US" sz="1200" dirty="0">
                          <a:latin typeface="+mn-lt"/>
                        </a:rPr>
                        <a:t>9.</a:t>
                      </a:r>
                      <a:r>
                        <a:rPr lang="en-US" sz="1200" baseline="0" dirty="0">
                          <a:latin typeface="+mn-lt"/>
                        </a:rPr>
                        <a:t> Present results</a:t>
                      </a:r>
                      <a:endParaRPr lang="en-US" sz="1200" dirty="0">
                        <a:latin typeface="+mn-lt"/>
                      </a:endParaRPr>
                    </a:p>
                  </a:txBody>
                  <a:tcPr/>
                </a:tc>
                <a:tc>
                  <a:txBody>
                    <a:bodyPr/>
                    <a:lstStyle/>
                    <a:p>
                      <a:r>
                        <a:rPr lang="en-US" sz="1200" dirty="0">
                          <a:latin typeface="+mn-lt"/>
                        </a:rPr>
                        <a:t>0.5 hours</a:t>
                      </a:r>
                    </a:p>
                  </a:txBody>
                  <a:tcPr/>
                </a:tc>
                <a:tc>
                  <a:txBody>
                    <a:bodyPr/>
                    <a:lstStyle/>
                    <a:p>
                      <a:pPr marL="0" marR="0">
                        <a:spcBef>
                          <a:spcPts val="0"/>
                        </a:spcBef>
                        <a:spcAft>
                          <a:spcPts val="400"/>
                        </a:spcAft>
                      </a:pPr>
                      <a:r>
                        <a:rPr lang="en-US" sz="1200" dirty="0">
                          <a:solidFill>
                            <a:srgbClr val="000000"/>
                          </a:solidFill>
                          <a:effectLst/>
                          <a:latin typeface="+mn-lt"/>
                          <a:ea typeface="SimSun"/>
                        </a:rPr>
                        <a:t>At the end of an evaluation, the team reviews the existing and newly discovered risks, </a:t>
                      </a:r>
                      <a:r>
                        <a:rPr lang="en-US" sz="1200" dirty="0" err="1">
                          <a:solidFill>
                            <a:srgbClr val="000000"/>
                          </a:solidFill>
                          <a:effectLst/>
                          <a:latin typeface="+mn-lt"/>
                          <a:ea typeface="SimSun"/>
                        </a:rPr>
                        <a:t>nonrisks</a:t>
                      </a:r>
                      <a:r>
                        <a:rPr lang="en-US" sz="1200" dirty="0">
                          <a:solidFill>
                            <a:srgbClr val="000000"/>
                          </a:solidFill>
                          <a:effectLst/>
                          <a:latin typeface="+mn-lt"/>
                          <a:ea typeface="SimSun"/>
                        </a:rPr>
                        <a:t>, sensitivities, and tradeoffs and discusses whether any new risk themes have arisen. </a:t>
                      </a:r>
                      <a:endParaRPr lang="en-US" sz="1200" dirty="0">
                        <a:solidFill>
                          <a:srgbClr val="000000"/>
                        </a:solidFill>
                        <a:effectLst/>
                        <a:latin typeface="+mn-lt"/>
                        <a:ea typeface="Times New Roman"/>
                      </a:endParaRPr>
                    </a:p>
                  </a:txBody>
                  <a:tcPr marL="68580" marR="68580" marT="0" marB="0"/>
                </a:tc>
                <a:extLst>
                  <a:ext uri="{0D108BD9-81ED-4DB2-BD59-A6C34878D82A}">
                    <a16:rowId xmlns:a16="http://schemas.microsoft.com/office/drawing/2014/main" val="10009"/>
                  </a:ext>
                </a:extLst>
              </a:tr>
            </a:tbl>
          </a:graphicData>
        </a:graphic>
      </p:graphicFrame>
      <p:sp>
        <p:nvSpPr>
          <p:cNvPr id="8" name="Title 1"/>
          <p:cNvSpPr>
            <a:spLocks noGrp="1"/>
          </p:cNvSpPr>
          <p:nvPr>
            <p:ph sz="quarter" idx="10"/>
          </p:nvPr>
        </p:nvSpPr>
        <p:spPr/>
        <p:txBody>
          <a:bodyPr/>
          <a:lstStyle/>
          <a:p>
            <a:r>
              <a:rPr lang="en-US" dirty="0"/>
              <a:t>Typical Agenda: 4-6 Hours</a:t>
            </a:r>
          </a:p>
        </p:txBody>
      </p:sp>
      <p:sp>
        <p:nvSpPr>
          <p:cNvPr id="9" name="Date Placeholder 8">
            <a:extLst>
              <a:ext uri="{FF2B5EF4-FFF2-40B4-BE49-F238E27FC236}">
                <a16:creationId xmlns:a16="http://schemas.microsoft.com/office/drawing/2014/main" id="{EB15D730-91E8-4B70-910B-3064B78FBBAA}"/>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10" name="Footer Placeholder 9">
            <a:extLst>
              <a:ext uri="{FF2B5EF4-FFF2-40B4-BE49-F238E27FC236}">
                <a16:creationId xmlns:a16="http://schemas.microsoft.com/office/drawing/2014/main" id="{64538B33-E405-408A-A906-60ED0F3C08EC}"/>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EB4D3ED9-8868-B574-2319-5026F583663C}"/>
              </a:ext>
            </a:extLst>
          </p:cNvPr>
          <p:cNvSpPr>
            <a:spLocks noGrp="1"/>
          </p:cNvSpPr>
          <p:nvPr>
            <p:ph type="sldNum" sz="quarter" idx="14"/>
          </p:nvPr>
        </p:nvSpPr>
        <p:spPr/>
        <p:txBody>
          <a:bodyPr/>
          <a:lstStyle/>
          <a:p>
            <a:fld id="{BC8D7E44-7D4F-4942-A8C9-2DF6BF8399E8}" type="slidenum">
              <a:rPr lang="en-US" smtClean="0"/>
              <a:pPr/>
              <a:t>82</a:t>
            </a:fld>
            <a:endParaRPr lang="en-US" dirty="0"/>
          </a:p>
        </p:txBody>
      </p:sp>
    </p:spTree>
    <p:extLst>
      <p:ext uri="{BB962C8B-B14F-4D97-AF65-F5344CB8AC3E}">
        <p14:creationId xmlns:p14="http://schemas.microsoft.com/office/powerpoint/2010/main" val="172405019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nvPr>
        </p:nvGraphicFramePr>
        <p:xfrm>
          <a:off x="304800" y="1295400"/>
          <a:ext cx="8229600" cy="24685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le 1"/>
          <p:cNvSpPr>
            <a:spLocks noGrp="1"/>
          </p:cNvSpPr>
          <p:nvPr>
            <p:ph sz="quarter" idx="10"/>
          </p:nvPr>
        </p:nvSpPr>
        <p:spPr/>
        <p:txBody>
          <a:bodyPr/>
          <a:lstStyle/>
          <a:p>
            <a:r>
              <a:rPr lang="en-US" dirty="0"/>
              <a:t>Summary</a:t>
            </a:r>
          </a:p>
        </p:txBody>
      </p:sp>
      <p:graphicFrame>
        <p:nvGraphicFramePr>
          <p:cNvPr id="8" name="Content Placeholder 6"/>
          <p:cNvGraphicFramePr>
            <a:graphicFrameLocks/>
          </p:cNvGraphicFramePr>
          <p:nvPr/>
        </p:nvGraphicFramePr>
        <p:xfrm>
          <a:off x="304800" y="3703638"/>
          <a:ext cx="8229600" cy="262096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9" name="Date Placeholder 8">
            <a:extLst>
              <a:ext uri="{FF2B5EF4-FFF2-40B4-BE49-F238E27FC236}">
                <a16:creationId xmlns:a16="http://schemas.microsoft.com/office/drawing/2014/main" id="{CFF9934F-9BB5-4C87-972F-8A49D638D0DF}"/>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10" name="Footer Placeholder 9">
            <a:extLst>
              <a:ext uri="{FF2B5EF4-FFF2-40B4-BE49-F238E27FC236}">
                <a16:creationId xmlns:a16="http://schemas.microsoft.com/office/drawing/2014/main" id="{C33FCEE2-D998-4B76-990F-B934079A7E17}"/>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2" name="Slide Number Placeholder 1">
            <a:extLst>
              <a:ext uri="{FF2B5EF4-FFF2-40B4-BE49-F238E27FC236}">
                <a16:creationId xmlns:a16="http://schemas.microsoft.com/office/drawing/2014/main" id="{4A4501EC-10C6-B20D-F2D4-D87CACE47430}"/>
              </a:ext>
            </a:extLst>
          </p:cNvPr>
          <p:cNvSpPr>
            <a:spLocks noGrp="1"/>
          </p:cNvSpPr>
          <p:nvPr>
            <p:ph type="sldNum" sz="quarter" idx="14"/>
          </p:nvPr>
        </p:nvSpPr>
        <p:spPr/>
        <p:txBody>
          <a:bodyPr/>
          <a:lstStyle/>
          <a:p>
            <a:fld id="{BC8D7E44-7D4F-4942-A8C9-2DF6BF8399E8}" type="slidenum">
              <a:rPr lang="en-US" smtClean="0"/>
              <a:pPr/>
              <a:t>83</a:t>
            </a:fld>
            <a:endParaRPr lang="en-US" dirty="0"/>
          </a:p>
        </p:txBody>
      </p:sp>
    </p:spTree>
    <p:extLst>
      <p:ext uri="{BB962C8B-B14F-4D97-AF65-F5344CB8AC3E}">
        <p14:creationId xmlns:p14="http://schemas.microsoft.com/office/powerpoint/2010/main" val="308287934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 </a:t>
            </a:r>
          </a:p>
        </p:txBody>
      </p:sp>
      <p:sp>
        <p:nvSpPr>
          <p:cNvPr id="3" name="Content Placeholder 2"/>
          <p:cNvSpPr>
            <a:spLocks noGrp="1"/>
          </p:cNvSpPr>
          <p:nvPr>
            <p:ph sz="quarter" idx="10"/>
          </p:nvPr>
        </p:nvSpPr>
        <p:spPr/>
        <p:txBody>
          <a:bodyPr/>
          <a:lstStyle/>
          <a:p>
            <a:r>
              <a:rPr lang="en-US" dirty="0"/>
              <a:t>Thank you……..</a:t>
            </a:r>
          </a:p>
        </p:txBody>
      </p:sp>
      <p:sp>
        <p:nvSpPr>
          <p:cNvPr id="8" name="Date Placeholder 7">
            <a:extLst>
              <a:ext uri="{FF2B5EF4-FFF2-40B4-BE49-F238E27FC236}">
                <a16:creationId xmlns:a16="http://schemas.microsoft.com/office/drawing/2014/main" id="{B12BCFD1-8AE8-4928-B593-DA4027A11A52}"/>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D58576E3-CD11-4A74-B806-EF205304C618}"/>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4" name="Slide Number Placeholder 3">
            <a:extLst>
              <a:ext uri="{FF2B5EF4-FFF2-40B4-BE49-F238E27FC236}">
                <a16:creationId xmlns:a16="http://schemas.microsoft.com/office/drawing/2014/main" id="{67836593-B38D-C5AB-68C4-3FD0E44348EE}"/>
              </a:ext>
            </a:extLst>
          </p:cNvPr>
          <p:cNvSpPr>
            <a:spLocks noGrp="1"/>
          </p:cNvSpPr>
          <p:nvPr>
            <p:ph type="sldNum" sz="quarter" idx="14"/>
          </p:nvPr>
        </p:nvSpPr>
        <p:spPr/>
        <p:txBody>
          <a:bodyPr/>
          <a:lstStyle/>
          <a:p>
            <a:fld id="{BC8D7E44-7D4F-4942-A8C9-2DF6BF8399E8}" type="slidenum">
              <a:rPr lang="en-US" smtClean="0"/>
              <a:pPr/>
              <a:t>84</a:t>
            </a:fld>
            <a:endParaRPr lang="en-US" dirty="0"/>
          </a:p>
        </p:txBody>
      </p:sp>
    </p:spTree>
    <p:extLst>
      <p:ext uri="{BB962C8B-B14F-4D97-AF65-F5344CB8AC3E}">
        <p14:creationId xmlns:p14="http://schemas.microsoft.com/office/powerpoint/2010/main" val="266921170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buFont typeface="Arial" pitchFamily="34" charset="0"/>
              <a:buChar char="•"/>
            </a:pPr>
            <a:r>
              <a:rPr lang="en-US" b="1" dirty="0"/>
              <a:t>Chapter Reference from Text T1</a:t>
            </a:r>
            <a:r>
              <a:rPr lang="en-US" b="1"/>
              <a:t>: 21</a:t>
            </a:r>
            <a:endParaRPr lang="en-US" dirty="0"/>
          </a:p>
          <a:p>
            <a:pPr>
              <a:buFont typeface="Arial" pitchFamily="34" charset="0"/>
              <a:buChar char="•"/>
            </a:pPr>
            <a:r>
              <a:rPr lang="en-US" dirty="0"/>
              <a:t>Slides have been adapted from Authors Slides</a:t>
            </a:r>
          </a:p>
          <a:p>
            <a:r>
              <a:rPr lang="en-US" dirty="0"/>
              <a:t>	Software Architecture in Practice – Third Ed.</a:t>
            </a:r>
          </a:p>
          <a:p>
            <a:pPr lvl="2">
              <a:buFont typeface="Wingdings" pitchFamily="2" charset="2"/>
              <a:buChar char="§"/>
            </a:pPr>
            <a:r>
              <a:rPr lang="en-US" dirty="0"/>
              <a:t>Len Bass</a:t>
            </a:r>
          </a:p>
          <a:p>
            <a:pPr lvl="2">
              <a:buFont typeface="Wingdings" pitchFamily="2" charset="2"/>
              <a:buChar char="§"/>
            </a:pPr>
            <a:r>
              <a:rPr lang="en-US" dirty="0"/>
              <a:t>Paul Clements</a:t>
            </a:r>
          </a:p>
          <a:p>
            <a:pPr lvl="2">
              <a:buFont typeface="Wingdings" pitchFamily="2" charset="2"/>
              <a:buChar char="§"/>
            </a:pPr>
            <a:r>
              <a:rPr lang="en-US" dirty="0"/>
              <a:t>Rick </a:t>
            </a:r>
            <a:r>
              <a:rPr lang="en-US" dirty="0" err="1"/>
              <a:t>Kazman</a:t>
            </a:r>
            <a:endParaRPr lang="en-US" dirty="0"/>
          </a:p>
        </p:txBody>
      </p:sp>
      <p:sp>
        <p:nvSpPr>
          <p:cNvPr id="3" name="Content Placeholder 2"/>
          <p:cNvSpPr>
            <a:spLocks noGrp="1"/>
          </p:cNvSpPr>
          <p:nvPr>
            <p:ph sz="quarter" idx="10"/>
          </p:nvPr>
        </p:nvSpPr>
        <p:spPr/>
        <p:txBody>
          <a:bodyPr>
            <a:normAutofit/>
          </a:bodyPr>
          <a:lstStyle/>
          <a:p>
            <a:r>
              <a:rPr lang="en-US" dirty="0"/>
              <a:t>Credits</a:t>
            </a:r>
          </a:p>
        </p:txBody>
      </p:sp>
      <p:sp>
        <p:nvSpPr>
          <p:cNvPr id="8" name="Date Placeholder 7">
            <a:extLst>
              <a:ext uri="{FF2B5EF4-FFF2-40B4-BE49-F238E27FC236}">
                <a16:creationId xmlns:a16="http://schemas.microsoft.com/office/drawing/2014/main" id="{B52234B1-9EDF-4BA5-8F1C-308C48BCF035}"/>
              </a:ext>
            </a:extLst>
          </p:cNvPr>
          <p:cNvSpPr>
            <a:spLocks noGrp="1"/>
          </p:cNvSpPr>
          <p:nvPr>
            <p:ph type="dt" sz="half" idx="2"/>
          </p:nvPr>
        </p:nvSpPr>
        <p:spPr>
          <a:xfrm>
            <a:off x="304800" y="6172518"/>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September 5, 2026</a:t>
            </a:r>
            <a:endParaRPr lang="en-US" dirty="0"/>
          </a:p>
        </p:txBody>
      </p:sp>
      <p:sp>
        <p:nvSpPr>
          <p:cNvPr id="9" name="Footer Placeholder 8">
            <a:extLst>
              <a:ext uri="{FF2B5EF4-FFF2-40B4-BE49-F238E27FC236}">
                <a16:creationId xmlns:a16="http://schemas.microsoft.com/office/drawing/2014/main" id="{404DE233-8356-4092-9B01-25F0BDF98178}"/>
              </a:ext>
            </a:extLst>
          </p:cNvPr>
          <p:cNvSpPr>
            <a:spLocks noGrp="1"/>
          </p:cNvSpPr>
          <p:nvPr>
            <p:ph type="ftr" sz="quarter" idx="3"/>
          </p:nvPr>
        </p:nvSpPr>
        <p:spPr>
          <a:xfrm>
            <a:off x="3182676" y="6209670"/>
            <a:ext cx="3294324"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Arial" pitchFamily="34" charset="0"/>
                <a:ea typeface="+mn-ea"/>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SSZG653 Software Architectures</a:t>
            </a:r>
            <a:endParaRPr lang="en-US" dirty="0"/>
          </a:p>
        </p:txBody>
      </p:sp>
      <p:sp>
        <p:nvSpPr>
          <p:cNvPr id="4" name="Slide Number Placeholder 3">
            <a:extLst>
              <a:ext uri="{FF2B5EF4-FFF2-40B4-BE49-F238E27FC236}">
                <a16:creationId xmlns:a16="http://schemas.microsoft.com/office/drawing/2014/main" id="{955EC700-7AB1-4C65-0A79-2DCC2FAC5D16}"/>
              </a:ext>
            </a:extLst>
          </p:cNvPr>
          <p:cNvSpPr>
            <a:spLocks noGrp="1"/>
          </p:cNvSpPr>
          <p:nvPr>
            <p:ph type="sldNum" sz="quarter" idx="14"/>
          </p:nvPr>
        </p:nvSpPr>
        <p:spPr/>
        <p:txBody>
          <a:bodyPr/>
          <a:lstStyle/>
          <a:p>
            <a:fld id="{BC8D7E44-7D4F-4942-A8C9-2DF6BF8399E8}" type="slidenum">
              <a:rPr lang="en-US" smtClean="0"/>
              <a:pPr/>
              <a:t>85</a:t>
            </a:fld>
            <a:endParaRPr lang="en-US" dirty="0"/>
          </a:p>
        </p:txBody>
      </p:sp>
    </p:spTree>
    <p:extLst>
      <p:ext uri="{BB962C8B-B14F-4D97-AF65-F5344CB8AC3E}">
        <p14:creationId xmlns:p14="http://schemas.microsoft.com/office/powerpoint/2010/main" val="11748548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235</TotalTime>
  <Words>6335</Words>
  <Application>Microsoft Office PowerPoint</Application>
  <PresentationFormat>On-screen Show (4:3)</PresentationFormat>
  <Paragraphs>874</Paragraphs>
  <Slides>85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85</vt:i4>
      </vt:variant>
    </vt:vector>
  </HeadingPairs>
  <TitlesOfParts>
    <vt:vector size="89" baseType="lpstr">
      <vt:lpstr>Arial</vt:lpstr>
      <vt:lpstr>Calibri</vt:lpstr>
      <vt:lpstr>Wingdings</vt:lpstr>
      <vt:lpstr>Office Theme</vt:lpstr>
      <vt:lpstr>Software Architecture Module 5 Techniques in a typical layered Architecture/ ATAM</vt:lpstr>
      <vt:lpstr>Architectural Structures and Views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Facade: Making sub-system easier to use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Architecture Evaluation through               Architecture Trade off Analysis Method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Harvinder Jabbal</dc:creator>
  <cp:lastModifiedBy>Harvinder Jabbal</cp:lastModifiedBy>
  <cp:revision>36</cp:revision>
  <dcterms:created xsi:type="dcterms:W3CDTF">2025-07-25T12:09:13Z</dcterms:created>
  <dcterms:modified xsi:type="dcterms:W3CDTF">2026-09-05T01:10:42Z</dcterms:modified>
</cp:coreProperties>
</file>